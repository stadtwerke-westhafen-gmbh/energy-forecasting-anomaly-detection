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0.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07a1e68a8a4c15" /><Relationship Type="http://schemas.openxmlformats.org/officeDocument/2006/relationships/extended-properties" Target="/docProps/app.xml" Id="Rf4eba6a0aa524e45" /><Relationship Type="http://schemas.openxmlformats.org/officeDocument/2006/relationships/officeDocument" Target="/ppt/presentation.xml" Id="R79821e58ef8742ae" /></Relationships>
</file>

<file path=ppt/presentation.xml><?xml version="1.0" encoding="utf-8"?>
<p:presentation xmlns:p="http://schemas.openxmlformats.org/presentationml/2006/main">
  <p:sldMasterIdLst>
    <p:sldMasterId xmlns:r="http://schemas.openxmlformats.org/officeDocument/2006/relationships" id="2147483648" r:id="R6bd31d6652074bd1"/>
  </p:sldMasterIdLst>
  <p:notesMasterIdLst>
    <p:notesMasterId xmlns:r="http://schemas.openxmlformats.org/officeDocument/2006/relationships" r:id="R5def74d83bd342a2"/>
  </p:notesMasterIdLst>
  <p:sldIdLst>
    <p:sldId xmlns:r="http://schemas.openxmlformats.org/officeDocument/2006/relationships" id="256" r:id="R95846e40990e42c0"/>
    <p:sldId xmlns:r="http://schemas.openxmlformats.org/officeDocument/2006/relationships" id="257" r:id="Rf83f38cbd97f4d2c"/>
    <p:sldId xmlns:r="http://schemas.openxmlformats.org/officeDocument/2006/relationships" id="258" r:id="Rb2baf020ef3e4a4b"/>
    <p:sldId xmlns:r="http://schemas.openxmlformats.org/officeDocument/2006/relationships" id="259" r:id="R970a4edce2d34f9a"/>
    <p:sldId xmlns:r="http://schemas.openxmlformats.org/officeDocument/2006/relationships" id="260" r:id="R80028c58966b4e20"/>
    <p:sldId xmlns:r="http://schemas.openxmlformats.org/officeDocument/2006/relationships" id="261" r:id="Re4dac0bb86db4dcd"/>
    <p:sldId xmlns:r="http://schemas.openxmlformats.org/officeDocument/2006/relationships" id="262" r:id="R16b005ff27fa4356"/>
    <p:sldId xmlns:r="http://schemas.openxmlformats.org/officeDocument/2006/relationships" id="263" r:id="Rf8dde42bbdef412d"/>
    <p:sldId xmlns:r="http://schemas.openxmlformats.org/officeDocument/2006/relationships" id="264" r:id="R3b32682dec6748f7"/>
    <p:sldId xmlns:r="http://schemas.openxmlformats.org/officeDocument/2006/relationships" id="265" r:id="R4ab1f39ab2f44f88"/>
    <p:sldId xmlns:r="http://schemas.openxmlformats.org/officeDocument/2006/relationships" id="266" r:id="R4529071c3ff0462e"/>
    <p:sldId xmlns:r="http://schemas.openxmlformats.org/officeDocument/2006/relationships" id="267" r:id="Rab7166e210794f97"/>
    <p:sldId xmlns:r="http://schemas.openxmlformats.org/officeDocument/2006/relationships" id="268" r:id="Rc8839656da624467"/>
    <p:sldId xmlns:r="http://schemas.openxmlformats.org/officeDocument/2006/relationships" id="269" r:id="R070365ef527c41a1"/>
    <p:sldId xmlns:r="http://schemas.openxmlformats.org/officeDocument/2006/relationships" id="270" r:id="R29fe4e9f1ad44eda"/>
    <p:sldId xmlns:r="http://schemas.openxmlformats.org/officeDocument/2006/relationships" id="271" r:id="Rfc647a6520374481"/>
    <p:sldId xmlns:r="http://schemas.openxmlformats.org/officeDocument/2006/relationships" id="272" r:id="R0afef1fe4f4647c9"/>
    <p:sldId xmlns:r="http://schemas.openxmlformats.org/officeDocument/2006/relationships" id="273" r:id="Rf8a902ed40ca47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c2beee76f04f04" /><Relationship Type="http://schemas.openxmlformats.org/officeDocument/2006/relationships/slideMaster" Target="/ppt/slideMasters/slideMaster1.xml" Id="R6bd31d6652074bd1" /><Relationship Type="http://schemas.openxmlformats.org/officeDocument/2006/relationships/notesMaster" Target="/ppt/notesMasters/notesMaster1.xml" Id="R5def74d83bd342a2" /><Relationship Type="http://schemas.openxmlformats.org/officeDocument/2006/relationships/presProps" Target="/ppt/presProps.xml" Id="R33135fa31f204271" /><Relationship Type="http://schemas.openxmlformats.org/officeDocument/2006/relationships/tableStyles" Target="/ppt/tableStyles.xml" Id="R6fc18a51d3e04f60" /><Relationship Type="http://schemas.openxmlformats.org/officeDocument/2006/relationships/slide" Target="/ppt/slides/slide1.xml" Id="R95846e40990e42c0" /><Relationship Type="http://schemas.openxmlformats.org/officeDocument/2006/relationships/slide" Target="/ppt/slides/slide2.xml" Id="Rf83f38cbd97f4d2c" /><Relationship Type="http://schemas.openxmlformats.org/officeDocument/2006/relationships/slide" Target="/ppt/slides/slide3.xml" Id="Rb2baf020ef3e4a4b" /><Relationship Type="http://schemas.openxmlformats.org/officeDocument/2006/relationships/slide" Target="/ppt/slides/slide4.xml" Id="R970a4edce2d34f9a" /><Relationship Type="http://schemas.openxmlformats.org/officeDocument/2006/relationships/slide" Target="/ppt/slides/slide5.xml" Id="R80028c58966b4e20" /><Relationship Type="http://schemas.openxmlformats.org/officeDocument/2006/relationships/slide" Target="/ppt/slides/slide6.xml" Id="Re4dac0bb86db4dcd" /><Relationship Type="http://schemas.openxmlformats.org/officeDocument/2006/relationships/slide" Target="/ppt/slides/slide7.xml" Id="R16b005ff27fa4356" /><Relationship Type="http://schemas.openxmlformats.org/officeDocument/2006/relationships/slide" Target="/ppt/slides/slide8.xml" Id="Rf8dde42bbdef412d" /><Relationship Type="http://schemas.openxmlformats.org/officeDocument/2006/relationships/slide" Target="/ppt/slides/slide9.xml" Id="R3b32682dec6748f7" /><Relationship Type="http://schemas.openxmlformats.org/officeDocument/2006/relationships/slide" Target="/ppt/slides/slide10.xml" Id="R4ab1f39ab2f44f88" /><Relationship Type="http://schemas.openxmlformats.org/officeDocument/2006/relationships/slide" Target="/ppt/slides/slide11.xml" Id="R4529071c3ff0462e" /><Relationship Type="http://schemas.openxmlformats.org/officeDocument/2006/relationships/slide" Target="/ppt/slides/slide12.xml" Id="Rab7166e210794f97" /><Relationship Type="http://schemas.openxmlformats.org/officeDocument/2006/relationships/slide" Target="/ppt/slides/slide13.xml" Id="Rc8839656da624467" /><Relationship Type="http://schemas.openxmlformats.org/officeDocument/2006/relationships/slide" Target="/ppt/slides/slide14.xml" Id="R070365ef527c41a1" /><Relationship Type="http://schemas.openxmlformats.org/officeDocument/2006/relationships/slide" Target="/ppt/slides/slide15.xml" Id="R29fe4e9f1ad44eda" /><Relationship Type="http://schemas.openxmlformats.org/officeDocument/2006/relationships/slide" Target="/ppt/slides/slide16.xml" Id="Rfc647a6520374481" /><Relationship Type="http://schemas.openxmlformats.org/officeDocument/2006/relationships/slide" Target="/ppt/slides/slide17.xml" Id="R0afef1fe4f4647c9" /><Relationship Type="http://schemas.openxmlformats.org/officeDocument/2006/relationships/slide" Target="/ppt/slides/slide18.xml" Id="Rf8a902ed40ca47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efe917aa2e4a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4aef1fc1944cdb" /><Relationship Type="http://schemas.openxmlformats.org/officeDocument/2006/relationships/notesMaster" Target="/ppt/notesMasters/notesMaster1.xml" Id="Rd74e76c7723e47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c511987d7d48c8" /><Relationship Type="http://schemas.openxmlformats.org/officeDocument/2006/relationships/notesMaster" Target="/ppt/notesMasters/notesMaster1.xml" Id="R1485926f6bdb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159489dba04e70" /><Relationship Type="http://schemas.openxmlformats.org/officeDocument/2006/relationships/notesMaster" Target="/ppt/notesMasters/notesMaster1.xml" Id="R993c9ec4c4734d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e6ff451660453e" /><Relationship Type="http://schemas.openxmlformats.org/officeDocument/2006/relationships/notesMaster" Target="/ppt/notesMasters/notesMaster1.xml" Id="R8e30489efc9744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7d195cfb8341dc" /><Relationship Type="http://schemas.openxmlformats.org/officeDocument/2006/relationships/notesMaster" Target="/ppt/notesMasters/notesMaster1.xml" Id="R507ce296776144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681abd4b664992" /><Relationship Type="http://schemas.openxmlformats.org/officeDocument/2006/relationships/notesMaster" Target="/ppt/notesMasters/notesMaster1.xml" Id="R0feccdd748b741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9d6f43d2f04feb" /><Relationship Type="http://schemas.openxmlformats.org/officeDocument/2006/relationships/notesMaster" Target="/ppt/notesMasters/notesMaster1.xml" Id="R8bde181811584d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d55f4432f34735" /><Relationship Type="http://schemas.openxmlformats.org/officeDocument/2006/relationships/notesMaster" Target="/ppt/notesMasters/notesMaster1.xml" Id="R0130e79708be42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19035c765f43f3" /><Relationship Type="http://schemas.openxmlformats.org/officeDocument/2006/relationships/notesMaster" Target="/ppt/notesMasters/notesMaster1.xml" Id="R4543f826fd7440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f0c7a495e5427e" /><Relationship Type="http://schemas.openxmlformats.org/officeDocument/2006/relationships/notesMaster" Target="/ppt/notesMasters/notesMaster1.xml" Id="R8bac5c6ec5c044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620d4ebb954b51" /><Relationship Type="http://schemas.openxmlformats.org/officeDocument/2006/relationships/notesMaster" Target="/ppt/notesMasters/notesMaster1.xml" Id="Rbe6909c6e9cf49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3efb27ce994126" /><Relationship Type="http://schemas.openxmlformats.org/officeDocument/2006/relationships/notesMaster" Target="/ppt/notesMasters/notesMaster1.xml" Id="R5cf7e3db026f4f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f2b31cfe5443f2" /><Relationship Type="http://schemas.openxmlformats.org/officeDocument/2006/relationships/notesMaster" Target="/ppt/notesMasters/notesMaster1.xml" Id="R893892ee7b7546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ba70fc045d4e36" /><Relationship Type="http://schemas.openxmlformats.org/officeDocument/2006/relationships/notesMaster" Target="/ppt/notesMasters/notesMaster1.xml" Id="Rceb9d92ebcc54b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c850f97cdd40b5" /><Relationship Type="http://schemas.openxmlformats.org/officeDocument/2006/relationships/notesMaster" Target="/ppt/notesMasters/notesMaster1.xml" Id="R82ac0261270441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d113826ac74d51" /><Relationship Type="http://schemas.openxmlformats.org/officeDocument/2006/relationships/notesMaster" Target="/ppt/notesMasters/notesMaster1.xml" Id="Reaf165aa967446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e83378c93844d9" /><Relationship Type="http://schemas.openxmlformats.org/officeDocument/2006/relationships/notesMaster" Target="/ppt/notesMasters/notesMaster1.xml" Id="R620cc192d87d48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aa7e23a9b948ca" /><Relationship Type="http://schemas.openxmlformats.org/officeDocument/2006/relationships/notesMaster" Target="/ppt/notesMasters/notesMaster1.xml" Id="Rd4d66bd1c3ff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Teil beginnt dort, wo aus den aufbereiteten Daten eine belastbare Prognose und anschließend ein Prüfprozess entsteht. Das Ziel ist nicht, automatisch einen Defekt festzustellen. Das Modell soll zeigen, welcher Zähler-Monat ungewöhnlich stark von seinem erwarteten Verbrauch abweicht und deshalb fachlich geprüft werden sollte.</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schätzt das Modell, welcher Monatsverbrauch unter den bekannten Bedingungen zu erwarten wäre. Sobald der tatsächliche Wert vorliegt, berechnen wir das Residuum: Istwert minus Prognose. Überschreitet der Betrag dieses Fehlers unsere gelernte Grenze, entsteht ein Prüfhinweis. Erst die anschließende Daten-, Kontext- und Fachprüfung entscheidet, ob wirklich ein relevanter Sachverhalt vorliegt.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Benchmark 2025. Vertragsleistung bleibt als fester Umrechnungsfaktor VLS → kWh unverändert. Wetterprognose steht für Heizgradtage, die im Betrieb nur als vorab verfügbarer Prognosewert verwendet werden dürfen. Produktionsplan und Wartung müssen vor Monatsbeginn bekannt sein.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zeige ich den möglichen betrieblichen Ablauf live. Die Demo beweist keinen Defekt. Sie zeigt, wie Prüfhinweise priorisiert, geprüft und dokumentiert werden können.</a:t>
            </a:r>
          </a:p>
          <a:p xmlns:a="http://schemas.openxmlformats.org/drawingml/2006/main">
            <a:r>
              <a:t/>
            </a:r>
          </a:p>
          <a:p xmlns:a="http://schemas.openxmlformats.org/drawingml/2006/main">
            <a:r>
              <a:t>0:00–0:20: Aktive q99-Schwelle von 144,4 VLS-Stunden und daraus 9,5 Hinweise pro Monat zeigen.</a:t>
            </a:r>
          </a:p>
          <a:p xmlns:a="http://schemas.openxmlformats.org/drawingml/2006/main">
            <a:r>
              <a:t/>
            </a:r>
          </a:p>
          <a:p xmlns:a="http://schemas.openxmlformats.org/drawingml/2006/main">
            <a:r>
              <a:t>0:20–0:40: Zwei ungewöhnlich hohe und zwei ungewöhnlich niedrige Fälle priorisieren.</a:t>
            </a:r>
          </a:p>
          <a:p xmlns:a="http://schemas.openxmlformats.org/drawingml/2006/main">
            <a:r>
              <a:t/>
            </a:r>
          </a:p>
          <a:p xmlns:a="http://schemas.openxmlformats.org/drawingml/2006/main">
            <a:r>
              <a:t>0:40–1:10: Einen Fall öffnen und Istwert, Prognose, Residuum und Schwellenfaktor erklären.</a:t>
            </a:r>
          </a:p>
          <a:p xmlns:a="http://schemas.openxmlformats.org/drawingml/2006/main">
            <a:r>
              <a:t/>
            </a:r>
          </a:p>
          <a:p xmlns:a="http://schemas.openxmlformats.org/drawingml/2006/main">
            <a:r>
              <a:t>1:10–1:35: Kontextinformationen wie Wartung, Produktionsplanung und Datenqualität prüfen.</a:t>
            </a:r>
          </a:p>
          <a:p xmlns:a="http://schemas.openxmlformats.org/drawingml/2006/main">
            <a:r>
              <a:t/>
            </a:r>
          </a:p>
          <a:p xmlns:a="http://schemas.openxmlformats.org/drawingml/2006/main">
            <a:r>
              <a:t>1:35–1:55: Dokumentieren, ob der Prüfhinweis fachlich relevant war, und eine Begründung ergänzen.</a:t>
            </a:r>
          </a:p>
          <a:p xmlns:a="http://schemas.openxmlformats.org/drawingml/2006/main">
            <a:r>
              <a:t/>
            </a:r>
          </a:p>
          <a:p xmlns:a="http://schemas.openxmlformats.org/drawingml/2006/main">
            <a:r>
              <a:t>1:55–2:00: Dieses Feedback liefert künftig die Labels für eine zweite Modellstufe.</a:t>
            </a:r>
          </a:p>
          <a:p xmlns:a="http://schemas.openxmlformats.org/drawingml/2006/main">
            <a:r>
              <a:t/>
            </a:r>
          </a:p>
          <a:p xmlns:a="http://schemas.openxmlformats.org/drawingml/2006/main">
            <a:r>
              <a:t>Vor der Präsentation lokal starten: node scripts/preview.mjs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 belastbares Ergebnis ist ein prognosegestützter Prüfprozess: Der Random Forest verbessert die Vorhersage gegenüber den einfachen Baselines, und q99 übersetzt ungewöhnlich große Modellabweichungen in ein handhabbares Arbeitsvolumen. Was wir noch nicht behaupten dürfen, ist eine automatische Defekt- oder Anomalieerkennung. Dafür fehlen bestätigte Labels. Wenn die Fachanwender ihre Entscheidungen strukturiert dokumentieren, können diese Rückmeldungen später ein Klassifikationsmodell trainieren. Das wäre kein weiteres Tuning der Regression, sondern eine zweite überwachte Lernaufgabe: relevant oder nicht relevant.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3369d1e0841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f088f281c44894" /><Relationship Type="http://schemas.openxmlformats.org/officeDocument/2006/relationships/slideLayout" Target="/ppt/slideLayouts/slideLayout1.xml" Id="R8d70af261b7640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0af261b7640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7b7390b4ba4c30" /><Relationship Type="http://schemas.openxmlformats.org/officeDocument/2006/relationships/image" Target="/ppt/media/image.png" Id="Rce14b7034176470f" /><Relationship Type="http://schemas.openxmlformats.org/officeDocument/2006/relationships/notesSlide" Target="/ppt/notesSlides/notesSlide1.xml" Id="R0642f3ed026a48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7b111b1a49436e" /><Relationship Type="http://schemas.openxmlformats.org/officeDocument/2006/relationships/image" Target="/ppt/media/image2.png" Id="R0afe0c10084944d2" /><Relationship Type="http://schemas.openxmlformats.org/officeDocument/2006/relationships/notesSlide" Target="/ppt/notesSlides/notesSlide2.xml" Id="Re14b0e0f70e64c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49616a7d564d75" /><Relationship Type="http://schemas.openxmlformats.org/officeDocument/2006/relationships/image" Target="/ppt/media/image3.png" Id="R9ce714e2662c4ca5" /><Relationship Type="http://schemas.openxmlformats.org/officeDocument/2006/relationships/notesSlide" Target="/ppt/notesSlides/notesSlide3.xml" Id="Rdfb2e0e9571b46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e80a21db2a4087" /><Relationship Type="http://schemas.openxmlformats.org/officeDocument/2006/relationships/image" Target="/ppt/media/image4.png" Id="Rff25351e16c64190" /><Relationship Type="http://schemas.openxmlformats.org/officeDocument/2006/relationships/notesSlide" Target="/ppt/notesSlides/notesSlide4.xml" Id="Rcc0b38d3e59b4c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e06ca80999426f" /><Relationship Type="http://schemas.openxmlformats.org/officeDocument/2006/relationships/image" Target="/ppt/media/image5.png" Id="Rd8d493f227634fcb" /><Relationship Type="http://schemas.openxmlformats.org/officeDocument/2006/relationships/notesSlide" Target="/ppt/notesSlides/notesSlide5.xml" Id="R01c36a48d7c248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788945795e4fd0" /><Relationship Type="http://schemas.openxmlformats.org/officeDocument/2006/relationships/image" Target="/ppt/media/image6.png" Id="Rb822f79ca56744b3" /><Relationship Type="http://schemas.openxmlformats.org/officeDocument/2006/relationships/chart" Target="/ppt/slides/charts/chart1.xml" Id="Rf35b5fca8e764c48" /><Relationship Type="http://schemas.openxmlformats.org/officeDocument/2006/relationships/notesSlide" Target="/ppt/notesSlides/notesSlide6.xml" Id="Ra6cb119314c54f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e034511d714c29" /><Relationship Type="http://schemas.openxmlformats.org/officeDocument/2006/relationships/image" Target="/ppt/media/image7.png" Id="R6e67e3d60f3642e3" /><Relationship Type="http://schemas.openxmlformats.org/officeDocument/2006/relationships/chart" Target="/ppt/slides/charts/chart2.xml" Id="R654b94c089ac43d5" /><Relationship Type="http://schemas.openxmlformats.org/officeDocument/2006/relationships/notesSlide" Target="/ppt/notesSlides/notesSlide7.xml" Id="Re836120a944a43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01dd319de54b71" /><Relationship Type="http://schemas.openxmlformats.org/officeDocument/2006/relationships/image" Target="/ppt/media/image8.png" Id="R07935398f1314d79" /><Relationship Type="http://schemas.openxmlformats.org/officeDocument/2006/relationships/chart" Target="/ppt/slides/charts/chart3.xml" Id="R06f380a5ff134edf" /><Relationship Type="http://schemas.openxmlformats.org/officeDocument/2006/relationships/notesSlide" Target="/ppt/notesSlides/notesSlide8.xml" Id="R8452592e89d947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1e582ba95e4e89" /><Relationship Type="http://schemas.openxmlformats.org/officeDocument/2006/relationships/image" Target="/ppt/media/image9.png" Id="R174c23348ec9404d" /><Relationship Type="http://schemas.openxmlformats.org/officeDocument/2006/relationships/chart" Target="/ppt/slides/charts/chart4.xml" Id="Rbf593aa783904f81" /><Relationship Type="http://schemas.openxmlformats.org/officeDocument/2006/relationships/notesSlide" Target="/ppt/notesSlides/notesSlide9.xml" Id="R8ef51315676240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fa76933fec4245" /><Relationship Type="http://schemas.openxmlformats.org/officeDocument/2006/relationships/image" Target="/ppt/media/image10.png" Id="R5314c552c7da48a5" /><Relationship Type="http://schemas.openxmlformats.org/officeDocument/2006/relationships/chart" Target="/ppt/slides/charts/chart5.xml" Id="R4b1e364a098144b6" /><Relationship Type="http://schemas.openxmlformats.org/officeDocument/2006/relationships/notesSlide" Target="/ppt/notesSlides/notesSlide10.xml" Id="Rb66547e6d3564d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5f08228d614723" /><Relationship Type="http://schemas.openxmlformats.org/officeDocument/2006/relationships/image" Target="/ppt/media/image11.png" Id="Rfa28289cf925446e" /><Relationship Type="http://schemas.openxmlformats.org/officeDocument/2006/relationships/chart" Target="/ppt/slides/charts/chart6.xml" Id="R3688b6021eac446c" /><Relationship Type="http://schemas.openxmlformats.org/officeDocument/2006/relationships/notesSlide" Target="/ppt/notesSlides/notesSlide11.xml" Id="Ra3453458543c45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a59c8b7eda4086" /><Relationship Type="http://schemas.openxmlformats.org/officeDocument/2006/relationships/image" Target="/ppt/media/image12.png" Id="Rc50339864a174b22" /><Relationship Type="http://schemas.openxmlformats.org/officeDocument/2006/relationships/image" Target="/ppt/media/image13.png" Id="Rac5c358eadce4d3c" /><Relationship Type="http://schemas.openxmlformats.org/officeDocument/2006/relationships/hyperlink" Target="http://127.0.0.1:4173/design-system/ui_kits/energie-cockpit/index.html?screen=anomalien" TargetMode="External" Id="R6c3bcce9412947af" /><Relationship Type="http://schemas.openxmlformats.org/officeDocument/2006/relationships/notesSlide" Target="/ppt/notesSlides/notesSlide12.xml" Id="R180b116fa4164c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3b06e48cc249de" /><Relationship Type="http://schemas.openxmlformats.org/officeDocument/2006/relationships/notesSlide" Target="/ppt/notesSlides/notesSlide13.xml" Id="R28cd66aaa34f49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9b50e0c1c64650" /><Relationship Type="http://schemas.openxmlformats.org/officeDocument/2006/relationships/image" Target="/ppt/media/image14.png" Id="R66cd63dfa6a4477b" /><Relationship Type="http://schemas.openxmlformats.org/officeDocument/2006/relationships/chart" Target="/ppt/slides/charts/chart7.xml" Id="Ra8235256126440b6" /><Relationship Type="http://schemas.openxmlformats.org/officeDocument/2006/relationships/notesSlide" Target="/ppt/notesSlides/notesSlide14.xml" Id="Rf63529d3bd6846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6f056b3a494f38" /><Relationship Type="http://schemas.openxmlformats.org/officeDocument/2006/relationships/image" Target="/ppt/media/image15.png" Id="Rd17012537e2d475b" /><Relationship Type="http://schemas.openxmlformats.org/officeDocument/2006/relationships/chart" Target="/ppt/slides/charts/chart8.xml" Id="R0e7117bef37143f8" /><Relationship Type="http://schemas.openxmlformats.org/officeDocument/2006/relationships/notesSlide" Target="/ppt/notesSlides/notesSlide15.xml" Id="Rf9925a800f3d47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b7e12e716947e5" /><Relationship Type="http://schemas.openxmlformats.org/officeDocument/2006/relationships/image" Target="/ppt/media/image16.png" Id="Rc88ccb45978c490a" /><Relationship Type="http://schemas.openxmlformats.org/officeDocument/2006/relationships/chart" Target="/ppt/slides/charts/chart9.xml" Id="R83af39f7076442ff" /><Relationship Type="http://schemas.openxmlformats.org/officeDocument/2006/relationships/notesSlide" Target="/ppt/notesSlides/notesSlide16.xml" Id="R80610e365a9b41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bf7f29a58e448f" /><Relationship Type="http://schemas.openxmlformats.org/officeDocument/2006/relationships/image" Target="/ppt/media/image17.png" Id="R63e70dc88d794046" /><Relationship Type="http://schemas.openxmlformats.org/officeDocument/2006/relationships/chart" Target="/ppt/slides/charts/chart10.xml" Id="Reabf0472ebab4f7e" /><Relationship Type="http://schemas.openxmlformats.org/officeDocument/2006/relationships/notesSlide" Target="/ppt/notesSlides/notesSlide17.xml" Id="R21279a87ed8649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6486ffcad24ce0" /><Relationship Type="http://schemas.openxmlformats.org/officeDocument/2006/relationships/image" Target="/ppt/media/image18.png" Id="R14016ff4b18c4b02" /><Relationship Type="http://schemas.openxmlformats.org/officeDocument/2006/relationships/notesSlide" Target="/ppt/notesSlides/notesSlide18.xml" Id="R7063e2b3b56c4545" /></Relationships>
</file>

<file path=ppt/slides/charts/chart1.xml><?xml version="1.0" encoding="utf-8"?>
<c:chartSpace xmlns:c="http://schemas.openxmlformats.org/drawingml/2006/chart">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4"/>
              <c:pt idx="0">
                <c:v>Vormonat</c:v>
              </c:pt>
              <c:pt idx="1">
                <c:v>Mittel bis 3 Monate</c:v>
              </c:pt>
              <c:pt idx="2">
                <c:v>Lineare Regression</c:v>
              </c:pt>
              <c:pt idx="3">
                <c:v>Random Forest</c:v>
              </c:pt>
            </c:strLit>
          </c:cat>
          <c:val>
            <c:numLit>
              <c:formatCode>#,##0</c:formatCode>
              <c:ptCount val="4"/>
              <c:pt idx="0">
                <c:v>18460.476093</c:v>
              </c:pt>
              <c:pt idx="1">
                <c:v>15483.069879</c:v>
              </c:pt>
              <c:pt idx="2">
                <c:v>13643.035958</c:v>
              </c:pt>
              <c:pt idx="3">
                <c:v>13272.407403</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22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4"/>
              <c:pt idx="0">
                <c:v>Vormonat</c:v>
              </c:pt>
              <c:pt idx="1">
                <c:v>Mittel bis 3 Monate</c:v>
              </c:pt>
              <c:pt idx="2">
                <c:v>Lineare Regression</c:v>
              </c:pt>
              <c:pt idx="3">
                <c:v>Random Forest</c:v>
              </c:pt>
            </c:strLit>
          </c:cat>
          <c:val>
            <c:numLit>
              <c:formatCode>#,##0</c:formatCode>
              <c:ptCount val="4"/>
              <c:pt idx="0">
                <c:v>12385.537591</c:v>
              </c:pt>
              <c:pt idx="1">
                <c:v>10922.440646</c:v>
              </c:pt>
              <c:pt idx="2">
                <c:v>9414.216883</c:v>
              </c:pt>
              <c:pt idx="3">
                <c:v>9188.397031</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17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de-DE"/>
  <c:chart>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7"/>
              <c:pt idx="0">
                <c:v>Kundentyp</c:v>
              </c:pt>
              <c:pt idx="1">
                <c:v>Jahreszeit</c:v>
              </c:pt>
              <c:pt idx="2">
                <c:v>Wetterprognose</c:v>
              </c:pt>
              <c:pt idx="3">
                <c:v>Kalender</c:v>
              </c:pt>
              <c:pt idx="4">
                <c:v>Wartung</c:v>
              </c:pt>
              <c:pt idx="5">
                <c:v>Produktionsplan</c:v>
              </c:pt>
              <c:pt idx="6">
                <c:v>Verbrauchshistorie</c:v>
              </c:pt>
            </c:strLit>
          </c:cat>
          <c:val>
            <c:numLit>
              <c:formatCode>#,##0</c:formatCode>
              <c:ptCount val="7"/>
              <c:pt idx="0">
                <c:v>4.814823</c:v>
              </c:pt>
              <c:pt idx="1">
                <c:v>115.485278</c:v>
              </c:pt>
              <c:pt idx="2">
                <c:v>192.599091</c:v>
              </c:pt>
              <c:pt idx="3">
                <c:v>232.448917</c:v>
              </c:pt>
              <c:pt idx="4">
                <c:v>577.745193</c:v>
              </c:pt>
              <c:pt idx="5">
                <c:v>716.603171</c:v>
              </c:pt>
              <c:pt idx="6">
                <c:v>7349.010964</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85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de-DE"/>
  <c:chart>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Lit>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Lit>
          </c:xVal>
          <c:yVal>
            <c:numLit>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Lit>
          </c:yVal>
        </c:ser>
        <c:ser>
          <c:idx val="1"/>
          <c:order val="1"/>
          <c:tx>
            <c:v>Oberhalb der Schwelle</c:v>
          </c:tx>
          <c:spPr>
            <a:ln xmlns:a="http://schemas.openxmlformats.org/drawingml/2006/main" w="28575">
              <a:solidFill>
                <a:srgbClr val="B3261E"/>
              </a:solidFill>
              <a:prstDash val="solid"/>
            </a:ln>
          </c:spPr>
          <c:marker>
            <c:symbol val="none"/>
          </c:marker>
          <c:xVal>
            <c:numLit>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Lit>
          </c:xVal>
          <c:yVal>
            <c:numLit>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Lit>
          </c:yVal>
        </c:ser>
        <c:ser>
          <c:idx val="2"/>
          <c:order val="2"/>
          <c:tx>
            <c:v>99-%-Schwelle</c:v>
          </c:tx>
          <c:spPr>
            <a:ln xmlns:a="http://schemas.openxmlformats.org/drawingml/2006/main" w="19050">
              <a:solidFill>
                <a:srgbClr val="A86505"/>
              </a:solidFill>
              <a:prstDash val="sysDot"/>
            </a:ln>
          </c:spPr>
          <c:marker>
            <c:symbol val="none"/>
          </c:marker>
          <c:xVal>
            <c:numLit>
              <c:formatCode>General</c:formatCode>
              <c:ptCount val="2"/>
              <c:pt idx="0">
                <c:v>0</c:v>
              </c:pt>
              <c:pt idx="1">
                <c:v>100</c:v>
              </c:pt>
            </c:numLit>
          </c:xVal>
          <c:yVal>
            <c:numLit>
              <c:formatCode>0</c:formatCode>
              <c:ptCount val="2"/>
              <c:pt idx="0">
                <c:v>144.354705</c:v>
              </c:pt>
              <c:pt idx="1">
                <c:v>144.354705</c:v>
              </c:pt>
            </c:numLit>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de-DE"/>
  <c:chart>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de-DE"/>
  <c:chart>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Lit>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Lit>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7.xml><?xml version="1.0" encoding="utf-8"?>
<c:chartSpace xmlns:c="http://schemas.openxmlformats.org/drawingml/2006/chart">
  <c:lang val="de-DE"/>
  <c:chart>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2"/>
              <c:pt idx="0">
                <c:v>A: gleichmäßige Fehler</c:v>
              </c:pt>
              <c:pt idx="1">
                <c:v>B: ein großer Fehler</c:v>
              </c:pt>
            </c:strLit>
          </c:cat>
          <c:val>
            <c:numLit>
              <c:formatCode>0</c:formatCode>
              <c:ptCount val="2"/>
              <c:pt idx="0">
                <c:v>10</c:v>
              </c:pt>
              <c:pt idx="1">
                <c:v>10</c:v>
              </c:pt>
            </c:numLit>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2"/>
              <c:pt idx="0">
                <c:v>A: gleichmäßige Fehler</c:v>
              </c:pt>
              <c:pt idx="1">
                <c:v>B: ein großer Fehler</c:v>
              </c:pt>
            </c:strLit>
          </c:cat>
          <c:val>
            <c:numLit>
              <c:formatCode>0</c:formatCode>
              <c:ptCount val="2"/>
              <c:pt idx="0">
                <c:v>10</c:v>
              </c:pt>
              <c:pt idx="1">
                <c:v>20</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8.xml><?xml version="1.0" encoding="utf-8"?>
<c:chartSpace xmlns:c="http://schemas.openxmlformats.org/drawingml/2006/chart">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2"/>
              <c:pt idx="0">
                <c:v>Direkt in kWh</c:v>
              </c:pt>
              <c:pt idx="1">
                <c:v>VLS, zurück in kWh</c:v>
              </c:pt>
            </c:strLit>
          </c:cat>
          <c:val>
            <c:numLit>
              <c:formatCode>#,##0</c:formatCode>
              <c:ptCount val="2"/>
              <c:pt idx="0">
                <c:v>9799.9091</c:v>
              </c:pt>
              <c:pt idx="1">
                <c:v>9188.397031</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9.xml><?xml version="1.0" encoding="utf-8"?>
<c:chartSpace xmlns:c="http://schemas.openxmlformats.org/drawingml/2006/chart">
  <c:lang val="de-DE"/>
  <c:chart>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4"/>
              <c:pt idx="0">
                <c:v>95 %</c:v>
              </c:pt>
              <c:pt idx="1">
                <c:v>97,5 %</c:v>
              </c:pt>
              <c:pt idx="2">
                <c:v>99 %</c:v>
              </c:pt>
              <c:pt idx="3">
                <c:v>99,5 %</c:v>
              </c:pt>
            </c:strLit>
          </c:cat>
          <c:val>
            <c:numLit>
              <c:formatCode>#,##0.0</c:formatCode>
              <c:ptCount val="4"/>
              <c:pt idx="0">
                <c:v>33.333333</c:v>
              </c:pt>
              <c:pt idx="1">
                <c:v>21.333333</c:v>
              </c:pt>
              <c:pt idx="2">
                <c:v>9.5</c:v>
              </c:pt>
              <c:pt idx="3">
                <c:v>5.75</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0.xml><?xml version="1.0" encoding="utf-8"?>
<c:chartSpace xmlns:c="http://schemas.openxmlformats.org/drawingml/2006/chart">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3"/>
              <c:pt idx="0">
                <c:v>Fold 1</c:v>
              </c:pt>
              <c:pt idx="1">
                <c:v>Fold 2</c:v>
              </c:pt>
              <c:pt idx="2">
                <c:v>Fold 3</c:v>
              </c:pt>
            </c:strLit>
          </c:cat>
          <c:val>
            <c:numLit>
              <c:formatCode>#,##0</c:formatCode>
              <c:ptCount val="3"/>
              <c:pt idx="0">
                <c:v>17537.58823</c:v>
              </c:pt>
              <c:pt idx="1">
                <c:v>8223.484122</c:v>
              </c:pt>
              <c:pt idx="2">
                <c:v>14056.149857</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D54BCBE8-AF13-4EA9-A934-EC643D0E659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BC197A38-BC0D-4179-B5E3-DAE9AF459447}"/>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3" name="block-3">
            <a:extLst xmlns:a="http://schemas.openxmlformats.org/drawingml/2006/main">
              <a:ext uri="{FF2B5EF4-FFF2-40B4-BE49-F238E27FC236}">
                <a16:creationId xmlns:a16="http://schemas.microsoft.com/office/drawing/2014/main" id="{8BFD5645-0B57-4B85-B2AC-FB8DCF67628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e14b7034176470f"/>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013D13C0-8ED1-4050-9994-125ABF195011}"/>
              </a:ext>
            </a:extLst>
          </p:cNvPr>
          <p:cNvSpPr>
            <a:spLocks xmlns:a="http://schemas.openxmlformats.org/drawingml/2006/main" noGrp="1"/>
          </p:cNvSpPr>
          <p:nvPr/>
        </p:nvSpPr>
        <p:spPr>
          <a:xfrm xmlns:a="http://schemas.openxmlformats.org/drawingml/2006/main">
            <a:off x="609600" y="866775"/>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IHK-PROJEKT  /  MODELLIERUNG</a:t>
            </a:r>
          </a:p>
        </p:txBody>
      </p:sp>
      <p:sp>
        <p:nvSpPr>
          <p:cNvPr id="6" name="block-5">
            <a:extLst xmlns:a="http://schemas.openxmlformats.org/drawingml/2006/main">
              <a:ext uri="{FF2B5EF4-FFF2-40B4-BE49-F238E27FC236}">
                <a16:creationId xmlns:a16="http://schemas.microsoft.com/office/drawing/2014/main" id="{624497A6-D0B8-49CF-8123-DA79533FC304}"/>
              </a:ext>
            </a:extLst>
          </p:cNvPr>
          <p:cNvSpPr>
            <a:spLocks xmlns:a="http://schemas.openxmlformats.org/drawingml/2006/main" noGrp="1"/>
          </p:cNvSpPr>
          <p:nvPr/>
        </p:nvSpPr>
        <p:spPr>
          <a:xfrm xmlns:a="http://schemas.openxmlformats.org/drawingml/2006/main">
            <a:off x="609600" y="1809750"/>
            <a:ext cx="10191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Energieverbräuche</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prognostizieren.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 prüfen.</a:t>
            </a:r>
          </a:p>
        </p:txBody>
      </p:sp>
      <p:sp>
        <p:nvSpPr>
          <p:cNvPr id="7" name="block-6">
            <a:extLst xmlns:a="http://schemas.openxmlformats.org/drawingml/2006/main">
              <a:ext uri="{FF2B5EF4-FFF2-40B4-BE49-F238E27FC236}">
                <a16:creationId xmlns:a16="http://schemas.microsoft.com/office/drawing/2014/main" id="{1E397101-6036-4A11-A9BE-FA4A0678C0F2}"/>
              </a:ext>
            </a:extLst>
          </p:cNvPr>
          <p:cNvSpPr>
            <a:spLocks xmlns:a="http://schemas.openxmlformats.org/drawingml/2006/main" noGrp="1"/>
          </p:cNvSpPr>
          <p:nvPr/>
        </p:nvSpPr>
        <p:spPr>
          <a:xfrm xmlns:a="http://schemas.openxmlformats.org/drawingml/2006/main">
            <a:off x="647700" y="44767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ED6E8"/>
                </a:solidFill>
                <a:latin typeface="IBM Plex Sans"/>
                <a:ea typeface="IBM Plex Sans"/>
                <a:cs typeface="IBM Plex Sans"/>
              </a:defRPr>
            </a:pPr>
            <a:r>
              <a:rPr sz="2100" b="0">
                <a:solidFill>
                  <a:srgbClr val="BED6E8"/>
                </a:solidFill>
                <a:latin typeface="IBM Plex Sans"/>
                <a:ea typeface="IBM Plex Sans"/>
                <a:cs typeface="IBM Plex Sans"/>
              </a:rPr>
              <a:t>Modeling, Kalibrierung und der Weg zur Fachprüfung</a:t>
            </a:r>
          </a:p>
        </p:txBody>
      </p:sp>
      <p:sp>
        <p:nvSpPr>
          <p:cNvPr id="8" name="block-7">
            <a:extLst xmlns:a="http://schemas.openxmlformats.org/drawingml/2006/main">
              <a:ext uri="{FF2B5EF4-FFF2-40B4-BE49-F238E27FC236}">
                <a16:creationId xmlns:a16="http://schemas.microsoft.com/office/drawing/2014/main" id="{8261868A-4AEE-4466-9558-477C6508130B}"/>
              </a:ext>
            </a:extLst>
          </p:cNvPr>
          <p:cNvSpPr>
            <a:spLocks xmlns:a="http://schemas.openxmlformats.org/drawingml/2006/main" noGrp="1"/>
          </p:cNvSpPr>
          <p:nvPr/>
        </p:nvSpPr>
        <p:spPr>
          <a:xfrm xmlns:a="http://schemas.openxmlformats.org/drawingml/2006/main">
            <a:off x="647700" y="5343525"/>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509BA327-EF4D-4592-AD39-8CC8C17EA887}"/>
              </a:ext>
            </a:extLst>
          </p:cNvPr>
          <p:cNvSpPr>
            <a:spLocks xmlns:a="http://schemas.openxmlformats.org/drawingml/2006/main" noGrp="1"/>
          </p:cNvSpPr>
          <p:nvPr/>
        </p:nvSpPr>
        <p:spPr>
          <a:xfrm xmlns:a="http://schemas.openxmlformats.org/drawingml/2006/main">
            <a:off x="1485900" y="5219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IBM Plex Sans"/>
                <a:ea typeface="IBM Plex Sans"/>
                <a:cs typeface="IBM Plex Sans"/>
              </a:defRPr>
            </a:pPr>
            <a:r>
              <a:rPr sz="2250" b="1">
                <a:solidFill>
                  <a:srgbClr val="FFFFFF"/>
                </a:solidFill>
                <a:latin typeface="IBM Plex Sans"/>
                <a:ea typeface="IBM Plex Sans"/>
                <a:cs typeface="IBM Plex Sans"/>
              </a:rPr>
              <a:t>Das Modell priorisiert. Die Fachprüfung entscheidet.</a:t>
            </a:r>
          </a:p>
        </p:txBody>
      </p:sp>
    </p:spTree>
    <p:extLst>
      <p:ext uri="{BB962C8B-B14F-4D97-AF65-F5344CB8AC3E}">
        <p14:creationId xmlns:p14="http://schemas.microsoft.com/office/powerpoint/2010/main" val="16267443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9">
            <a:extLst xmlns:a="http://schemas.openxmlformats.org/drawingml/2006/main">
              <a:ext uri="{FF2B5EF4-FFF2-40B4-BE49-F238E27FC236}">
                <a16:creationId xmlns:a16="http://schemas.microsoft.com/office/drawing/2014/main" id="{3C2EC09B-368A-46D3-B775-62E05D96E3A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AUFGABE</a:t>
            </a:r>
          </a:p>
        </p:txBody>
      </p:sp>
      <p:sp>
        <p:nvSpPr>
          <p:cNvPr id="2" name="block-10">
            <a:extLst xmlns:a="http://schemas.openxmlformats.org/drawingml/2006/main">
              <a:ext uri="{FF2B5EF4-FFF2-40B4-BE49-F238E27FC236}">
                <a16:creationId xmlns:a16="http://schemas.microsoft.com/office/drawing/2014/main" id="{7C83AC73-4080-4D9A-B7FF-2C65F518300E}"/>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Prognosewert zum Prüfauftrag</a:t>
            </a:r>
          </a:p>
        </p:txBody>
      </p:sp>
      <p:sp>
        <p:nvSpPr>
          <p:cNvPr id="3" name="block-11">
            <a:extLst xmlns:a="http://schemas.openxmlformats.org/drawingml/2006/main">
              <a:ext uri="{FF2B5EF4-FFF2-40B4-BE49-F238E27FC236}">
                <a16:creationId xmlns:a16="http://schemas.microsoft.com/office/drawing/2014/main" id="{48CAFF30-448A-4CE9-9378-36877017806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Prognose und Prüfung greifen zu unterschiedlichen Zeitpunkten.</a:t>
            </a:r>
          </a:p>
        </p:txBody>
      </p:sp>
      <p:sp>
        <p:nvSpPr>
          <p:cNvPr id="4" name="block-12">
            <a:extLst xmlns:a="http://schemas.openxmlformats.org/drawingml/2006/main">
              <a:ext uri="{FF2B5EF4-FFF2-40B4-BE49-F238E27FC236}">
                <a16:creationId xmlns:a16="http://schemas.microsoft.com/office/drawing/2014/main" id="{EEEFE11F-0DFD-4080-A742-165DBA6C67E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afe0c10084944d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50E55389-20E0-4462-BC25-38C715646C1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
            <a:extLst xmlns:a="http://schemas.openxmlformats.org/drawingml/2006/main">
              <a:ext uri="{FF2B5EF4-FFF2-40B4-BE49-F238E27FC236}">
                <a16:creationId xmlns:a16="http://schemas.microsoft.com/office/drawing/2014/main" id="{C97983B1-96C4-452B-9FCF-D5B68A12370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18</a:t>
            </a:r>
          </a:p>
        </p:txBody>
      </p:sp>
      <p:sp>
        <p:nvSpPr>
          <p:cNvPr id="8" name="block-15">
            <a:extLst xmlns:a="http://schemas.openxmlformats.org/drawingml/2006/main">
              <a:ext uri="{FF2B5EF4-FFF2-40B4-BE49-F238E27FC236}">
                <a16:creationId xmlns:a16="http://schemas.microsoft.com/office/drawing/2014/main" id="{60F49DFA-59EE-4231-8BBD-67A7EB589C28}"/>
              </a:ext>
            </a:extLst>
          </p:cNvPr>
          <p:cNvSpPr>
            <a:spLocks xmlns:a="http://schemas.openxmlformats.org/drawingml/2006/main" noGrp="1"/>
          </p:cNvSpPr>
          <p:nvPr/>
        </p:nvSpPr>
        <p:spPr>
          <a:xfrm xmlns:a="http://schemas.openxmlformats.org/drawingml/2006/main">
            <a:off x="60960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A3C95D00-8A7D-49EB-A915-E06AC58787AB}"/>
              </a:ext>
            </a:extLst>
          </p:cNvPr>
          <p:cNvSpPr>
            <a:spLocks xmlns:a="http://schemas.openxmlformats.org/drawingml/2006/main" noGrp="1"/>
          </p:cNvSpPr>
          <p:nvPr/>
        </p:nvSpPr>
        <p:spPr>
          <a:xfrm xmlns:a="http://schemas.openxmlformats.org/drawingml/2006/main">
            <a:off x="60960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7">
            <a:extLst xmlns:a="http://schemas.openxmlformats.org/drawingml/2006/main">
              <a:ext uri="{FF2B5EF4-FFF2-40B4-BE49-F238E27FC236}">
                <a16:creationId xmlns:a16="http://schemas.microsoft.com/office/drawing/2014/main" id="{C174719B-6321-4731-AD3B-7360F75CB700}"/>
              </a:ext>
            </a:extLst>
          </p:cNvPr>
          <p:cNvSpPr>
            <a:spLocks xmlns:a="http://schemas.openxmlformats.org/drawingml/2006/main" noGrp="1"/>
          </p:cNvSpPr>
          <p:nvPr/>
        </p:nvSpPr>
        <p:spPr>
          <a:xfrm xmlns:a="http://schemas.openxmlformats.org/drawingml/2006/main">
            <a:off x="60960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Prognose</a:t>
            </a:r>
          </a:p>
        </p:txBody>
      </p:sp>
      <p:sp>
        <p:nvSpPr>
          <p:cNvPr id="11" name="block-18">
            <a:extLst xmlns:a="http://schemas.openxmlformats.org/drawingml/2006/main">
              <a:ext uri="{FF2B5EF4-FFF2-40B4-BE49-F238E27FC236}">
                <a16:creationId xmlns:a16="http://schemas.microsoft.com/office/drawing/2014/main" id="{B7D08F09-57AF-440A-91C8-1AE8287B2297}"/>
              </a:ext>
            </a:extLst>
          </p:cNvPr>
          <p:cNvSpPr>
            <a:spLocks xmlns:a="http://schemas.openxmlformats.org/drawingml/2006/main" noGrp="1"/>
          </p:cNvSpPr>
          <p:nvPr/>
        </p:nvSpPr>
        <p:spPr>
          <a:xfrm xmlns:a="http://schemas.openxmlformats.org/drawingml/2006/main">
            <a:off x="60960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Vor Monatsbeginn</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Verbrauch schätzen.</a:t>
            </a:r>
          </a:p>
        </p:txBody>
      </p:sp>
      <p:sp>
        <p:nvSpPr>
          <p:cNvPr id="12" name="block-19">
            <a:extLst xmlns:a="http://schemas.openxmlformats.org/drawingml/2006/main">
              <a:ext uri="{FF2B5EF4-FFF2-40B4-BE49-F238E27FC236}">
                <a16:creationId xmlns:a16="http://schemas.microsoft.com/office/drawing/2014/main" id="{E3EB4AD6-A272-4013-AAAA-DD26C53C1072}"/>
              </a:ext>
            </a:extLst>
          </p:cNvPr>
          <p:cNvSpPr>
            <a:spLocks xmlns:a="http://schemas.openxmlformats.org/drawingml/2006/main" noGrp="1"/>
          </p:cNvSpPr>
          <p:nvPr/>
        </p:nvSpPr>
        <p:spPr>
          <a:xfrm xmlns:a="http://schemas.openxmlformats.org/drawingml/2006/main">
            <a:off x="338137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02</a:t>
            </a:r>
          </a:p>
        </p:txBody>
      </p:sp>
      <p:sp>
        <p:nvSpPr>
          <p:cNvPr id="13" name="block-20">
            <a:extLst xmlns:a="http://schemas.openxmlformats.org/drawingml/2006/main">
              <a:ext uri="{FF2B5EF4-FFF2-40B4-BE49-F238E27FC236}">
                <a16:creationId xmlns:a16="http://schemas.microsoft.com/office/drawing/2014/main" id="{386CCAAE-33D5-4D25-ACFD-8B35D0380D17}"/>
              </a:ext>
            </a:extLst>
          </p:cNvPr>
          <p:cNvSpPr>
            <a:spLocks xmlns:a="http://schemas.openxmlformats.org/drawingml/2006/main" noGrp="1"/>
          </p:cNvSpPr>
          <p:nvPr/>
        </p:nvSpPr>
        <p:spPr>
          <a:xfrm xmlns:a="http://schemas.openxmlformats.org/drawingml/2006/main">
            <a:off x="3381375"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
            <a:extLst xmlns:a="http://schemas.openxmlformats.org/drawingml/2006/main">
              <a:ext uri="{FF2B5EF4-FFF2-40B4-BE49-F238E27FC236}">
                <a16:creationId xmlns:a16="http://schemas.microsoft.com/office/drawing/2014/main" id="{06F373EA-0B9A-474D-BCBA-4158C65CC055}"/>
              </a:ext>
            </a:extLst>
          </p:cNvPr>
          <p:cNvSpPr>
            <a:spLocks xmlns:a="http://schemas.openxmlformats.org/drawingml/2006/main" noGrp="1"/>
          </p:cNvSpPr>
          <p:nvPr/>
        </p:nvSpPr>
        <p:spPr>
          <a:xfrm xmlns:a="http://schemas.openxmlformats.org/drawingml/2006/main">
            <a:off x="338137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Istwert</a:t>
            </a:r>
          </a:p>
        </p:txBody>
      </p:sp>
      <p:sp>
        <p:nvSpPr>
          <p:cNvPr id="15" name="block-22">
            <a:extLst xmlns:a="http://schemas.openxmlformats.org/drawingml/2006/main">
              <a:ext uri="{FF2B5EF4-FFF2-40B4-BE49-F238E27FC236}">
                <a16:creationId xmlns:a16="http://schemas.microsoft.com/office/drawing/2014/main" id="{12C51F4F-EDE1-4BDF-A587-DBA5124BDE1E}"/>
              </a:ext>
            </a:extLst>
          </p:cNvPr>
          <p:cNvSpPr>
            <a:spLocks xmlns:a="http://schemas.openxmlformats.org/drawingml/2006/main" noGrp="1"/>
          </p:cNvSpPr>
          <p:nvPr/>
        </p:nvSpPr>
        <p:spPr>
          <a:xfrm xmlns:a="http://schemas.openxmlformats.org/drawingml/2006/main">
            <a:off x="338137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Nach Monatsende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Messwert übernehmen.</a:t>
            </a:r>
          </a:p>
        </p:txBody>
      </p:sp>
      <p:sp>
        <p:nvSpPr>
          <p:cNvPr id="16" name="block-23">
            <a:extLst xmlns:a="http://schemas.openxmlformats.org/drawingml/2006/main">
              <a:ext uri="{FF2B5EF4-FFF2-40B4-BE49-F238E27FC236}">
                <a16:creationId xmlns:a16="http://schemas.microsoft.com/office/drawing/2014/main" id="{65CF7E5B-6BA0-46EA-A136-2467A5F16482}"/>
              </a:ext>
            </a:extLst>
          </p:cNvPr>
          <p:cNvSpPr>
            <a:spLocks xmlns:a="http://schemas.openxmlformats.org/drawingml/2006/main" noGrp="1"/>
          </p:cNvSpPr>
          <p:nvPr/>
        </p:nvSpPr>
        <p:spPr>
          <a:xfrm xmlns:a="http://schemas.openxmlformats.org/drawingml/2006/main">
            <a:off x="615315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03</a:t>
            </a:r>
          </a:p>
        </p:txBody>
      </p:sp>
      <p:sp>
        <p:nvSpPr>
          <p:cNvPr id="17" name="block-24">
            <a:extLst xmlns:a="http://schemas.openxmlformats.org/drawingml/2006/main">
              <a:ext uri="{FF2B5EF4-FFF2-40B4-BE49-F238E27FC236}">
                <a16:creationId xmlns:a16="http://schemas.microsoft.com/office/drawing/2014/main" id="{D87D2C9E-EEDD-41C6-BC66-5DFA70FE26E5}"/>
              </a:ext>
            </a:extLst>
          </p:cNvPr>
          <p:cNvSpPr>
            <a:spLocks xmlns:a="http://schemas.openxmlformats.org/drawingml/2006/main" noGrp="1"/>
          </p:cNvSpPr>
          <p:nvPr/>
        </p:nvSpPr>
        <p:spPr>
          <a:xfrm xmlns:a="http://schemas.openxmlformats.org/drawingml/2006/main">
            <a:off x="615315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75B72216-A5A1-45C4-869D-6E853479670C}"/>
              </a:ext>
            </a:extLst>
          </p:cNvPr>
          <p:cNvSpPr>
            <a:spLocks xmlns:a="http://schemas.openxmlformats.org/drawingml/2006/main" noGrp="1"/>
          </p:cNvSpPr>
          <p:nvPr/>
        </p:nvSpPr>
        <p:spPr>
          <a:xfrm xmlns:a="http://schemas.openxmlformats.org/drawingml/2006/main">
            <a:off x="615315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Residuum</a:t>
            </a:r>
          </a:p>
        </p:txBody>
      </p:sp>
      <p:sp>
        <p:nvSpPr>
          <p:cNvPr id="19" name="block-26">
            <a:extLst xmlns:a="http://schemas.openxmlformats.org/drawingml/2006/main">
              <a:ext uri="{FF2B5EF4-FFF2-40B4-BE49-F238E27FC236}">
                <a16:creationId xmlns:a16="http://schemas.microsoft.com/office/drawing/2014/main" id="{DE96F891-285B-4D4F-9B1F-C471F7516625}"/>
              </a:ext>
            </a:extLst>
          </p:cNvPr>
          <p:cNvSpPr>
            <a:spLocks xmlns:a="http://schemas.openxmlformats.org/drawingml/2006/main" noGrp="1"/>
          </p:cNvSpPr>
          <p:nvPr/>
        </p:nvSpPr>
        <p:spPr>
          <a:xfrm xmlns:a="http://schemas.openxmlformats.org/drawingml/2006/main">
            <a:off x="615315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Ist minus Prognose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Richtung und Stärke.</a:t>
            </a:r>
          </a:p>
        </p:txBody>
      </p:sp>
      <p:sp>
        <p:nvSpPr>
          <p:cNvPr id="20" name="block-27">
            <a:extLst xmlns:a="http://schemas.openxmlformats.org/drawingml/2006/main">
              <a:ext uri="{FF2B5EF4-FFF2-40B4-BE49-F238E27FC236}">
                <a16:creationId xmlns:a16="http://schemas.microsoft.com/office/drawing/2014/main" id="{EBA697CB-C60E-45C5-AA9C-4F7942BCC561}"/>
              </a:ext>
            </a:extLst>
          </p:cNvPr>
          <p:cNvSpPr>
            <a:spLocks xmlns:a="http://schemas.openxmlformats.org/drawingml/2006/main" noGrp="1"/>
          </p:cNvSpPr>
          <p:nvPr/>
        </p:nvSpPr>
        <p:spPr>
          <a:xfrm xmlns:a="http://schemas.openxmlformats.org/drawingml/2006/main">
            <a:off x="892492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A86505"/>
                </a:solidFill>
                <a:latin typeface="Geist Mono"/>
                <a:ea typeface="Geist Mono"/>
                <a:cs typeface="Geist Mono"/>
              </a:defRPr>
            </a:pPr>
            <a:r>
              <a:rPr sz="4200" b="1">
                <a:solidFill>
                  <a:srgbClr val="A86505"/>
                </a:solidFill>
                <a:latin typeface="Geist Mono"/>
                <a:ea typeface="Geist Mono"/>
                <a:cs typeface="Geist Mono"/>
              </a:rPr>
              <a:t>04</a:t>
            </a:r>
          </a:p>
        </p:txBody>
      </p:sp>
      <p:sp>
        <p:nvSpPr>
          <p:cNvPr id="21" name="block-28">
            <a:extLst xmlns:a="http://schemas.openxmlformats.org/drawingml/2006/main">
              <a:ext uri="{FF2B5EF4-FFF2-40B4-BE49-F238E27FC236}">
                <a16:creationId xmlns:a16="http://schemas.microsoft.com/office/drawing/2014/main" id="{72E2A125-1EB5-452D-AF62-128321A4F7FE}"/>
              </a:ext>
            </a:extLst>
          </p:cNvPr>
          <p:cNvSpPr>
            <a:spLocks xmlns:a="http://schemas.openxmlformats.org/drawingml/2006/main" noGrp="1"/>
          </p:cNvSpPr>
          <p:nvPr/>
        </p:nvSpPr>
        <p:spPr>
          <a:xfrm xmlns:a="http://schemas.openxmlformats.org/drawingml/2006/main">
            <a:off x="8924925" y="3524250"/>
            <a:ext cx="2457450"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22" name="block-29">
            <a:extLst xmlns:a="http://schemas.openxmlformats.org/drawingml/2006/main">
              <a:ext uri="{FF2B5EF4-FFF2-40B4-BE49-F238E27FC236}">
                <a16:creationId xmlns:a16="http://schemas.microsoft.com/office/drawing/2014/main" id="{88817F17-1327-44A6-B723-B1958EBD73CA}"/>
              </a:ext>
            </a:extLst>
          </p:cNvPr>
          <p:cNvSpPr>
            <a:spLocks xmlns:a="http://schemas.openxmlformats.org/drawingml/2006/main" noGrp="1"/>
          </p:cNvSpPr>
          <p:nvPr/>
        </p:nvSpPr>
        <p:spPr>
          <a:xfrm xmlns:a="http://schemas.openxmlformats.org/drawingml/2006/main">
            <a:off x="892492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Fachprüfung</a:t>
            </a:r>
          </a:p>
        </p:txBody>
      </p:sp>
      <p:sp>
        <p:nvSpPr>
          <p:cNvPr id="23" name="block-30">
            <a:extLst xmlns:a="http://schemas.openxmlformats.org/drawingml/2006/main">
              <a:ext uri="{FF2B5EF4-FFF2-40B4-BE49-F238E27FC236}">
                <a16:creationId xmlns:a16="http://schemas.microsoft.com/office/drawing/2014/main" id="{205BEA5D-D1D5-4944-98A7-FC0C716AF3C2}"/>
              </a:ext>
            </a:extLst>
          </p:cNvPr>
          <p:cNvSpPr>
            <a:spLocks xmlns:a="http://schemas.openxmlformats.org/drawingml/2006/main" noGrp="1"/>
          </p:cNvSpPr>
          <p:nvPr/>
        </p:nvSpPr>
        <p:spPr>
          <a:xfrm xmlns:a="http://schemas.openxmlformats.org/drawingml/2006/main">
            <a:off x="892492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Ursache und Relevanz</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menschlich klären.</a:t>
            </a:r>
          </a:p>
        </p:txBody>
      </p:sp>
      <p:sp>
        <p:nvSpPr>
          <p:cNvPr id="24" name="block-31">
            <a:extLst xmlns:a="http://schemas.openxmlformats.org/drawingml/2006/main">
              <a:ext uri="{FF2B5EF4-FFF2-40B4-BE49-F238E27FC236}">
                <a16:creationId xmlns:a16="http://schemas.microsoft.com/office/drawing/2014/main" id="{BFBDCF21-EF56-4847-B763-A3EC427D437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2">
            <a:extLst xmlns:a="http://schemas.openxmlformats.org/drawingml/2006/main">
              <a:ext uri="{FF2B5EF4-FFF2-40B4-BE49-F238E27FC236}">
                <a16:creationId xmlns:a16="http://schemas.microsoft.com/office/drawing/2014/main" id="{67D7320F-2927-488E-90B0-116C69A2108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Schwelle überschritten = Prüfhinweis. Die Diagnose bleibt offen.</a:t>
            </a:r>
          </a:p>
        </p:txBody>
      </p:sp>
    </p:spTree>
    <p:extLst>
      <p:ext uri="{BB962C8B-B14F-4D97-AF65-F5344CB8AC3E}">
        <p14:creationId xmlns:p14="http://schemas.microsoft.com/office/powerpoint/2010/main" val="162536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33">
            <a:extLst xmlns:a="http://schemas.openxmlformats.org/drawingml/2006/main">
              <a:ext uri="{FF2B5EF4-FFF2-40B4-BE49-F238E27FC236}">
                <a16:creationId xmlns:a16="http://schemas.microsoft.com/office/drawing/2014/main" id="{D1FCB0B1-DBDC-45C7-8D6C-FC1793E6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ZIELVARIABLE</a:t>
            </a:r>
          </a:p>
        </p:txBody>
      </p:sp>
      <p:sp>
        <p:nvSpPr>
          <p:cNvPr id="2" name="block-34">
            <a:extLst xmlns:a="http://schemas.openxmlformats.org/drawingml/2006/main">
              <a:ext uri="{FF2B5EF4-FFF2-40B4-BE49-F238E27FC236}">
                <a16:creationId xmlns:a16="http://schemas.microsoft.com/office/drawing/2014/main" id="{CAC6630F-9AAE-41C6-A494-0B0F5C5C36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35">
            <a:extLst xmlns:a="http://schemas.openxmlformats.org/drawingml/2006/main">
              <a:ext uri="{FF2B5EF4-FFF2-40B4-BE49-F238E27FC236}">
                <a16:creationId xmlns:a16="http://schemas.microsoft.com/office/drawing/2014/main" id="{5FF7C9B7-071A-43D7-8458-90B0E674E07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36">
            <a:extLst xmlns:a="http://schemas.openxmlformats.org/drawingml/2006/main">
              <a:ext uri="{FF2B5EF4-FFF2-40B4-BE49-F238E27FC236}">
                <a16:creationId xmlns:a16="http://schemas.microsoft.com/office/drawing/2014/main" id="{8BF08E2D-09A1-4C6A-BA60-EE9C37BE33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ce714e2662c4c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7">
            <a:extLst xmlns:a="http://schemas.openxmlformats.org/drawingml/2006/main">
              <a:ext uri="{FF2B5EF4-FFF2-40B4-BE49-F238E27FC236}">
                <a16:creationId xmlns:a16="http://schemas.microsoft.com/office/drawing/2014/main" id="{1717BDB8-3469-4221-8237-6A6AF541F54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38">
            <a:extLst xmlns:a="http://schemas.openxmlformats.org/drawingml/2006/main">
              <a:ext uri="{FF2B5EF4-FFF2-40B4-BE49-F238E27FC236}">
                <a16:creationId xmlns:a16="http://schemas.microsoft.com/office/drawing/2014/main" id="{713D9740-CEA3-4482-B784-BED6F93F932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18</a:t>
            </a:r>
          </a:p>
        </p:txBody>
      </p:sp>
      <p:sp>
        <p:nvSpPr>
          <p:cNvPr id="8" name="block-39">
            <a:extLst xmlns:a="http://schemas.openxmlformats.org/drawingml/2006/main">
              <a:ext uri="{FF2B5EF4-FFF2-40B4-BE49-F238E27FC236}">
                <a16:creationId xmlns:a16="http://schemas.microsoft.com/office/drawing/2014/main" id="{9D2A900F-4D97-488C-8025-F451B2DB72F4}"/>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40">
            <a:extLst xmlns:a="http://schemas.openxmlformats.org/drawingml/2006/main">
              <a:ext uri="{FF2B5EF4-FFF2-40B4-BE49-F238E27FC236}">
                <a16:creationId xmlns:a16="http://schemas.microsoft.com/office/drawing/2014/main" id="{4418A7B0-6164-4EE9-B1BE-B184E763508C}"/>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41">
            <a:extLst xmlns:a="http://schemas.openxmlformats.org/drawingml/2006/main">
              <a:ext uri="{FF2B5EF4-FFF2-40B4-BE49-F238E27FC236}">
                <a16:creationId xmlns:a16="http://schemas.microsoft.com/office/drawing/2014/main" id="{F8255867-4A03-41A6-AE98-7E8B81EDE1AD}"/>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42">
            <a:extLst xmlns:a="http://schemas.openxmlformats.org/drawingml/2006/main">
              <a:ext uri="{FF2B5EF4-FFF2-40B4-BE49-F238E27FC236}">
                <a16:creationId xmlns:a16="http://schemas.microsoft.com/office/drawing/2014/main" id="{31AED061-EF2C-4271-802F-7D5723CAA2F5}"/>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43">
            <a:extLst xmlns:a="http://schemas.openxmlformats.org/drawingml/2006/main">
              <a:ext uri="{FF2B5EF4-FFF2-40B4-BE49-F238E27FC236}">
                <a16:creationId xmlns:a16="http://schemas.microsoft.com/office/drawing/2014/main" id="{01251B58-CCAD-4C8A-898D-AC13F3ADE442}"/>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44">
            <a:extLst xmlns:a="http://schemas.openxmlformats.org/drawingml/2006/main">
              <a:ext uri="{FF2B5EF4-FFF2-40B4-BE49-F238E27FC236}">
                <a16:creationId xmlns:a16="http://schemas.microsoft.com/office/drawing/2014/main" id="{29B3A837-A03D-4AC2-B5FC-B5690D059E44}"/>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45">
            <a:extLst xmlns:a="http://schemas.openxmlformats.org/drawingml/2006/main">
              <a:ext uri="{FF2B5EF4-FFF2-40B4-BE49-F238E27FC236}">
                <a16:creationId xmlns:a16="http://schemas.microsoft.com/office/drawing/2014/main" id="{F20CB722-50C9-4930-8508-C96954C5BF1B}"/>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46">
            <a:extLst xmlns:a="http://schemas.openxmlformats.org/drawingml/2006/main">
              <a:ext uri="{FF2B5EF4-FFF2-40B4-BE49-F238E27FC236}">
                <a16:creationId xmlns:a16="http://schemas.microsoft.com/office/drawing/2014/main" id="{92D97024-F417-4FD4-B93D-B01C3A3739A9}"/>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47">
            <a:extLst xmlns:a="http://schemas.openxmlformats.org/drawingml/2006/main">
              <a:ext uri="{FF2B5EF4-FFF2-40B4-BE49-F238E27FC236}">
                <a16:creationId xmlns:a16="http://schemas.microsoft.com/office/drawing/2014/main" id="{77B17B7C-C014-46D9-B50A-EB3B03053B7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48">
            <a:extLst xmlns:a="http://schemas.openxmlformats.org/drawingml/2006/main">
              <a:ext uri="{FF2B5EF4-FFF2-40B4-BE49-F238E27FC236}">
                <a16:creationId xmlns:a16="http://schemas.microsoft.com/office/drawing/2014/main" id="{72925FC7-515E-4F24-9567-CB2AB777144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7904415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49">
            <a:extLst xmlns:a="http://schemas.openxmlformats.org/drawingml/2006/main">
              <a:ext uri="{FF2B5EF4-FFF2-40B4-BE49-F238E27FC236}">
                <a16:creationId xmlns:a16="http://schemas.microsoft.com/office/drawing/2014/main" id="{860D67A5-AC7F-4A4D-AF41-444B2FA879C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VALIDIERUNG</a:t>
            </a:r>
          </a:p>
        </p:txBody>
      </p:sp>
      <p:sp>
        <p:nvSpPr>
          <p:cNvPr id="2" name="block-50">
            <a:extLst xmlns:a="http://schemas.openxmlformats.org/drawingml/2006/main">
              <a:ext uri="{FF2B5EF4-FFF2-40B4-BE49-F238E27FC236}">
                <a16:creationId xmlns:a16="http://schemas.microsoft.com/office/drawing/2014/main" id="{0A40F683-0ED6-45BA-A771-99A2DC32AFB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51">
            <a:extLst xmlns:a="http://schemas.openxmlformats.org/drawingml/2006/main">
              <a:ext uri="{FF2B5EF4-FFF2-40B4-BE49-F238E27FC236}">
                <a16:creationId xmlns:a16="http://schemas.microsoft.com/office/drawing/2014/main" id="{EB42B8D1-BDA8-4C45-965D-011C440C76C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52">
            <a:extLst xmlns:a="http://schemas.openxmlformats.org/drawingml/2006/main">
              <a:ext uri="{FF2B5EF4-FFF2-40B4-BE49-F238E27FC236}">
                <a16:creationId xmlns:a16="http://schemas.microsoft.com/office/drawing/2014/main" id="{11DD1F96-1566-4362-B14B-BEA853087B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f25351e16c6419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
            <a:extLst xmlns:a="http://schemas.openxmlformats.org/drawingml/2006/main">
              <a:ext uri="{FF2B5EF4-FFF2-40B4-BE49-F238E27FC236}">
                <a16:creationId xmlns:a16="http://schemas.microsoft.com/office/drawing/2014/main" id="{93DBF519-3DF5-4DA7-8F8D-331B1A10A0A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54">
            <a:extLst xmlns:a="http://schemas.openxmlformats.org/drawingml/2006/main">
              <a:ext uri="{FF2B5EF4-FFF2-40B4-BE49-F238E27FC236}">
                <a16:creationId xmlns:a16="http://schemas.microsoft.com/office/drawing/2014/main" id="{FB61DEFA-60AE-46E2-8336-E0C8F4EC5AA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18</a:t>
            </a:r>
          </a:p>
        </p:txBody>
      </p:sp>
      <p:sp>
        <p:nvSpPr>
          <p:cNvPr id="8" name="block-55">
            <a:extLst xmlns:a="http://schemas.openxmlformats.org/drawingml/2006/main">
              <a:ext uri="{FF2B5EF4-FFF2-40B4-BE49-F238E27FC236}">
                <a16:creationId xmlns:a16="http://schemas.microsoft.com/office/drawing/2014/main" id="{343E0372-3023-4388-9869-C90887E1FC2D}"/>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56">
            <a:extLst xmlns:a="http://schemas.openxmlformats.org/drawingml/2006/main">
              <a:ext uri="{FF2B5EF4-FFF2-40B4-BE49-F238E27FC236}">
                <a16:creationId xmlns:a16="http://schemas.microsoft.com/office/drawing/2014/main" id="{59AE1868-4E26-4B7D-8841-EA8151170F84}"/>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57">
            <a:extLst xmlns:a="http://schemas.openxmlformats.org/drawingml/2006/main">
              <a:ext uri="{FF2B5EF4-FFF2-40B4-BE49-F238E27FC236}">
                <a16:creationId xmlns:a16="http://schemas.microsoft.com/office/drawing/2014/main" id="{C4429423-AEA2-48C4-87A0-0378D59490FA}"/>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58">
            <a:extLst xmlns:a="http://schemas.openxmlformats.org/drawingml/2006/main">
              <a:ext uri="{FF2B5EF4-FFF2-40B4-BE49-F238E27FC236}">
                <a16:creationId xmlns:a16="http://schemas.microsoft.com/office/drawing/2014/main" id="{248325E2-C8B2-4758-89E3-F866983EDA1F}"/>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59">
            <a:extLst xmlns:a="http://schemas.openxmlformats.org/drawingml/2006/main">
              <a:ext uri="{FF2B5EF4-FFF2-40B4-BE49-F238E27FC236}">
                <a16:creationId xmlns:a16="http://schemas.microsoft.com/office/drawing/2014/main" id="{B60B3AFC-7E74-49DF-AD16-E023D7EAFDC8}"/>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60">
            <a:extLst xmlns:a="http://schemas.openxmlformats.org/drawingml/2006/main">
              <a:ext uri="{FF2B5EF4-FFF2-40B4-BE49-F238E27FC236}">
                <a16:creationId xmlns:a16="http://schemas.microsoft.com/office/drawing/2014/main" id="{5BDCB5C9-855C-4639-9DC7-17FEC2D0324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61">
            <a:extLst xmlns:a="http://schemas.openxmlformats.org/drawingml/2006/main">
              <a:ext uri="{FF2B5EF4-FFF2-40B4-BE49-F238E27FC236}">
                <a16:creationId xmlns:a16="http://schemas.microsoft.com/office/drawing/2014/main" id="{253F2006-0A51-46A9-88A2-B5CDF2691E31}"/>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62">
            <a:extLst xmlns:a="http://schemas.openxmlformats.org/drawingml/2006/main">
              <a:ext uri="{FF2B5EF4-FFF2-40B4-BE49-F238E27FC236}">
                <a16:creationId xmlns:a16="http://schemas.microsoft.com/office/drawing/2014/main" id="{31B0E1BB-A561-4E81-9645-EE8959EE6AA7}"/>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63">
            <a:extLst xmlns:a="http://schemas.openxmlformats.org/drawingml/2006/main">
              <a:ext uri="{FF2B5EF4-FFF2-40B4-BE49-F238E27FC236}">
                <a16:creationId xmlns:a16="http://schemas.microsoft.com/office/drawing/2014/main" id="{F0D055FC-BAF1-42A3-8389-5B88B3193CC1}"/>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64">
            <a:extLst xmlns:a="http://schemas.openxmlformats.org/drawingml/2006/main">
              <a:ext uri="{FF2B5EF4-FFF2-40B4-BE49-F238E27FC236}">
                <a16:creationId xmlns:a16="http://schemas.microsoft.com/office/drawing/2014/main" id="{422ECC3C-081A-46F4-A474-914102B7AF92}"/>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65">
            <a:extLst xmlns:a="http://schemas.openxmlformats.org/drawingml/2006/main">
              <a:ext uri="{FF2B5EF4-FFF2-40B4-BE49-F238E27FC236}">
                <a16:creationId xmlns:a16="http://schemas.microsoft.com/office/drawing/2014/main" id="{F4DD3EFC-F2CF-423A-A40A-833CC815D81C}"/>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66">
            <a:extLst xmlns:a="http://schemas.openxmlformats.org/drawingml/2006/main">
              <a:ext uri="{FF2B5EF4-FFF2-40B4-BE49-F238E27FC236}">
                <a16:creationId xmlns:a16="http://schemas.microsoft.com/office/drawing/2014/main" id="{F63833EA-D536-4F95-9DD2-2A4338F46224}"/>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67">
            <a:extLst xmlns:a="http://schemas.openxmlformats.org/drawingml/2006/main">
              <a:ext uri="{FF2B5EF4-FFF2-40B4-BE49-F238E27FC236}">
                <a16:creationId xmlns:a16="http://schemas.microsoft.com/office/drawing/2014/main" id="{7793890D-F319-4841-9695-76E1A76CC851}"/>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68">
            <a:extLst xmlns:a="http://schemas.openxmlformats.org/drawingml/2006/main">
              <a:ext uri="{FF2B5EF4-FFF2-40B4-BE49-F238E27FC236}">
                <a16:creationId xmlns:a16="http://schemas.microsoft.com/office/drawing/2014/main" id="{101B3C66-134A-4365-8030-FF2CC14029DF}"/>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69">
            <a:extLst xmlns:a="http://schemas.openxmlformats.org/drawingml/2006/main">
              <a:ext uri="{FF2B5EF4-FFF2-40B4-BE49-F238E27FC236}">
                <a16:creationId xmlns:a16="http://schemas.microsoft.com/office/drawing/2014/main" id="{A561F272-5FFD-4E48-8EEF-09A35CA99F94}"/>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70">
            <a:extLst xmlns:a="http://schemas.openxmlformats.org/drawingml/2006/main">
              <a:ext uri="{FF2B5EF4-FFF2-40B4-BE49-F238E27FC236}">
                <a16:creationId xmlns:a16="http://schemas.microsoft.com/office/drawing/2014/main" id="{8DA19D4A-A279-453B-A5A7-710D519BBE43}"/>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71">
            <a:extLst xmlns:a="http://schemas.openxmlformats.org/drawingml/2006/main">
              <a:ext uri="{FF2B5EF4-FFF2-40B4-BE49-F238E27FC236}">
                <a16:creationId xmlns:a16="http://schemas.microsoft.com/office/drawing/2014/main" id="{C2775CDC-6EAB-42E3-9E1E-DEF8D1B279CF}"/>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72">
            <a:extLst xmlns:a="http://schemas.openxmlformats.org/drawingml/2006/main">
              <a:ext uri="{FF2B5EF4-FFF2-40B4-BE49-F238E27FC236}">
                <a16:creationId xmlns:a16="http://schemas.microsoft.com/office/drawing/2014/main" id="{B6442075-CCD3-438C-9769-CEBB6C46D214}"/>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73">
            <a:extLst xmlns:a="http://schemas.openxmlformats.org/drawingml/2006/main">
              <a:ext uri="{FF2B5EF4-FFF2-40B4-BE49-F238E27FC236}">
                <a16:creationId xmlns:a16="http://schemas.microsoft.com/office/drawing/2014/main" id="{9CCF646F-35DB-400B-970A-E37A4E294C82}"/>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74">
            <a:extLst xmlns:a="http://schemas.openxmlformats.org/drawingml/2006/main">
              <a:ext uri="{FF2B5EF4-FFF2-40B4-BE49-F238E27FC236}">
                <a16:creationId xmlns:a16="http://schemas.microsoft.com/office/drawing/2014/main" id="{A1F8DCCA-B976-444E-A441-93F62392A3E8}"/>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75">
            <a:extLst xmlns:a="http://schemas.openxmlformats.org/drawingml/2006/main">
              <a:ext uri="{FF2B5EF4-FFF2-40B4-BE49-F238E27FC236}">
                <a16:creationId xmlns:a16="http://schemas.microsoft.com/office/drawing/2014/main" id="{2A51F69C-8443-4028-AC13-9EDD34D31F74}"/>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76">
            <a:extLst xmlns:a="http://schemas.openxmlformats.org/drawingml/2006/main">
              <a:ext uri="{FF2B5EF4-FFF2-40B4-BE49-F238E27FC236}">
                <a16:creationId xmlns:a16="http://schemas.microsoft.com/office/drawing/2014/main" id="{86597606-3552-4866-96F8-395AD6B6C584}"/>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77">
            <a:extLst xmlns:a="http://schemas.openxmlformats.org/drawingml/2006/main">
              <a:ext uri="{FF2B5EF4-FFF2-40B4-BE49-F238E27FC236}">
                <a16:creationId xmlns:a16="http://schemas.microsoft.com/office/drawing/2014/main" id="{26955164-7E2B-4170-AA6D-2717E74FEFE0}"/>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78">
            <a:extLst xmlns:a="http://schemas.openxmlformats.org/drawingml/2006/main">
              <a:ext uri="{FF2B5EF4-FFF2-40B4-BE49-F238E27FC236}">
                <a16:creationId xmlns:a16="http://schemas.microsoft.com/office/drawing/2014/main" id="{AB5399A2-344A-4737-960B-5E08685504D7}"/>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79">
            <a:extLst xmlns:a="http://schemas.openxmlformats.org/drawingml/2006/main">
              <a:ext uri="{FF2B5EF4-FFF2-40B4-BE49-F238E27FC236}">
                <a16:creationId xmlns:a16="http://schemas.microsoft.com/office/drawing/2014/main" id="{1B307206-85BC-4C6B-8E5C-C52F8F615D21}"/>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80">
            <a:extLst xmlns:a="http://schemas.openxmlformats.org/drawingml/2006/main">
              <a:ext uri="{FF2B5EF4-FFF2-40B4-BE49-F238E27FC236}">
                <a16:creationId xmlns:a16="http://schemas.microsoft.com/office/drawing/2014/main" id="{0373FD3D-F2E9-48C2-BB5D-5843D0E31A3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81">
            <a:extLst xmlns:a="http://schemas.openxmlformats.org/drawingml/2006/main">
              <a:ext uri="{FF2B5EF4-FFF2-40B4-BE49-F238E27FC236}">
                <a16:creationId xmlns:a16="http://schemas.microsoft.com/office/drawing/2014/main" id="{8E8AFC4E-33B8-4D5C-93E4-C83E358C0B8D}"/>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82">
            <a:extLst xmlns:a="http://schemas.openxmlformats.org/drawingml/2006/main">
              <a:ext uri="{FF2B5EF4-FFF2-40B4-BE49-F238E27FC236}">
                <a16:creationId xmlns:a16="http://schemas.microsoft.com/office/drawing/2014/main" id="{577A120E-B00D-4255-91BF-53D4F92B7CAD}"/>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83">
            <a:extLst xmlns:a="http://schemas.openxmlformats.org/drawingml/2006/main">
              <a:ext uri="{FF2B5EF4-FFF2-40B4-BE49-F238E27FC236}">
                <a16:creationId xmlns:a16="http://schemas.microsoft.com/office/drawing/2014/main" id="{252D6FD8-ED01-4399-A7EB-A93691735465}"/>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84">
            <a:extLst xmlns:a="http://schemas.openxmlformats.org/drawingml/2006/main">
              <a:ext uri="{FF2B5EF4-FFF2-40B4-BE49-F238E27FC236}">
                <a16:creationId xmlns:a16="http://schemas.microsoft.com/office/drawing/2014/main" id="{9D0A0D01-9017-4BB4-923C-0FA51392DB0C}"/>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85">
            <a:extLst xmlns:a="http://schemas.openxmlformats.org/drawingml/2006/main">
              <a:ext uri="{FF2B5EF4-FFF2-40B4-BE49-F238E27FC236}">
                <a16:creationId xmlns:a16="http://schemas.microsoft.com/office/drawing/2014/main" id="{79A7A938-B2BD-46F0-B877-E5B66A65172F}"/>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86">
            <a:extLst xmlns:a="http://schemas.openxmlformats.org/drawingml/2006/main">
              <a:ext uri="{FF2B5EF4-FFF2-40B4-BE49-F238E27FC236}">
                <a16:creationId xmlns:a16="http://schemas.microsoft.com/office/drawing/2014/main" id="{965A3A54-960B-471D-9483-ED02B98043BB}"/>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87">
            <a:extLst xmlns:a="http://schemas.openxmlformats.org/drawingml/2006/main">
              <a:ext uri="{FF2B5EF4-FFF2-40B4-BE49-F238E27FC236}">
                <a16:creationId xmlns:a16="http://schemas.microsoft.com/office/drawing/2014/main" id="{F407AABF-D940-4B00-B5AA-5C1CF28C8856}"/>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88">
            <a:extLst xmlns:a="http://schemas.openxmlformats.org/drawingml/2006/main">
              <a:ext uri="{FF2B5EF4-FFF2-40B4-BE49-F238E27FC236}">
                <a16:creationId xmlns:a16="http://schemas.microsoft.com/office/drawing/2014/main" id="{69EE9545-69B3-495C-ACF2-E48BFF13588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89">
            <a:extLst xmlns:a="http://schemas.openxmlformats.org/drawingml/2006/main">
              <a:ext uri="{FF2B5EF4-FFF2-40B4-BE49-F238E27FC236}">
                <a16:creationId xmlns:a16="http://schemas.microsoft.com/office/drawing/2014/main" id="{9A885364-55C6-4FA6-9D0F-41529DB5339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19139557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90">
            <a:extLst xmlns:a="http://schemas.openxmlformats.org/drawingml/2006/main">
              <a:ext uri="{FF2B5EF4-FFF2-40B4-BE49-F238E27FC236}">
                <a16:creationId xmlns:a16="http://schemas.microsoft.com/office/drawing/2014/main" id="{7DDF97DA-B2B9-48C3-BA28-15557046B364}"/>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MODELLWAHL</a:t>
            </a:r>
          </a:p>
        </p:txBody>
      </p:sp>
      <p:sp>
        <p:nvSpPr>
          <p:cNvPr id="2" name="block-91">
            <a:extLst xmlns:a="http://schemas.openxmlformats.org/drawingml/2006/main">
              <a:ext uri="{FF2B5EF4-FFF2-40B4-BE49-F238E27FC236}">
                <a16:creationId xmlns:a16="http://schemas.microsoft.com/office/drawing/2014/main" id="{C7E3FC49-124C-4A5B-ABD2-B7CC27ACC1F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92">
            <a:extLst xmlns:a="http://schemas.openxmlformats.org/drawingml/2006/main">
              <a:ext uri="{FF2B5EF4-FFF2-40B4-BE49-F238E27FC236}">
                <a16:creationId xmlns:a16="http://schemas.microsoft.com/office/drawing/2014/main" id="{CA6B629A-DB39-42A8-8781-94011DFEB9F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93">
            <a:extLst xmlns:a="http://schemas.openxmlformats.org/drawingml/2006/main">
              <a:ext uri="{FF2B5EF4-FFF2-40B4-BE49-F238E27FC236}">
                <a16:creationId xmlns:a16="http://schemas.microsoft.com/office/drawing/2014/main" id="{442DA883-73E8-4B64-A548-D1915FFA281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8d493f227634fc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94">
            <a:extLst xmlns:a="http://schemas.openxmlformats.org/drawingml/2006/main">
              <a:ext uri="{FF2B5EF4-FFF2-40B4-BE49-F238E27FC236}">
                <a16:creationId xmlns:a16="http://schemas.microsoft.com/office/drawing/2014/main" id="{0F3541AA-D791-45B4-B0E0-066818D44A64}"/>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95">
            <a:extLst xmlns:a="http://schemas.openxmlformats.org/drawingml/2006/main">
              <a:ext uri="{FF2B5EF4-FFF2-40B4-BE49-F238E27FC236}">
                <a16:creationId xmlns:a16="http://schemas.microsoft.com/office/drawing/2014/main" id="{E1D4D987-1D73-401C-A775-ACA8F603F15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18</a:t>
            </a:r>
          </a:p>
        </p:txBody>
      </p:sp>
      <p:sp>
        <p:nvSpPr>
          <p:cNvPr id="8" name="block-96">
            <a:extLst xmlns:a="http://schemas.openxmlformats.org/drawingml/2006/main">
              <a:ext uri="{FF2B5EF4-FFF2-40B4-BE49-F238E27FC236}">
                <a16:creationId xmlns:a16="http://schemas.microsoft.com/office/drawing/2014/main" id="{43F95116-53AD-454D-9339-AE532C20C501}"/>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97">
            <a:extLst xmlns:a="http://schemas.openxmlformats.org/drawingml/2006/main">
              <a:ext uri="{FF2B5EF4-FFF2-40B4-BE49-F238E27FC236}">
                <a16:creationId xmlns:a16="http://schemas.microsoft.com/office/drawing/2014/main" id="{44D56366-B08D-48EE-9BBE-CBB8263D5A0C}"/>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98">
            <a:extLst xmlns:a="http://schemas.openxmlformats.org/drawingml/2006/main">
              <a:ext uri="{FF2B5EF4-FFF2-40B4-BE49-F238E27FC236}">
                <a16:creationId xmlns:a16="http://schemas.microsoft.com/office/drawing/2014/main" id="{C4A3F369-CA09-4E23-B8D9-2E9D5B4C23C7}"/>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99">
            <a:extLst xmlns:a="http://schemas.openxmlformats.org/drawingml/2006/main">
              <a:ext uri="{FF2B5EF4-FFF2-40B4-BE49-F238E27FC236}">
                <a16:creationId xmlns:a16="http://schemas.microsoft.com/office/drawing/2014/main" id="{5C283981-7C3A-4DDC-AE70-A41FA351503B}"/>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100">
            <a:extLst xmlns:a="http://schemas.openxmlformats.org/drawingml/2006/main">
              <a:ext uri="{FF2B5EF4-FFF2-40B4-BE49-F238E27FC236}">
                <a16:creationId xmlns:a16="http://schemas.microsoft.com/office/drawing/2014/main" id="{316FA7D9-4D01-424C-A66C-404DF67F68F8}"/>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2168162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01">
            <a:extLst xmlns:a="http://schemas.openxmlformats.org/drawingml/2006/main">
              <a:ext uri="{FF2B5EF4-FFF2-40B4-BE49-F238E27FC236}">
                <a16:creationId xmlns:a16="http://schemas.microsoft.com/office/drawing/2014/main" id="{643E16C2-29A5-46DB-9A6A-CAFC35479C0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VALIDIERUNGSERGEBNIS</a:t>
            </a:r>
          </a:p>
        </p:txBody>
      </p:sp>
      <p:sp>
        <p:nvSpPr>
          <p:cNvPr id="2" name="block-102">
            <a:extLst xmlns:a="http://schemas.openxmlformats.org/drawingml/2006/main">
              <a:ext uri="{FF2B5EF4-FFF2-40B4-BE49-F238E27FC236}">
                <a16:creationId xmlns:a16="http://schemas.microsoft.com/office/drawing/2014/main" id="{25312533-D609-43D5-9746-6B5DF142815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103">
            <a:extLst xmlns:a="http://schemas.openxmlformats.org/drawingml/2006/main">
              <a:ext uri="{FF2B5EF4-FFF2-40B4-BE49-F238E27FC236}">
                <a16:creationId xmlns:a16="http://schemas.microsoft.com/office/drawing/2014/main" id="{C1E61D5E-704B-4329-82A1-96C3C1AB507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104">
            <a:extLst xmlns:a="http://schemas.openxmlformats.org/drawingml/2006/main">
              <a:ext uri="{FF2B5EF4-FFF2-40B4-BE49-F238E27FC236}">
                <a16:creationId xmlns:a16="http://schemas.microsoft.com/office/drawing/2014/main" id="{C7A9DC8C-5A72-473C-BEC6-DA4274115B9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822f79ca56744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05">
            <a:extLst xmlns:a="http://schemas.openxmlformats.org/drawingml/2006/main">
              <a:ext uri="{FF2B5EF4-FFF2-40B4-BE49-F238E27FC236}">
                <a16:creationId xmlns:a16="http://schemas.microsoft.com/office/drawing/2014/main" id="{B775CA3D-A789-43C8-93D7-0E7217628EB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06">
            <a:extLst xmlns:a="http://schemas.openxmlformats.org/drawingml/2006/main">
              <a:ext uri="{FF2B5EF4-FFF2-40B4-BE49-F238E27FC236}">
                <a16:creationId xmlns:a16="http://schemas.microsoft.com/office/drawing/2014/main" id="{0EEC3059-3408-48C1-AD7C-7EE7CAC3360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f35b5fca8e764c48"/>
          </a:graphicData>
        </a:graphic>
      </p:graphicFrame>
      <p:sp>
        <p:nvSpPr>
          <p:cNvPr id="9" name="block-107">
            <a:extLst xmlns:a="http://schemas.openxmlformats.org/drawingml/2006/main">
              <a:ext uri="{FF2B5EF4-FFF2-40B4-BE49-F238E27FC236}">
                <a16:creationId xmlns:a16="http://schemas.microsoft.com/office/drawing/2014/main" id="{13AD62D8-1565-4952-979B-142A9CA63712}"/>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108">
            <a:extLst xmlns:a="http://schemas.openxmlformats.org/drawingml/2006/main">
              <a:ext uri="{FF2B5EF4-FFF2-40B4-BE49-F238E27FC236}">
                <a16:creationId xmlns:a16="http://schemas.microsoft.com/office/drawing/2014/main" id="{FA4B9A24-CC77-46B5-895E-6B7CC49F94D5}"/>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109">
            <a:extLst xmlns:a="http://schemas.openxmlformats.org/drawingml/2006/main">
              <a:ext uri="{FF2B5EF4-FFF2-40B4-BE49-F238E27FC236}">
                <a16:creationId xmlns:a16="http://schemas.microsoft.com/office/drawing/2014/main" id="{B46A5BD2-96E6-469C-965D-02EB1EEC9450}"/>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110">
            <a:extLst xmlns:a="http://schemas.openxmlformats.org/drawingml/2006/main">
              <a:ext uri="{FF2B5EF4-FFF2-40B4-BE49-F238E27FC236}">
                <a16:creationId xmlns:a16="http://schemas.microsoft.com/office/drawing/2014/main" id="{58E26D25-75EC-4CE2-A44B-A542AF23BD2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11">
            <a:extLst xmlns:a="http://schemas.openxmlformats.org/drawingml/2006/main">
              <a:ext uri="{FF2B5EF4-FFF2-40B4-BE49-F238E27FC236}">
                <a16:creationId xmlns:a16="http://schemas.microsoft.com/office/drawing/2014/main" id="{DBA596B3-59E7-43A5-9180-29A654532C68}"/>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9951527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12">
            <a:extLst xmlns:a="http://schemas.openxmlformats.org/drawingml/2006/main">
              <a:ext uri="{FF2B5EF4-FFF2-40B4-BE49-F238E27FC236}">
                <a16:creationId xmlns:a16="http://schemas.microsoft.com/office/drawing/2014/main" id="{DA8349D2-662A-461B-A5E9-476B1DAD8B3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BENCHMARK 2025</a:t>
            </a:r>
          </a:p>
        </p:txBody>
      </p:sp>
      <p:sp>
        <p:nvSpPr>
          <p:cNvPr id="2" name="block-113">
            <a:extLst xmlns:a="http://schemas.openxmlformats.org/drawingml/2006/main">
              <a:ext uri="{FF2B5EF4-FFF2-40B4-BE49-F238E27FC236}">
                <a16:creationId xmlns:a16="http://schemas.microsoft.com/office/drawing/2014/main" id="{5042B847-A7DB-46B8-98DE-CB8E5D26493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114">
            <a:extLst xmlns:a="http://schemas.openxmlformats.org/drawingml/2006/main">
              <a:ext uri="{FF2B5EF4-FFF2-40B4-BE49-F238E27FC236}">
                <a16:creationId xmlns:a16="http://schemas.microsoft.com/office/drawing/2014/main" id="{6B358CDA-05FE-4E73-9861-0A1D04EBD01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115">
            <a:extLst xmlns:a="http://schemas.openxmlformats.org/drawingml/2006/main">
              <a:ext uri="{FF2B5EF4-FFF2-40B4-BE49-F238E27FC236}">
                <a16:creationId xmlns:a16="http://schemas.microsoft.com/office/drawing/2014/main" id="{6DCCBCA3-9C92-4BD7-AB00-9C8B950580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e67e3d60f3642e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6">
            <a:extLst xmlns:a="http://schemas.openxmlformats.org/drawingml/2006/main">
              <a:ext uri="{FF2B5EF4-FFF2-40B4-BE49-F238E27FC236}">
                <a16:creationId xmlns:a16="http://schemas.microsoft.com/office/drawing/2014/main" id="{ECFE45BB-2FB9-4D00-A65F-59B916B8129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17">
            <a:extLst xmlns:a="http://schemas.openxmlformats.org/drawingml/2006/main">
              <a:ext uri="{FF2B5EF4-FFF2-40B4-BE49-F238E27FC236}">
                <a16:creationId xmlns:a16="http://schemas.microsoft.com/office/drawing/2014/main" id="{40B9704C-4F17-4FC3-94AD-55DC4A620BE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654b94c089ac43d5"/>
          </a:graphicData>
        </a:graphic>
      </p:graphicFrame>
      <p:sp>
        <p:nvSpPr>
          <p:cNvPr id="9" name="block-118">
            <a:extLst xmlns:a="http://schemas.openxmlformats.org/drawingml/2006/main">
              <a:ext uri="{FF2B5EF4-FFF2-40B4-BE49-F238E27FC236}">
                <a16:creationId xmlns:a16="http://schemas.microsoft.com/office/drawing/2014/main" id="{2C62D1A0-130A-4C72-890C-0A8B08484455}"/>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119">
            <a:extLst xmlns:a="http://schemas.openxmlformats.org/drawingml/2006/main">
              <a:ext uri="{FF2B5EF4-FFF2-40B4-BE49-F238E27FC236}">
                <a16:creationId xmlns:a16="http://schemas.microsoft.com/office/drawing/2014/main" id="{7DAEFF7E-716B-4F76-872C-5A31998E588D}"/>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120">
            <a:extLst xmlns:a="http://schemas.openxmlformats.org/drawingml/2006/main">
              <a:ext uri="{FF2B5EF4-FFF2-40B4-BE49-F238E27FC236}">
                <a16:creationId xmlns:a16="http://schemas.microsoft.com/office/drawing/2014/main" id="{C20816CD-DA1B-4E62-BCA3-CA839CD9A2F6}"/>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121">
            <a:extLst xmlns:a="http://schemas.openxmlformats.org/drawingml/2006/main">
              <a:ext uri="{FF2B5EF4-FFF2-40B4-BE49-F238E27FC236}">
                <a16:creationId xmlns:a16="http://schemas.microsoft.com/office/drawing/2014/main" id="{65F2953C-3C21-4C55-B191-8EF3089DBA01}"/>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122">
            <a:extLst xmlns:a="http://schemas.openxmlformats.org/drawingml/2006/main">
              <a:ext uri="{FF2B5EF4-FFF2-40B4-BE49-F238E27FC236}">
                <a16:creationId xmlns:a16="http://schemas.microsoft.com/office/drawing/2014/main" id="{58EE34EB-976E-4C24-8DE5-6169BE8EBFAC}"/>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1794947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123">
            <a:extLst xmlns:a="http://schemas.openxmlformats.org/drawingml/2006/main">
              <a:ext uri="{FF2B5EF4-FFF2-40B4-BE49-F238E27FC236}">
                <a16:creationId xmlns:a16="http://schemas.microsoft.com/office/drawing/2014/main" id="{B1448B8F-718B-456C-A647-76B6DFF1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ERKLÄRBARKEIT</a:t>
            </a:r>
          </a:p>
        </p:txBody>
      </p:sp>
      <p:sp>
        <p:nvSpPr>
          <p:cNvPr id="2" name="block-124">
            <a:extLst xmlns:a="http://schemas.openxmlformats.org/drawingml/2006/main">
              <a:ext uri="{FF2B5EF4-FFF2-40B4-BE49-F238E27FC236}">
                <a16:creationId xmlns:a16="http://schemas.microsoft.com/office/drawing/2014/main" id="{F3F43B31-8436-4A88-B570-D56C3FB20D8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125">
            <a:extLst xmlns:a="http://schemas.openxmlformats.org/drawingml/2006/main">
              <a:ext uri="{FF2B5EF4-FFF2-40B4-BE49-F238E27FC236}">
                <a16:creationId xmlns:a16="http://schemas.microsoft.com/office/drawing/2014/main" id="{4C769109-12B8-4FC4-AED0-CA8483FB6F9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126">
            <a:extLst xmlns:a="http://schemas.openxmlformats.org/drawingml/2006/main">
              <a:ext uri="{FF2B5EF4-FFF2-40B4-BE49-F238E27FC236}">
                <a16:creationId xmlns:a16="http://schemas.microsoft.com/office/drawing/2014/main" id="{AF8E4746-0839-47B5-B56E-7279E116CC7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935398f1314d7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27">
            <a:extLst xmlns:a="http://schemas.openxmlformats.org/drawingml/2006/main">
              <a:ext uri="{FF2B5EF4-FFF2-40B4-BE49-F238E27FC236}">
                <a16:creationId xmlns:a16="http://schemas.microsoft.com/office/drawing/2014/main" id="{7D0F4A45-6E8B-4F6A-960D-E4BB09BCC05C}"/>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28">
            <a:extLst xmlns:a="http://schemas.openxmlformats.org/drawingml/2006/main">
              <a:ext uri="{FF2B5EF4-FFF2-40B4-BE49-F238E27FC236}">
                <a16:creationId xmlns:a16="http://schemas.microsoft.com/office/drawing/2014/main" id="{4C6B1D67-98D6-4B87-9CBA-7FB01D16BBE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18</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06f380a5ff134edf"/>
          </a:graphicData>
        </a:graphic>
      </p:graphicFrame>
      <p:sp>
        <p:nvSpPr>
          <p:cNvPr id="9" name="block-129">
            <a:extLst xmlns:a="http://schemas.openxmlformats.org/drawingml/2006/main">
              <a:ext uri="{FF2B5EF4-FFF2-40B4-BE49-F238E27FC236}">
                <a16:creationId xmlns:a16="http://schemas.microsoft.com/office/drawing/2014/main" id="{14F6B991-77D1-4F65-97B2-8505265C7B5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30">
            <a:extLst xmlns:a="http://schemas.openxmlformats.org/drawingml/2006/main">
              <a:ext uri="{FF2B5EF4-FFF2-40B4-BE49-F238E27FC236}">
                <a16:creationId xmlns:a16="http://schemas.microsoft.com/office/drawing/2014/main" id="{9EE44068-9D5B-4FFD-9B4E-1DD5A2496FD9}"/>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4381047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31">
            <a:extLst xmlns:a="http://schemas.openxmlformats.org/drawingml/2006/main">
              <a:ext uri="{FF2B5EF4-FFF2-40B4-BE49-F238E27FC236}">
                <a16:creationId xmlns:a16="http://schemas.microsoft.com/office/drawing/2014/main" id="{5FA3588D-B4B1-43C3-BBDA-AFD95C09D87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KALIBRIERUNG</a:t>
            </a:r>
          </a:p>
        </p:txBody>
      </p:sp>
      <p:sp>
        <p:nvSpPr>
          <p:cNvPr id="2" name="block-132">
            <a:extLst xmlns:a="http://schemas.openxmlformats.org/drawingml/2006/main">
              <a:ext uri="{FF2B5EF4-FFF2-40B4-BE49-F238E27FC236}">
                <a16:creationId xmlns:a16="http://schemas.microsoft.com/office/drawing/2014/main" id="{F236E3D4-0B78-4797-8210-BB84F5DEC6F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133">
            <a:extLst xmlns:a="http://schemas.openxmlformats.org/drawingml/2006/main">
              <a:ext uri="{FF2B5EF4-FFF2-40B4-BE49-F238E27FC236}">
                <a16:creationId xmlns:a16="http://schemas.microsoft.com/office/drawing/2014/main" id="{2C2EF45D-BF51-4AF0-9601-1EA0CA841E3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134">
            <a:extLst xmlns:a="http://schemas.openxmlformats.org/drawingml/2006/main">
              <a:ext uri="{FF2B5EF4-FFF2-40B4-BE49-F238E27FC236}">
                <a16:creationId xmlns:a16="http://schemas.microsoft.com/office/drawing/2014/main" id="{9EF81955-2743-422D-A43E-B3E47787A4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4c23348ec9404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5">
            <a:extLst xmlns:a="http://schemas.openxmlformats.org/drawingml/2006/main">
              <a:ext uri="{FF2B5EF4-FFF2-40B4-BE49-F238E27FC236}">
                <a16:creationId xmlns:a16="http://schemas.microsoft.com/office/drawing/2014/main" id="{C762BDF3-795E-4B98-A996-0B1C10CE2FD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36">
            <a:extLst xmlns:a="http://schemas.openxmlformats.org/drawingml/2006/main">
              <a:ext uri="{FF2B5EF4-FFF2-40B4-BE49-F238E27FC236}">
                <a16:creationId xmlns:a16="http://schemas.microsoft.com/office/drawing/2014/main" id="{671053F7-ABD9-4A5F-8440-1CBDED44EB3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18</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bf593aa783904f81"/>
          </a:graphicData>
        </a:graphic>
      </p:graphicFrame>
      <p:sp>
        <p:nvSpPr>
          <p:cNvPr id="9" name="block-137">
            <a:extLst xmlns:a="http://schemas.openxmlformats.org/drawingml/2006/main">
              <a:ext uri="{FF2B5EF4-FFF2-40B4-BE49-F238E27FC236}">
                <a16:creationId xmlns:a16="http://schemas.microsoft.com/office/drawing/2014/main" id="{023CC6A2-5182-44EB-8379-0555E56A25BB}"/>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138">
            <a:extLst xmlns:a="http://schemas.openxmlformats.org/drawingml/2006/main">
              <a:ext uri="{FF2B5EF4-FFF2-40B4-BE49-F238E27FC236}">
                <a16:creationId xmlns:a16="http://schemas.microsoft.com/office/drawing/2014/main" id="{9F5625B3-4CB5-44F8-9926-1D3D119C1CE8}"/>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139">
            <a:extLst xmlns:a="http://schemas.openxmlformats.org/drawingml/2006/main">
              <a:ext uri="{FF2B5EF4-FFF2-40B4-BE49-F238E27FC236}">
                <a16:creationId xmlns:a16="http://schemas.microsoft.com/office/drawing/2014/main" id="{CDB437DE-2999-42D5-9CD0-96235F7FF508}"/>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140">
            <a:extLst xmlns:a="http://schemas.openxmlformats.org/drawingml/2006/main">
              <a:ext uri="{FF2B5EF4-FFF2-40B4-BE49-F238E27FC236}">
                <a16:creationId xmlns:a16="http://schemas.microsoft.com/office/drawing/2014/main" id="{2BCCDFAC-EF3C-42CB-BDA7-1E464E689A7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41">
            <a:extLst xmlns:a="http://schemas.openxmlformats.org/drawingml/2006/main">
              <a:ext uri="{FF2B5EF4-FFF2-40B4-BE49-F238E27FC236}">
                <a16:creationId xmlns:a16="http://schemas.microsoft.com/office/drawing/2014/main" id="{ECCF8AA7-0B76-457B-99B2-A74534E621A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1956587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142">
            <a:extLst xmlns:a="http://schemas.openxmlformats.org/drawingml/2006/main">
              <a:ext uri="{FF2B5EF4-FFF2-40B4-BE49-F238E27FC236}">
                <a16:creationId xmlns:a16="http://schemas.microsoft.com/office/drawing/2014/main" id="{895620D5-8D1D-45D3-A517-8EC0A2881CD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PRÜFVOLUMEN</a:t>
            </a:r>
          </a:p>
        </p:txBody>
      </p:sp>
      <p:sp>
        <p:nvSpPr>
          <p:cNvPr id="2" name="block-143">
            <a:extLst xmlns:a="http://schemas.openxmlformats.org/drawingml/2006/main">
              <a:ext uri="{FF2B5EF4-FFF2-40B4-BE49-F238E27FC236}">
                <a16:creationId xmlns:a16="http://schemas.microsoft.com/office/drawing/2014/main" id="{42E30DAE-1E96-4916-BE97-BD363B421EA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144">
            <a:extLst xmlns:a="http://schemas.openxmlformats.org/drawingml/2006/main">
              <a:ext uri="{FF2B5EF4-FFF2-40B4-BE49-F238E27FC236}">
                <a16:creationId xmlns:a16="http://schemas.microsoft.com/office/drawing/2014/main" id="{8BD8F755-3D74-4B2F-B1FF-7F0A876971C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145">
            <a:extLst xmlns:a="http://schemas.openxmlformats.org/drawingml/2006/main">
              <a:ext uri="{FF2B5EF4-FFF2-40B4-BE49-F238E27FC236}">
                <a16:creationId xmlns:a16="http://schemas.microsoft.com/office/drawing/2014/main" id="{3B24574B-D26A-4185-9046-49DC86C285C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314c552c7da48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6">
            <a:extLst xmlns:a="http://schemas.openxmlformats.org/drawingml/2006/main">
              <a:ext uri="{FF2B5EF4-FFF2-40B4-BE49-F238E27FC236}">
                <a16:creationId xmlns:a16="http://schemas.microsoft.com/office/drawing/2014/main" id="{41E8AA65-BB94-482C-8200-17832BE85ED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7">
            <a:extLst xmlns:a="http://schemas.openxmlformats.org/drawingml/2006/main">
              <a:ext uri="{FF2B5EF4-FFF2-40B4-BE49-F238E27FC236}">
                <a16:creationId xmlns:a16="http://schemas.microsoft.com/office/drawing/2014/main" id="{8F69161C-46EC-4416-BC89-43683B1489E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18</a:t>
            </a:r>
          </a:p>
        </p:txBody>
      </p:sp>
      <p:sp>
        <p:nvSpPr>
          <p:cNvPr id="8" name="block-148">
            <a:extLst xmlns:a="http://schemas.openxmlformats.org/drawingml/2006/main">
              <a:ext uri="{FF2B5EF4-FFF2-40B4-BE49-F238E27FC236}">
                <a16:creationId xmlns:a16="http://schemas.microsoft.com/office/drawing/2014/main" id="{24229BDF-3444-4EA3-AD1D-5F8D6B522C07}"/>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149">
            <a:extLst xmlns:a="http://schemas.openxmlformats.org/drawingml/2006/main">
              <a:ext uri="{FF2B5EF4-FFF2-40B4-BE49-F238E27FC236}">
                <a16:creationId xmlns:a16="http://schemas.microsoft.com/office/drawing/2014/main" id="{2560341A-DD0A-4B30-8580-7C0018367425}"/>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150">
            <a:extLst xmlns:a="http://schemas.openxmlformats.org/drawingml/2006/main">
              <a:ext uri="{FF2B5EF4-FFF2-40B4-BE49-F238E27FC236}">
                <a16:creationId xmlns:a16="http://schemas.microsoft.com/office/drawing/2014/main" id="{BFBB347A-402F-49F6-8074-E93AC877D657}"/>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151">
            <a:extLst xmlns:a="http://schemas.openxmlformats.org/drawingml/2006/main">
              <a:ext uri="{FF2B5EF4-FFF2-40B4-BE49-F238E27FC236}">
                <a16:creationId xmlns:a16="http://schemas.microsoft.com/office/drawing/2014/main" id="{F6A54EC4-5778-47C6-B0A5-F8A2D78E110F}"/>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Hinweisquote</a:t>
            </a:r>
          </a:p>
        </p:txBody>
      </p:sp>
      <p:sp>
        <p:nvSpPr>
          <p:cNvPr id="12" name="block-152">
            <a:extLst xmlns:a="http://schemas.openxmlformats.org/drawingml/2006/main">
              <a:ext uri="{FF2B5EF4-FFF2-40B4-BE49-F238E27FC236}">
                <a16:creationId xmlns:a16="http://schemas.microsoft.com/office/drawing/2014/main" id="{0DF0FE42-EB8F-499A-8055-993B193CEB4F}"/>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153">
            <a:extLst xmlns:a="http://schemas.openxmlformats.org/drawingml/2006/main">
              <a:ext uri="{FF2B5EF4-FFF2-40B4-BE49-F238E27FC236}">
                <a16:creationId xmlns:a16="http://schemas.microsoft.com/office/drawing/2014/main" id="{BE17A333-7574-469E-A48F-045EF0894C1F}"/>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4b1e364a098144b6"/>
          </a:graphicData>
        </a:graphic>
      </p:graphicFrame>
      <p:sp>
        <p:nvSpPr>
          <p:cNvPr id="15" name="block-154">
            <a:extLst xmlns:a="http://schemas.openxmlformats.org/drawingml/2006/main">
              <a:ext uri="{FF2B5EF4-FFF2-40B4-BE49-F238E27FC236}">
                <a16:creationId xmlns:a16="http://schemas.microsoft.com/office/drawing/2014/main" id="{4E2F9295-9FF0-4A18-9BF5-2DCB6ED86872}"/>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6286477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155">
            <a:extLst xmlns:a="http://schemas.openxmlformats.org/drawingml/2006/main">
              <a:ext uri="{FF2B5EF4-FFF2-40B4-BE49-F238E27FC236}">
                <a16:creationId xmlns:a16="http://schemas.microsoft.com/office/drawing/2014/main" id="{8C5F02D2-E4BE-409B-BEE5-EE53ADC06E6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FALLBEISPIEL 2025</a:t>
            </a:r>
          </a:p>
        </p:txBody>
      </p:sp>
      <p:sp>
        <p:nvSpPr>
          <p:cNvPr id="2" name="block-156">
            <a:extLst xmlns:a="http://schemas.openxmlformats.org/drawingml/2006/main">
              <a:ext uri="{FF2B5EF4-FFF2-40B4-BE49-F238E27FC236}">
                <a16:creationId xmlns:a16="http://schemas.microsoft.com/office/drawing/2014/main" id="{2D46956B-58D3-4D3F-8755-008E69DF43B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157">
            <a:extLst xmlns:a="http://schemas.openxmlformats.org/drawingml/2006/main">
              <a:ext uri="{FF2B5EF4-FFF2-40B4-BE49-F238E27FC236}">
                <a16:creationId xmlns:a16="http://schemas.microsoft.com/office/drawing/2014/main" id="{2F5CD3C4-BF71-4AEB-98BF-7E3D9F9B229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158">
            <a:extLst xmlns:a="http://schemas.openxmlformats.org/drawingml/2006/main">
              <a:ext uri="{FF2B5EF4-FFF2-40B4-BE49-F238E27FC236}">
                <a16:creationId xmlns:a16="http://schemas.microsoft.com/office/drawing/2014/main" id="{9B5F17EA-5744-4183-81BA-D67F7F91A91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a28289cf925446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9">
            <a:extLst xmlns:a="http://schemas.openxmlformats.org/drawingml/2006/main">
              <a:ext uri="{FF2B5EF4-FFF2-40B4-BE49-F238E27FC236}">
                <a16:creationId xmlns:a16="http://schemas.microsoft.com/office/drawing/2014/main" id="{6C555AF4-5C59-41EC-A589-9497F42704C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60">
            <a:extLst xmlns:a="http://schemas.openxmlformats.org/drawingml/2006/main">
              <a:ext uri="{FF2B5EF4-FFF2-40B4-BE49-F238E27FC236}">
                <a16:creationId xmlns:a16="http://schemas.microsoft.com/office/drawing/2014/main" id="{81F67BB9-4479-4C60-B95D-96C21933FC6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18</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3688b6021eac446c"/>
          </a:graphicData>
        </a:graphic>
      </p:graphicFrame>
      <p:sp>
        <p:nvSpPr>
          <p:cNvPr id="9" name="block-161">
            <a:extLst xmlns:a="http://schemas.openxmlformats.org/drawingml/2006/main">
              <a:ext uri="{FF2B5EF4-FFF2-40B4-BE49-F238E27FC236}">
                <a16:creationId xmlns:a16="http://schemas.microsoft.com/office/drawing/2014/main" id="{5A959FAB-27AF-4302-9285-C9E92394C7E3}"/>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162">
            <a:extLst xmlns:a="http://schemas.openxmlformats.org/drawingml/2006/main">
              <a:ext uri="{FF2B5EF4-FFF2-40B4-BE49-F238E27FC236}">
                <a16:creationId xmlns:a16="http://schemas.microsoft.com/office/drawing/2014/main" id="{A69D9092-9A9C-4616-91FF-6251BEAACFA1}"/>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163">
            <a:extLst xmlns:a="http://schemas.openxmlformats.org/drawingml/2006/main">
              <a:ext uri="{FF2B5EF4-FFF2-40B4-BE49-F238E27FC236}">
                <a16:creationId xmlns:a16="http://schemas.microsoft.com/office/drawing/2014/main" id="{4E2C0CFD-DC55-48CA-B27E-1CF479928ABD}"/>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164">
            <a:extLst xmlns:a="http://schemas.openxmlformats.org/drawingml/2006/main">
              <a:ext uri="{FF2B5EF4-FFF2-40B4-BE49-F238E27FC236}">
                <a16:creationId xmlns:a16="http://schemas.microsoft.com/office/drawing/2014/main" id="{157357A3-C187-4997-BCE2-9485D853A5AE}"/>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165">
            <a:extLst xmlns:a="http://schemas.openxmlformats.org/drawingml/2006/main">
              <a:ext uri="{FF2B5EF4-FFF2-40B4-BE49-F238E27FC236}">
                <a16:creationId xmlns:a16="http://schemas.microsoft.com/office/drawing/2014/main" id="{65E2B03F-0F16-405F-8C58-EE94C8AB09DF}"/>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166">
            <a:extLst xmlns:a="http://schemas.openxmlformats.org/drawingml/2006/main">
              <a:ext uri="{FF2B5EF4-FFF2-40B4-BE49-F238E27FC236}">
                <a16:creationId xmlns:a16="http://schemas.microsoft.com/office/drawing/2014/main" id="{08C4F0B4-E566-4F5A-9078-25103EF12256}"/>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167">
            <a:extLst xmlns:a="http://schemas.openxmlformats.org/drawingml/2006/main">
              <a:ext uri="{FF2B5EF4-FFF2-40B4-BE49-F238E27FC236}">
                <a16:creationId xmlns:a16="http://schemas.microsoft.com/office/drawing/2014/main" id="{5D522C8C-61D9-4E86-B4E4-D547AD803477}"/>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168">
            <a:extLst xmlns:a="http://schemas.openxmlformats.org/drawingml/2006/main">
              <a:ext uri="{FF2B5EF4-FFF2-40B4-BE49-F238E27FC236}">
                <a16:creationId xmlns:a16="http://schemas.microsoft.com/office/drawing/2014/main" id="{E1A0318E-77CD-4028-A8F8-A4B187E54D64}"/>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12772428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block-169">
            <a:extLst xmlns:a="http://schemas.openxmlformats.org/drawingml/2006/main">
              <a:ext uri="{FF2B5EF4-FFF2-40B4-BE49-F238E27FC236}">
                <a16:creationId xmlns:a16="http://schemas.microsoft.com/office/drawing/2014/main" id="{5430C672-0ED0-435B-9CAD-EF253FF2C8D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LIVE-DEMO</a:t>
            </a:r>
          </a:p>
        </p:txBody>
      </p:sp>
      <p:sp>
        <p:nvSpPr>
          <p:cNvPr id="2" name="block-170">
            <a:extLst xmlns:a="http://schemas.openxmlformats.org/drawingml/2006/main">
              <a:ext uri="{FF2B5EF4-FFF2-40B4-BE49-F238E27FC236}">
                <a16:creationId xmlns:a16="http://schemas.microsoft.com/office/drawing/2014/main" id="{AA6A8338-15AF-4A05-90FF-361F32595C9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In zwei Minuten zum dokumentierten Prüffall</a:t>
            </a:r>
          </a:p>
        </p:txBody>
      </p:sp>
      <p:sp>
        <p:nvSpPr>
          <p:cNvPr id="3" name="block-171">
            <a:extLst xmlns:a="http://schemas.openxmlformats.org/drawingml/2006/main">
              <a:ext uri="{FF2B5EF4-FFF2-40B4-BE49-F238E27FC236}">
                <a16:creationId xmlns:a16="http://schemas.microsoft.com/office/drawing/2014/main" id="{34893807-1B55-49A4-9143-9AC5718A77F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Demo mit retrospektiven Projektdaten. Keine Live-Anbindung.</a:t>
            </a:r>
          </a:p>
        </p:txBody>
      </p:sp>
      <p:sp>
        <p:nvSpPr>
          <p:cNvPr id="4" name="block-172">
            <a:extLst xmlns:a="http://schemas.openxmlformats.org/drawingml/2006/main">
              <a:ext uri="{FF2B5EF4-FFF2-40B4-BE49-F238E27FC236}">
                <a16:creationId xmlns:a16="http://schemas.microsoft.com/office/drawing/2014/main" id="{784773A0-31DB-4A73-87B0-5D98BA68DC3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50339864a174b2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3">
            <a:extLst xmlns:a="http://schemas.openxmlformats.org/drawingml/2006/main">
              <a:ext uri="{FF2B5EF4-FFF2-40B4-BE49-F238E27FC236}">
                <a16:creationId xmlns:a16="http://schemas.microsoft.com/office/drawing/2014/main" id="{6754ECBD-AF3D-4084-B15F-791A7339365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74">
            <a:extLst xmlns:a="http://schemas.openxmlformats.org/drawingml/2006/main">
              <a:ext uri="{FF2B5EF4-FFF2-40B4-BE49-F238E27FC236}">
                <a16:creationId xmlns:a16="http://schemas.microsoft.com/office/drawing/2014/main" id="{D91167C4-2AF4-4704-9738-6C4A514B5F5C}"/>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18</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c5c358eadce4d3c"/>
          <a:stretch xmlns:a="http://schemas.openxmlformats.org/drawingml/2006/main"/>
        </p:blipFill>
        <p:spPr>
          <a:xfrm xmlns:a="http://schemas.openxmlformats.org/drawingml/2006/main">
            <a:off x="1404938" y="2514600"/>
            <a:ext cx="5410200" cy="3381375"/>
          </a:xfrm>
          <a:prstGeom xmlns:a="http://schemas.openxmlformats.org/drawingml/2006/main" prst="rect">
            <a:avLst/>
          </a:prstGeom>
        </p:spPr>
      </p:pic>
      <p:sp>
        <p:nvSpPr>
          <p:cNvPr id="9" name="block-175">
            <a:extLst xmlns:a="http://schemas.openxmlformats.org/drawingml/2006/main">
              <a:ext uri="{FF2B5EF4-FFF2-40B4-BE49-F238E27FC236}">
                <a16:creationId xmlns:a16="http://schemas.microsoft.com/office/drawing/2014/main" id="{A980F56A-FE60-43CD-BD3F-3AB0B71FE850}"/>
              </a:ext>
            </a:extLst>
          </p:cNvPr>
          <p:cNvSpPr>
            <a:spLocks xmlns:a="http://schemas.openxmlformats.org/drawingml/2006/main" noGrp="1"/>
          </p:cNvSpPr>
          <p:nvPr/>
        </p:nvSpPr>
        <p:spPr>
          <a:xfrm xmlns:a="http://schemas.openxmlformats.org/drawingml/2006/main">
            <a:off x="7981950" y="2524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00:00</a:t>
            </a:r>
          </a:p>
        </p:txBody>
      </p:sp>
      <p:sp>
        <p:nvSpPr>
          <p:cNvPr id="10" name="block-176">
            <a:extLst xmlns:a="http://schemas.openxmlformats.org/drawingml/2006/main">
              <a:ext uri="{FF2B5EF4-FFF2-40B4-BE49-F238E27FC236}">
                <a16:creationId xmlns:a16="http://schemas.microsoft.com/office/drawing/2014/main" id="{D53A3113-51C5-46F3-A5E9-382C83724CCF}"/>
              </a:ext>
            </a:extLst>
          </p:cNvPr>
          <p:cNvSpPr>
            <a:spLocks xmlns:a="http://schemas.openxmlformats.org/drawingml/2006/main" noGrp="1"/>
          </p:cNvSpPr>
          <p:nvPr/>
        </p:nvSpPr>
        <p:spPr>
          <a:xfrm xmlns:a="http://schemas.openxmlformats.org/drawingml/2006/main">
            <a:off x="9039225" y="2524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Schwelle und Umfang</a:t>
            </a:r>
          </a:p>
        </p:txBody>
      </p:sp>
      <p:sp>
        <p:nvSpPr>
          <p:cNvPr id="11" name="block-177">
            <a:extLst xmlns:a="http://schemas.openxmlformats.org/drawingml/2006/main">
              <a:ext uri="{FF2B5EF4-FFF2-40B4-BE49-F238E27FC236}">
                <a16:creationId xmlns:a16="http://schemas.microsoft.com/office/drawing/2014/main" id="{B75B30AC-D449-4052-87DE-8C11EAB34A73}"/>
              </a:ext>
            </a:extLst>
          </p:cNvPr>
          <p:cNvSpPr>
            <a:spLocks xmlns:a="http://schemas.openxmlformats.org/drawingml/2006/main" noGrp="1"/>
          </p:cNvSpPr>
          <p:nvPr/>
        </p:nvSpPr>
        <p:spPr>
          <a:xfrm xmlns:a="http://schemas.openxmlformats.org/drawingml/2006/main">
            <a:off x="7981950" y="29813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00:20</a:t>
            </a:r>
          </a:p>
        </p:txBody>
      </p:sp>
      <p:sp>
        <p:nvSpPr>
          <p:cNvPr id="12" name="block-178">
            <a:extLst xmlns:a="http://schemas.openxmlformats.org/drawingml/2006/main">
              <a:ext uri="{FF2B5EF4-FFF2-40B4-BE49-F238E27FC236}">
                <a16:creationId xmlns:a16="http://schemas.microsoft.com/office/drawing/2014/main" id="{C911E70E-8E92-43BF-A989-7B30FA4D07DA}"/>
              </a:ext>
            </a:extLst>
          </p:cNvPr>
          <p:cNvSpPr>
            <a:spLocks xmlns:a="http://schemas.openxmlformats.org/drawingml/2006/main" noGrp="1"/>
          </p:cNvSpPr>
          <p:nvPr/>
        </p:nvSpPr>
        <p:spPr>
          <a:xfrm xmlns:a="http://schemas.openxmlformats.org/drawingml/2006/main">
            <a:off x="9039225" y="29813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2 hohe + 2 niedrige Fälle</a:t>
            </a:r>
          </a:p>
        </p:txBody>
      </p:sp>
      <p:sp>
        <p:nvSpPr>
          <p:cNvPr id="13" name="block-179">
            <a:extLst xmlns:a="http://schemas.openxmlformats.org/drawingml/2006/main">
              <a:ext uri="{FF2B5EF4-FFF2-40B4-BE49-F238E27FC236}">
                <a16:creationId xmlns:a16="http://schemas.microsoft.com/office/drawing/2014/main" id="{418EC204-F4D0-4184-88CC-E53A94F3EE9A}"/>
              </a:ext>
            </a:extLst>
          </p:cNvPr>
          <p:cNvSpPr>
            <a:spLocks xmlns:a="http://schemas.openxmlformats.org/drawingml/2006/main" noGrp="1"/>
          </p:cNvSpPr>
          <p:nvPr/>
        </p:nvSpPr>
        <p:spPr>
          <a:xfrm xmlns:a="http://schemas.openxmlformats.org/drawingml/2006/main">
            <a:off x="7981950" y="34385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00:40</a:t>
            </a:r>
          </a:p>
        </p:txBody>
      </p:sp>
      <p:sp>
        <p:nvSpPr>
          <p:cNvPr id="14" name="block-180">
            <a:extLst xmlns:a="http://schemas.openxmlformats.org/drawingml/2006/main">
              <a:ext uri="{FF2B5EF4-FFF2-40B4-BE49-F238E27FC236}">
                <a16:creationId xmlns:a16="http://schemas.microsoft.com/office/drawing/2014/main" id="{5D82E790-CD2D-4884-AD19-0995B6CACEDC}"/>
              </a:ext>
            </a:extLst>
          </p:cNvPr>
          <p:cNvSpPr>
            <a:spLocks xmlns:a="http://schemas.openxmlformats.org/drawingml/2006/main" noGrp="1"/>
          </p:cNvSpPr>
          <p:nvPr/>
        </p:nvSpPr>
        <p:spPr>
          <a:xfrm xmlns:a="http://schemas.openxmlformats.org/drawingml/2006/main">
            <a:off x="9039225" y="34385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Fall öffnen</a:t>
            </a:r>
          </a:p>
        </p:txBody>
      </p:sp>
      <p:sp>
        <p:nvSpPr>
          <p:cNvPr id="15" name="block-181">
            <a:extLst xmlns:a="http://schemas.openxmlformats.org/drawingml/2006/main">
              <a:ext uri="{FF2B5EF4-FFF2-40B4-BE49-F238E27FC236}">
                <a16:creationId xmlns:a16="http://schemas.microsoft.com/office/drawing/2014/main" id="{90484198-F73C-4B0E-8294-048B4F782EF5}"/>
              </a:ext>
            </a:extLst>
          </p:cNvPr>
          <p:cNvSpPr>
            <a:spLocks xmlns:a="http://schemas.openxmlformats.org/drawingml/2006/main" noGrp="1"/>
          </p:cNvSpPr>
          <p:nvPr/>
        </p:nvSpPr>
        <p:spPr>
          <a:xfrm xmlns:a="http://schemas.openxmlformats.org/drawingml/2006/main">
            <a:off x="7981950" y="38957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01:10</a:t>
            </a:r>
          </a:p>
        </p:txBody>
      </p:sp>
      <p:sp>
        <p:nvSpPr>
          <p:cNvPr id="16" name="block-182">
            <a:extLst xmlns:a="http://schemas.openxmlformats.org/drawingml/2006/main">
              <a:ext uri="{FF2B5EF4-FFF2-40B4-BE49-F238E27FC236}">
                <a16:creationId xmlns:a16="http://schemas.microsoft.com/office/drawing/2014/main" id="{C2798AB8-5910-45E2-8C83-55F8BAA3C574}"/>
              </a:ext>
            </a:extLst>
          </p:cNvPr>
          <p:cNvSpPr>
            <a:spLocks xmlns:a="http://schemas.openxmlformats.org/drawingml/2006/main" noGrp="1"/>
          </p:cNvSpPr>
          <p:nvPr/>
        </p:nvSpPr>
        <p:spPr>
          <a:xfrm xmlns:a="http://schemas.openxmlformats.org/drawingml/2006/main">
            <a:off x="9039225" y="38957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Kontext prüfen</a:t>
            </a:r>
          </a:p>
        </p:txBody>
      </p:sp>
      <p:sp>
        <p:nvSpPr>
          <p:cNvPr id="17" name="block-183">
            <a:extLst xmlns:a="http://schemas.openxmlformats.org/drawingml/2006/main">
              <a:ext uri="{FF2B5EF4-FFF2-40B4-BE49-F238E27FC236}">
                <a16:creationId xmlns:a16="http://schemas.microsoft.com/office/drawing/2014/main" id="{E7A1F1E9-DCD2-4B54-B7E7-2070BB986340}"/>
              </a:ext>
            </a:extLst>
          </p:cNvPr>
          <p:cNvSpPr>
            <a:spLocks xmlns:a="http://schemas.openxmlformats.org/drawingml/2006/main" noGrp="1"/>
          </p:cNvSpPr>
          <p:nvPr/>
        </p:nvSpPr>
        <p:spPr>
          <a:xfrm xmlns:a="http://schemas.openxmlformats.org/drawingml/2006/main">
            <a:off x="7981950" y="43529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01:35</a:t>
            </a:r>
          </a:p>
        </p:txBody>
      </p:sp>
      <p:sp>
        <p:nvSpPr>
          <p:cNvPr id="18" name="block-184">
            <a:extLst xmlns:a="http://schemas.openxmlformats.org/drawingml/2006/main">
              <a:ext uri="{FF2B5EF4-FFF2-40B4-BE49-F238E27FC236}">
                <a16:creationId xmlns:a16="http://schemas.microsoft.com/office/drawing/2014/main" id="{28C99315-E86E-444C-A482-77B8A5633BF3}"/>
              </a:ext>
            </a:extLst>
          </p:cNvPr>
          <p:cNvSpPr>
            <a:spLocks xmlns:a="http://schemas.openxmlformats.org/drawingml/2006/main" noGrp="1"/>
          </p:cNvSpPr>
          <p:nvPr/>
        </p:nvSpPr>
        <p:spPr>
          <a:xfrm xmlns:a="http://schemas.openxmlformats.org/drawingml/2006/main">
            <a:off x="9039225" y="43529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Entscheidung festhalten</a:t>
            </a:r>
          </a:p>
        </p:txBody>
      </p:sp>
      <p:sp>
        <p:nvSpPr>
          <p:cNvPr id="19" name="block-185">
            <a:extLst xmlns:a="http://schemas.openxmlformats.org/drawingml/2006/main">
              <a:ext uri="{FF2B5EF4-FFF2-40B4-BE49-F238E27FC236}">
                <a16:creationId xmlns:a16="http://schemas.microsoft.com/office/drawing/2014/main" id="{EFF8D8E6-325F-4D92-B0D7-6C361FB97DEE}"/>
              </a:ext>
            </a:extLst>
          </p:cNvPr>
          <p:cNvSpPr>
            <a:spLocks xmlns:a="http://schemas.openxmlformats.org/drawingml/2006/main" noGrp="1"/>
          </p:cNvSpPr>
          <p:nvPr/>
        </p:nvSpPr>
        <p:spPr>
          <a:xfrm xmlns:a="http://schemas.openxmlformats.org/drawingml/2006/main">
            <a:off x="7981950" y="4810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01:55</a:t>
            </a:r>
          </a:p>
        </p:txBody>
      </p:sp>
      <p:sp>
        <p:nvSpPr>
          <p:cNvPr id="20" name="block-186">
            <a:extLst xmlns:a="http://schemas.openxmlformats.org/drawingml/2006/main">
              <a:ext uri="{FF2B5EF4-FFF2-40B4-BE49-F238E27FC236}">
                <a16:creationId xmlns:a16="http://schemas.microsoft.com/office/drawing/2014/main" id="{20121AC6-5887-414C-8757-E7EA272F1B64}"/>
              </a:ext>
            </a:extLst>
          </p:cNvPr>
          <p:cNvSpPr>
            <a:spLocks xmlns:a="http://schemas.openxmlformats.org/drawingml/2006/main" noGrp="1"/>
          </p:cNvSpPr>
          <p:nvPr/>
        </p:nvSpPr>
        <p:spPr>
          <a:xfrm xmlns:a="http://schemas.openxmlformats.org/drawingml/2006/main">
            <a:off x="9039225" y="4810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Label als Lernsignal</a:t>
            </a:r>
          </a:p>
        </p:txBody>
      </p:sp>
      <p:sp>
        <p:nvSpPr>
          <p:cNvPr id="21" name="block-187">
            <a:extLst xmlns:a="http://schemas.openxmlformats.org/drawingml/2006/main">
              <a:ext uri="{FF2B5EF4-FFF2-40B4-BE49-F238E27FC236}">
                <a16:creationId xmlns:a16="http://schemas.microsoft.com/office/drawing/2014/main" id="{92136393-8E7A-4238-9DB7-A7129E8F1CEF}"/>
              </a:ext>
            </a:extLst>
          </p:cNvPr>
          <p:cNvSpPr>
            <a:spLocks xmlns:a="http://schemas.openxmlformats.org/drawingml/2006/main" noGrp="1"/>
          </p:cNvSpPr>
          <p:nvPr/>
        </p:nvSpPr>
        <p:spPr>
          <a:xfrm xmlns:a="http://schemas.openxmlformats.org/drawingml/2006/main">
            <a:off x="7981950" y="5514975"/>
            <a:ext cx="3600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hlinkClick xmlns:r="http://schemas.openxmlformats.org/officeDocument/2006/relationships" r:id="R6c3bcce9412947af"/>
              </a:rPr>
              <a:t>Live-Demo im Browser öffnen</a:t>
            </a:r>
          </a:p>
        </p:txBody>
      </p:sp>
    </p:spTree>
    <p:extLst>
      <p:ext uri="{BB962C8B-B14F-4D97-AF65-F5344CB8AC3E}">
        <p14:creationId xmlns:p14="http://schemas.microsoft.com/office/powerpoint/2010/main" val="818003890"/>
      </p:ext>
    </p:extLst>
  </p:cSld>
</p:sld>
</file>

<file path=ppt/slides/slide13.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188">
            <a:extLst xmlns:a="http://schemas.openxmlformats.org/drawingml/2006/main">
              <a:ext uri="{FF2B5EF4-FFF2-40B4-BE49-F238E27FC236}">
                <a16:creationId xmlns:a16="http://schemas.microsoft.com/office/drawing/2014/main" id="{913FB119-5880-4CD9-9A6F-3AFB5F425AF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06  /  FAZIT</a:t>
            </a:r>
          </a:p>
        </p:txBody>
      </p:sp>
      <p:sp>
        <p:nvSpPr>
          <p:cNvPr id="2" name="block-189">
            <a:extLst xmlns:a="http://schemas.openxmlformats.org/drawingml/2006/main">
              <a:ext uri="{FF2B5EF4-FFF2-40B4-BE49-F238E27FC236}">
                <a16:creationId xmlns:a16="http://schemas.microsoft.com/office/drawing/2014/main" id="{AFC44D93-620B-4BA0-9302-E1B1A072A9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Prognose liefert eine prüfbare Priorisierung</a:t>
            </a:r>
          </a:p>
        </p:txBody>
      </p:sp>
      <p:sp>
        <p:nvSpPr>
          <p:cNvPr id="3" name="block-190">
            <a:extLst xmlns:a="http://schemas.openxmlformats.org/drawingml/2006/main">
              <a:ext uri="{FF2B5EF4-FFF2-40B4-BE49-F238E27FC236}">
                <a16:creationId xmlns:a16="http://schemas.microsoft.com/office/drawing/2014/main" id="{E576D95F-B114-4CD0-A25C-7487E3538EE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191">
            <a:extLst xmlns:a="http://schemas.openxmlformats.org/drawingml/2006/main">
              <a:ext uri="{FF2B5EF4-FFF2-40B4-BE49-F238E27FC236}">
                <a16:creationId xmlns:a16="http://schemas.microsoft.com/office/drawing/2014/main" id="{FC95A44F-612D-4D6A-9EF5-ADE02A132409}"/>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192">
            <a:extLst xmlns:a="http://schemas.openxmlformats.org/drawingml/2006/main">
              <a:ext uri="{FF2B5EF4-FFF2-40B4-BE49-F238E27FC236}">
                <a16:creationId xmlns:a16="http://schemas.microsoft.com/office/drawing/2014/main" id="{3AD5B2C0-BF1D-42A6-A98F-90D72BF5A9B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13 / 18</a:t>
            </a:r>
          </a:p>
        </p:txBody>
      </p:sp>
      <p:sp>
        <p:nvSpPr>
          <p:cNvPr id="6" name="block-193">
            <a:extLst xmlns:a="http://schemas.openxmlformats.org/drawingml/2006/main">
              <a:ext uri="{FF2B5EF4-FFF2-40B4-BE49-F238E27FC236}">
                <a16:creationId xmlns:a16="http://schemas.microsoft.com/office/drawing/2014/main" id="{0FCA3132-77F8-4280-9945-CDDE653699CD}"/>
              </a:ext>
            </a:extLst>
          </p:cNvPr>
          <p:cNvSpPr>
            <a:spLocks xmlns:a="http://schemas.openxmlformats.org/drawingml/2006/main" noGrp="1"/>
          </p:cNvSpPr>
          <p:nvPr/>
        </p:nvSpPr>
        <p:spPr>
          <a:xfrm xmlns:a="http://schemas.openxmlformats.org/drawingml/2006/main">
            <a:off x="609600" y="25622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7" name="block-194">
            <a:extLst xmlns:a="http://schemas.openxmlformats.org/drawingml/2006/main">
              <a:ext uri="{FF2B5EF4-FFF2-40B4-BE49-F238E27FC236}">
                <a16:creationId xmlns:a16="http://schemas.microsoft.com/office/drawing/2014/main" id="{41D2E505-B39D-44CF-B478-3E485397E7C7}"/>
              </a:ext>
            </a:extLst>
          </p:cNvPr>
          <p:cNvSpPr>
            <a:spLocks xmlns:a="http://schemas.openxmlformats.org/drawingml/2006/main" noGrp="1"/>
          </p:cNvSpPr>
          <p:nvPr/>
        </p:nvSpPr>
        <p:spPr>
          <a:xfrm xmlns:a="http://schemas.openxmlformats.org/drawingml/2006/main">
            <a:off x="609600" y="33432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8" name="block-195">
            <a:extLst xmlns:a="http://schemas.openxmlformats.org/drawingml/2006/main">
              <a:ext uri="{FF2B5EF4-FFF2-40B4-BE49-F238E27FC236}">
                <a16:creationId xmlns:a16="http://schemas.microsoft.com/office/drawing/2014/main" id="{7E0E708B-839C-4209-8041-12D626D74DA6}"/>
              </a:ext>
            </a:extLst>
          </p:cNvPr>
          <p:cNvSpPr>
            <a:spLocks xmlns:a="http://schemas.openxmlformats.org/drawingml/2006/main" noGrp="1"/>
          </p:cNvSpPr>
          <p:nvPr/>
        </p:nvSpPr>
        <p:spPr>
          <a:xfrm xmlns:a="http://schemas.openxmlformats.org/drawingml/2006/main">
            <a:off x="4552950" y="2562225"/>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9" name="block-196">
            <a:extLst xmlns:a="http://schemas.openxmlformats.org/drawingml/2006/main">
              <a:ext uri="{FF2B5EF4-FFF2-40B4-BE49-F238E27FC236}">
                <a16:creationId xmlns:a16="http://schemas.microsoft.com/office/drawing/2014/main" id="{2E1D38C5-2114-4956-8BD6-90A187EB9E08}"/>
              </a:ext>
            </a:extLst>
          </p:cNvPr>
          <p:cNvSpPr>
            <a:spLocks xmlns:a="http://schemas.openxmlformats.org/drawingml/2006/main" noGrp="1"/>
          </p:cNvSpPr>
          <p:nvPr/>
        </p:nvSpPr>
        <p:spPr>
          <a:xfrm xmlns:a="http://schemas.openxmlformats.org/drawingml/2006/main">
            <a:off x="4552950" y="3343275"/>
            <a:ext cx="316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q99-Pilot</a:t>
            </a:r>
          </a:p>
        </p:txBody>
      </p:sp>
      <p:sp>
        <p:nvSpPr>
          <p:cNvPr id="10" name="block-197">
            <a:extLst xmlns:a="http://schemas.openxmlformats.org/drawingml/2006/main">
              <a:ext uri="{FF2B5EF4-FFF2-40B4-BE49-F238E27FC236}">
                <a16:creationId xmlns:a16="http://schemas.microsoft.com/office/drawing/2014/main" id="{6ADE4224-AE1E-48DC-B386-CEB4C073E738}"/>
              </a:ext>
            </a:extLst>
          </p:cNvPr>
          <p:cNvSpPr>
            <a:spLocks xmlns:a="http://schemas.openxmlformats.org/drawingml/2006/main" noGrp="1"/>
          </p:cNvSpPr>
          <p:nvPr/>
        </p:nvSpPr>
        <p:spPr>
          <a:xfrm xmlns:a="http://schemas.openxmlformats.org/drawingml/2006/main">
            <a:off x="8639175" y="2571750"/>
            <a:ext cx="29432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Labels</a:t>
            </a:r>
          </a:p>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fehlen</a:t>
            </a:r>
          </a:p>
        </p:txBody>
      </p:sp>
      <p:sp>
        <p:nvSpPr>
          <p:cNvPr id="11" name="block-198">
            <a:extLst xmlns:a="http://schemas.openxmlformats.org/drawingml/2006/main">
              <a:ext uri="{FF2B5EF4-FFF2-40B4-BE49-F238E27FC236}">
                <a16:creationId xmlns:a16="http://schemas.microsoft.com/office/drawing/2014/main" id="{7F24E072-612B-495A-80BC-55DA42D0A2EC}"/>
              </a:ext>
            </a:extLst>
          </p:cNvPr>
          <p:cNvSpPr>
            <a:spLocks xmlns:a="http://schemas.openxmlformats.org/drawingml/2006/main" noGrp="1"/>
          </p:cNvSpPr>
          <p:nvPr/>
        </p:nvSpPr>
        <p:spPr>
          <a:xfrm xmlns:a="http://schemas.openxmlformats.org/drawingml/2006/main">
            <a:off x="8639175" y="4048125"/>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Precision und Recall</a:t>
            </a:r>
          </a:p>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sind noch offen.</a:t>
            </a:r>
          </a:p>
        </p:txBody>
      </p:sp>
      <p:sp>
        <p:nvSpPr>
          <p:cNvPr id="12" name="block-199">
            <a:extLst xmlns:a="http://schemas.openxmlformats.org/drawingml/2006/main">
              <a:ext uri="{FF2B5EF4-FFF2-40B4-BE49-F238E27FC236}">
                <a16:creationId xmlns:a16="http://schemas.microsoft.com/office/drawing/2014/main" id="{EC4B70E1-4245-4950-B463-54968CA1F972}"/>
              </a:ext>
            </a:extLst>
          </p:cNvPr>
          <p:cNvSpPr>
            <a:spLocks xmlns:a="http://schemas.openxmlformats.org/drawingml/2006/main" noGrp="1"/>
          </p:cNvSpPr>
          <p:nvPr/>
        </p:nvSpPr>
        <p:spPr>
          <a:xfrm xmlns:a="http://schemas.openxmlformats.org/drawingml/2006/main">
            <a:off x="609600" y="514350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200">
            <a:extLst xmlns:a="http://schemas.openxmlformats.org/drawingml/2006/main">
              <a:ext uri="{FF2B5EF4-FFF2-40B4-BE49-F238E27FC236}">
                <a16:creationId xmlns:a16="http://schemas.microsoft.com/office/drawing/2014/main" id="{EDD192AF-4805-464D-B051-466A18CD41F5}"/>
              </a:ext>
            </a:extLst>
          </p:cNvPr>
          <p:cNvSpPr>
            <a:spLocks xmlns:a="http://schemas.openxmlformats.org/drawingml/2006/main" noGrp="1"/>
          </p:cNvSpPr>
          <p:nvPr/>
        </p:nvSpPr>
        <p:spPr>
          <a:xfrm xmlns:a="http://schemas.openxmlformats.org/drawingml/2006/main">
            <a:off x="609600" y="53625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99D7E5"/>
                </a:solidFill>
                <a:latin typeface="IBM Plex Sans"/>
                <a:ea typeface="IBM Plex Sans"/>
                <a:cs typeface="IBM Plex Sans"/>
              </a:defRPr>
            </a:pPr>
            <a:r>
              <a:rPr sz="2100" b="1">
                <a:solidFill>
                  <a:srgbClr val="99D7E5"/>
                </a:solidFill>
                <a:latin typeface="IBM Plex Sans"/>
                <a:ea typeface="IBM Plex Sans"/>
                <a:cs typeface="IBM Plex Sans"/>
              </a:rPr>
              <a:t>Nächster Schritt</a:t>
            </a:r>
          </a:p>
        </p:txBody>
      </p:sp>
      <p:sp>
        <p:nvSpPr>
          <p:cNvPr id="14" name="block-201">
            <a:extLst xmlns:a="http://schemas.openxmlformats.org/drawingml/2006/main">
              <a:ext uri="{FF2B5EF4-FFF2-40B4-BE49-F238E27FC236}">
                <a16:creationId xmlns:a16="http://schemas.microsoft.com/office/drawing/2014/main" id="{0BF794BA-5317-45BA-A0A0-72E48195E01C}"/>
              </a:ext>
            </a:extLst>
          </p:cNvPr>
          <p:cNvSpPr>
            <a:spLocks xmlns:a="http://schemas.openxmlformats.org/drawingml/2006/main" noGrp="1"/>
          </p:cNvSpPr>
          <p:nvPr/>
        </p:nvSpPr>
        <p:spPr>
          <a:xfrm xmlns:a="http://schemas.openxmlformats.org/drawingml/2006/main">
            <a:off x="3762375" y="5314950"/>
            <a:ext cx="78200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Fälle fachlich prüfen und Labels sammeln.</a:t>
            </a:r>
          </a:p>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Später kann eine Klassifikation die Priorisierung ergänzen.</a:t>
            </a:r>
          </a:p>
        </p:txBody>
      </p:sp>
    </p:spTree>
    <p:extLst>
      <p:ext uri="{BB962C8B-B14F-4D97-AF65-F5344CB8AC3E}">
        <p14:creationId xmlns:p14="http://schemas.microsoft.com/office/powerpoint/2010/main" val="4296066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202">
            <a:extLst xmlns:a="http://schemas.openxmlformats.org/drawingml/2006/main">
              <a:ext uri="{FF2B5EF4-FFF2-40B4-BE49-F238E27FC236}">
                <a16:creationId xmlns:a16="http://schemas.microsoft.com/office/drawing/2014/main" id="{5F15E522-DEC6-49A5-B5D9-966397CE7A4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FEHLERMETRIKEN</a:t>
            </a:r>
          </a:p>
        </p:txBody>
      </p:sp>
      <p:sp>
        <p:nvSpPr>
          <p:cNvPr id="2" name="block-203">
            <a:extLst xmlns:a="http://schemas.openxmlformats.org/drawingml/2006/main">
              <a:ext uri="{FF2B5EF4-FFF2-40B4-BE49-F238E27FC236}">
                <a16:creationId xmlns:a16="http://schemas.microsoft.com/office/drawing/2014/main" id="{AEAF0596-8422-443A-9CBB-505FECFE058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204">
            <a:extLst xmlns:a="http://schemas.openxmlformats.org/drawingml/2006/main">
              <a:ext uri="{FF2B5EF4-FFF2-40B4-BE49-F238E27FC236}">
                <a16:creationId xmlns:a16="http://schemas.microsoft.com/office/drawing/2014/main" id="{8743040D-A68E-41E9-8E8C-A3F84D48AF1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205">
            <a:extLst xmlns:a="http://schemas.openxmlformats.org/drawingml/2006/main">
              <a:ext uri="{FF2B5EF4-FFF2-40B4-BE49-F238E27FC236}">
                <a16:creationId xmlns:a16="http://schemas.microsoft.com/office/drawing/2014/main" id="{97824C1D-A34F-4AE2-AE54-CB074C825BA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6cd63dfa6a4477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06">
            <a:extLst xmlns:a="http://schemas.openxmlformats.org/drawingml/2006/main">
              <a:ext uri="{FF2B5EF4-FFF2-40B4-BE49-F238E27FC236}">
                <a16:creationId xmlns:a16="http://schemas.microsoft.com/office/drawing/2014/main" id="{B0A9D546-799C-456C-97BB-0FE2B845055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07">
            <a:extLst xmlns:a="http://schemas.openxmlformats.org/drawingml/2006/main">
              <a:ext uri="{FF2B5EF4-FFF2-40B4-BE49-F238E27FC236}">
                <a16:creationId xmlns:a16="http://schemas.microsoft.com/office/drawing/2014/main" id="{2F82DFBF-B4D5-40A5-982C-12B8E4547CE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18</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a8235256126440b6"/>
          </a:graphicData>
        </a:graphic>
      </p:graphicFrame>
      <p:sp>
        <p:nvSpPr>
          <p:cNvPr id="9" name="block-208">
            <a:extLst xmlns:a="http://schemas.openxmlformats.org/drawingml/2006/main">
              <a:ext uri="{FF2B5EF4-FFF2-40B4-BE49-F238E27FC236}">
                <a16:creationId xmlns:a16="http://schemas.microsoft.com/office/drawing/2014/main" id="{3BBCEBA8-CA0F-41CA-AA42-A6A85FA17197}"/>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209">
            <a:extLst xmlns:a="http://schemas.openxmlformats.org/drawingml/2006/main">
              <a:ext uri="{FF2B5EF4-FFF2-40B4-BE49-F238E27FC236}">
                <a16:creationId xmlns:a16="http://schemas.microsoft.com/office/drawing/2014/main" id="{DFA259EA-F6AE-4C5F-BC5B-87D9010F05EC}"/>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210">
            <a:extLst xmlns:a="http://schemas.openxmlformats.org/drawingml/2006/main">
              <a:ext uri="{FF2B5EF4-FFF2-40B4-BE49-F238E27FC236}">
                <a16:creationId xmlns:a16="http://schemas.microsoft.com/office/drawing/2014/main" id="{00C1DD68-3465-4DC7-91C8-5B83F14DDD1E}"/>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211">
            <a:extLst xmlns:a="http://schemas.openxmlformats.org/drawingml/2006/main">
              <a:ext uri="{FF2B5EF4-FFF2-40B4-BE49-F238E27FC236}">
                <a16:creationId xmlns:a16="http://schemas.microsoft.com/office/drawing/2014/main" id="{7264C2A0-793F-4295-B282-7FD6EE6F8FFC}"/>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212">
            <a:extLst xmlns:a="http://schemas.openxmlformats.org/drawingml/2006/main">
              <a:ext uri="{FF2B5EF4-FFF2-40B4-BE49-F238E27FC236}">
                <a16:creationId xmlns:a16="http://schemas.microsoft.com/office/drawing/2014/main" id="{56742C1D-FF33-40AE-A892-62580C9AF44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3">
            <a:extLst xmlns:a="http://schemas.openxmlformats.org/drawingml/2006/main">
              <a:ext uri="{FF2B5EF4-FFF2-40B4-BE49-F238E27FC236}">
                <a16:creationId xmlns:a16="http://schemas.microsoft.com/office/drawing/2014/main" id="{BF359340-29A9-4BB1-BB4C-0D9D79ACAFF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11752639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214">
            <a:extLst xmlns:a="http://schemas.openxmlformats.org/drawingml/2006/main">
              <a:ext uri="{FF2B5EF4-FFF2-40B4-BE49-F238E27FC236}">
                <a16:creationId xmlns:a16="http://schemas.microsoft.com/office/drawing/2014/main" id="{2947C617-2B76-424F-92C6-9E332FB3ECF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ZIELVARIABLE</a:t>
            </a:r>
          </a:p>
        </p:txBody>
      </p:sp>
      <p:sp>
        <p:nvSpPr>
          <p:cNvPr id="2" name="block-215">
            <a:extLst xmlns:a="http://schemas.openxmlformats.org/drawingml/2006/main">
              <a:ext uri="{FF2B5EF4-FFF2-40B4-BE49-F238E27FC236}">
                <a16:creationId xmlns:a16="http://schemas.microsoft.com/office/drawing/2014/main" id="{27FED54D-7E83-4185-89AB-BF5FF68E50A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216">
            <a:extLst xmlns:a="http://schemas.openxmlformats.org/drawingml/2006/main">
              <a:ext uri="{FF2B5EF4-FFF2-40B4-BE49-F238E27FC236}">
                <a16:creationId xmlns:a16="http://schemas.microsoft.com/office/drawing/2014/main" id="{576D683A-7D36-46A3-A4BF-8CEF82BE4E4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217">
            <a:extLst xmlns:a="http://schemas.openxmlformats.org/drawingml/2006/main">
              <a:ext uri="{FF2B5EF4-FFF2-40B4-BE49-F238E27FC236}">
                <a16:creationId xmlns:a16="http://schemas.microsoft.com/office/drawing/2014/main" id="{AD356FB2-5924-4A2F-A627-E3E931ECFB8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17012537e2d475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18">
            <a:extLst xmlns:a="http://schemas.openxmlformats.org/drawingml/2006/main">
              <a:ext uri="{FF2B5EF4-FFF2-40B4-BE49-F238E27FC236}">
                <a16:creationId xmlns:a16="http://schemas.microsoft.com/office/drawing/2014/main" id="{DCBA40D7-C547-43AF-90C5-CFD94E995CF2}"/>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19">
            <a:extLst xmlns:a="http://schemas.openxmlformats.org/drawingml/2006/main">
              <a:ext uri="{FF2B5EF4-FFF2-40B4-BE49-F238E27FC236}">
                <a16:creationId xmlns:a16="http://schemas.microsoft.com/office/drawing/2014/main" id="{48C8042A-9344-4B95-B0FA-7AA56CCACF2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18</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0e7117bef37143f8"/>
          </a:graphicData>
        </a:graphic>
      </p:graphicFrame>
      <p:sp>
        <p:nvSpPr>
          <p:cNvPr id="9" name="block-220">
            <a:extLst xmlns:a="http://schemas.openxmlformats.org/drawingml/2006/main">
              <a:ext uri="{FF2B5EF4-FFF2-40B4-BE49-F238E27FC236}">
                <a16:creationId xmlns:a16="http://schemas.microsoft.com/office/drawing/2014/main" id="{17C2BD40-B3BF-47D1-B03D-53650C140834}"/>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221">
            <a:extLst xmlns:a="http://schemas.openxmlformats.org/drawingml/2006/main">
              <a:ext uri="{FF2B5EF4-FFF2-40B4-BE49-F238E27FC236}">
                <a16:creationId xmlns:a16="http://schemas.microsoft.com/office/drawing/2014/main" id="{50C2070B-D2FF-452D-95A7-5C24E40D77E2}"/>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222">
            <a:extLst xmlns:a="http://schemas.openxmlformats.org/drawingml/2006/main">
              <a:ext uri="{FF2B5EF4-FFF2-40B4-BE49-F238E27FC236}">
                <a16:creationId xmlns:a16="http://schemas.microsoft.com/office/drawing/2014/main" id="{FF00B190-5BC5-4BFD-828B-EAE5992F8350}"/>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223">
            <a:extLst xmlns:a="http://schemas.openxmlformats.org/drawingml/2006/main">
              <a:ext uri="{FF2B5EF4-FFF2-40B4-BE49-F238E27FC236}">
                <a16:creationId xmlns:a16="http://schemas.microsoft.com/office/drawing/2014/main" id="{51EA4403-2E6C-445E-BD6E-E4111BE47FA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7928952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24">
            <a:extLst xmlns:a="http://schemas.openxmlformats.org/drawingml/2006/main">
              <a:ext uri="{FF2B5EF4-FFF2-40B4-BE49-F238E27FC236}">
                <a16:creationId xmlns:a16="http://schemas.microsoft.com/office/drawing/2014/main" id="{C9BEC654-1D62-45CD-976F-B8F1EB8698A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SENSITIVITÄT</a:t>
            </a:r>
          </a:p>
        </p:txBody>
      </p:sp>
      <p:sp>
        <p:nvSpPr>
          <p:cNvPr id="2" name="block-225">
            <a:extLst xmlns:a="http://schemas.openxmlformats.org/drawingml/2006/main">
              <a:ext uri="{FF2B5EF4-FFF2-40B4-BE49-F238E27FC236}">
                <a16:creationId xmlns:a16="http://schemas.microsoft.com/office/drawing/2014/main" id="{C53F7EB0-AE68-4A93-86BB-ACF760646F9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226">
            <a:extLst xmlns:a="http://schemas.openxmlformats.org/drawingml/2006/main">
              <a:ext uri="{FF2B5EF4-FFF2-40B4-BE49-F238E27FC236}">
                <a16:creationId xmlns:a16="http://schemas.microsoft.com/office/drawing/2014/main" id="{BD9BFCC5-224B-4018-8059-88B4C5B1E61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227">
            <a:extLst xmlns:a="http://schemas.openxmlformats.org/drawingml/2006/main">
              <a:ext uri="{FF2B5EF4-FFF2-40B4-BE49-F238E27FC236}">
                <a16:creationId xmlns:a16="http://schemas.microsoft.com/office/drawing/2014/main" id="{9FFFA40E-1592-45CF-BB44-C8D7D17C56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88ccb45978c490a"/>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8">
            <a:extLst xmlns:a="http://schemas.openxmlformats.org/drawingml/2006/main">
              <a:ext uri="{FF2B5EF4-FFF2-40B4-BE49-F238E27FC236}">
                <a16:creationId xmlns:a16="http://schemas.microsoft.com/office/drawing/2014/main" id="{587CF0B3-9423-406B-91AC-075AEB8E3FE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29">
            <a:extLst xmlns:a="http://schemas.openxmlformats.org/drawingml/2006/main">
              <a:ext uri="{FF2B5EF4-FFF2-40B4-BE49-F238E27FC236}">
                <a16:creationId xmlns:a16="http://schemas.microsoft.com/office/drawing/2014/main" id="{8263E313-5B9C-41DF-922E-B76E52CCCE1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18</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83af39f7076442ff"/>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230">
            <a:extLst xmlns:a="http://schemas.openxmlformats.org/drawingml/2006/main">
              <a:ext uri="{FF2B5EF4-FFF2-40B4-BE49-F238E27FC236}">
                <a16:creationId xmlns:a16="http://schemas.microsoft.com/office/drawing/2014/main" id="{F4DC3108-9707-414D-AFF1-DE412FEA434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231">
            <a:extLst xmlns:a="http://schemas.openxmlformats.org/drawingml/2006/main">
              <a:ext uri="{FF2B5EF4-FFF2-40B4-BE49-F238E27FC236}">
                <a16:creationId xmlns:a16="http://schemas.microsoft.com/office/drawing/2014/main" id="{EA53999F-B80F-4BF9-891B-879D03E3903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425614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32">
            <a:extLst xmlns:a="http://schemas.openxmlformats.org/drawingml/2006/main">
              <a:ext uri="{FF2B5EF4-FFF2-40B4-BE49-F238E27FC236}">
                <a16:creationId xmlns:a16="http://schemas.microsoft.com/office/drawing/2014/main" id="{9EE1BBA8-695A-46A3-A5D4-4158E37E967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MODELLKONFIGURATION</a:t>
            </a:r>
          </a:p>
        </p:txBody>
      </p:sp>
      <p:sp>
        <p:nvSpPr>
          <p:cNvPr id="2" name="block-233">
            <a:extLst xmlns:a="http://schemas.openxmlformats.org/drawingml/2006/main">
              <a:ext uri="{FF2B5EF4-FFF2-40B4-BE49-F238E27FC236}">
                <a16:creationId xmlns:a16="http://schemas.microsoft.com/office/drawing/2014/main" id="{6FA9CEDB-5D5A-4ACB-BD58-F38281C47A5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234">
            <a:extLst xmlns:a="http://schemas.openxmlformats.org/drawingml/2006/main">
              <a:ext uri="{FF2B5EF4-FFF2-40B4-BE49-F238E27FC236}">
                <a16:creationId xmlns:a16="http://schemas.microsoft.com/office/drawing/2014/main" id="{496B786D-A7E4-4230-8AD3-0D55DAB7F09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235">
            <a:extLst xmlns:a="http://schemas.openxmlformats.org/drawingml/2006/main">
              <a:ext uri="{FF2B5EF4-FFF2-40B4-BE49-F238E27FC236}">
                <a16:creationId xmlns:a16="http://schemas.microsoft.com/office/drawing/2014/main" id="{C66E37CB-6EDB-4B90-A8A4-2AF75E3990C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3e70dc88d79404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36">
            <a:extLst xmlns:a="http://schemas.openxmlformats.org/drawingml/2006/main">
              <a:ext uri="{FF2B5EF4-FFF2-40B4-BE49-F238E27FC236}">
                <a16:creationId xmlns:a16="http://schemas.microsoft.com/office/drawing/2014/main" id="{4088B856-9C09-4739-A0B6-EC907AC8CDD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37">
            <a:extLst xmlns:a="http://schemas.openxmlformats.org/drawingml/2006/main">
              <a:ext uri="{FF2B5EF4-FFF2-40B4-BE49-F238E27FC236}">
                <a16:creationId xmlns:a16="http://schemas.microsoft.com/office/drawing/2014/main" id="{572D0657-DC60-4BF5-AC84-4144D538D9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18</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eabf0472ebab4f7e"/>
          </a:graphicData>
        </a:graphic>
      </p:graphicFrame>
      <p:sp>
        <p:nvSpPr>
          <p:cNvPr id="9" name="block-238">
            <a:extLst xmlns:a="http://schemas.openxmlformats.org/drawingml/2006/main">
              <a:ext uri="{FF2B5EF4-FFF2-40B4-BE49-F238E27FC236}">
                <a16:creationId xmlns:a16="http://schemas.microsoft.com/office/drawing/2014/main" id="{049019E7-5858-4511-AAA6-D9283DEDD3FC}"/>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239">
            <a:extLst xmlns:a="http://schemas.openxmlformats.org/drawingml/2006/main">
              <a:ext uri="{FF2B5EF4-FFF2-40B4-BE49-F238E27FC236}">
                <a16:creationId xmlns:a16="http://schemas.microsoft.com/office/drawing/2014/main" id="{C4DD9C5D-5E56-44ED-8B4B-931F5BA90401}"/>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18705254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240">
            <a:extLst xmlns:a="http://schemas.openxmlformats.org/drawingml/2006/main">
              <a:ext uri="{FF2B5EF4-FFF2-40B4-BE49-F238E27FC236}">
                <a16:creationId xmlns:a16="http://schemas.microsoft.com/office/drawing/2014/main" id="{448D197E-5BDD-41ED-8168-76ACE009C3E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BEGRIFFE</a:t>
            </a:r>
          </a:p>
        </p:txBody>
      </p:sp>
      <p:sp>
        <p:nvSpPr>
          <p:cNvPr id="2" name="block-241">
            <a:extLst xmlns:a="http://schemas.openxmlformats.org/drawingml/2006/main">
              <a:ext uri="{FF2B5EF4-FFF2-40B4-BE49-F238E27FC236}">
                <a16:creationId xmlns:a16="http://schemas.microsoft.com/office/drawing/2014/main" id="{CFDDDAB8-F8BC-40A3-9B87-B3FE5807DA7A}"/>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242">
            <a:extLst xmlns:a="http://schemas.openxmlformats.org/drawingml/2006/main">
              <a:ext uri="{FF2B5EF4-FFF2-40B4-BE49-F238E27FC236}">
                <a16:creationId xmlns:a16="http://schemas.microsoft.com/office/drawing/2014/main" id="{B3F1B4A3-AE16-467F-BDC7-29291B43263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243">
            <a:extLst xmlns:a="http://schemas.openxmlformats.org/drawingml/2006/main">
              <a:ext uri="{FF2B5EF4-FFF2-40B4-BE49-F238E27FC236}">
                <a16:creationId xmlns:a16="http://schemas.microsoft.com/office/drawing/2014/main" id="{FA00AB8F-BB7B-48CC-9CAB-F877486ECF5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4016ff4b18c4b0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4">
            <a:extLst xmlns:a="http://schemas.openxmlformats.org/drawingml/2006/main">
              <a:ext uri="{FF2B5EF4-FFF2-40B4-BE49-F238E27FC236}">
                <a16:creationId xmlns:a16="http://schemas.microsoft.com/office/drawing/2014/main" id="{E27388E1-30C9-49ED-8D5E-62512AA8844F}"/>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45">
            <a:extLst xmlns:a="http://schemas.openxmlformats.org/drawingml/2006/main">
              <a:ext uri="{FF2B5EF4-FFF2-40B4-BE49-F238E27FC236}">
                <a16:creationId xmlns:a16="http://schemas.microsoft.com/office/drawing/2014/main" id="{86520C58-B29C-42C0-94A6-093EDA210BB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18</a:t>
            </a:r>
          </a:p>
        </p:txBody>
      </p:sp>
      <p:sp>
        <p:nvSpPr>
          <p:cNvPr id="8" name="block-246">
            <a:extLst xmlns:a="http://schemas.openxmlformats.org/drawingml/2006/main">
              <a:ext uri="{FF2B5EF4-FFF2-40B4-BE49-F238E27FC236}">
                <a16:creationId xmlns:a16="http://schemas.microsoft.com/office/drawing/2014/main" id="{82260602-217E-4CDB-BDA4-6ABAB01A7F0F}"/>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247">
            <a:extLst xmlns:a="http://schemas.openxmlformats.org/drawingml/2006/main">
              <a:ext uri="{FF2B5EF4-FFF2-40B4-BE49-F238E27FC236}">
                <a16:creationId xmlns:a16="http://schemas.microsoft.com/office/drawing/2014/main" id="{FAA85294-151A-4B47-A2A1-E47E56EA0500}"/>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248">
            <a:extLst xmlns:a="http://schemas.openxmlformats.org/drawingml/2006/main">
              <a:ext uri="{FF2B5EF4-FFF2-40B4-BE49-F238E27FC236}">
                <a16:creationId xmlns:a16="http://schemas.microsoft.com/office/drawing/2014/main" id="{2DE76998-82C9-473C-8C55-C3B7694C4EE3}"/>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249">
            <a:extLst xmlns:a="http://schemas.openxmlformats.org/drawingml/2006/main">
              <a:ext uri="{FF2B5EF4-FFF2-40B4-BE49-F238E27FC236}">
                <a16:creationId xmlns:a16="http://schemas.microsoft.com/office/drawing/2014/main" id="{560E7B59-6CBD-4A3D-AF49-7B19CE6CFDC3}"/>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0">
            <a:extLst xmlns:a="http://schemas.openxmlformats.org/drawingml/2006/main">
              <a:ext uri="{FF2B5EF4-FFF2-40B4-BE49-F238E27FC236}">
                <a16:creationId xmlns:a16="http://schemas.microsoft.com/office/drawing/2014/main" id="{53AA57E1-8821-4F1D-AE3A-CD7CA8F3B05D}"/>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251">
            <a:extLst xmlns:a="http://schemas.openxmlformats.org/drawingml/2006/main">
              <a:ext uri="{FF2B5EF4-FFF2-40B4-BE49-F238E27FC236}">
                <a16:creationId xmlns:a16="http://schemas.microsoft.com/office/drawing/2014/main" id="{623F6185-D442-41E2-8082-9F7D859721FD}"/>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252">
            <a:extLst xmlns:a="http://schemas.openxmlformats.org/drawingml/2006/main">
              <a:ext uri="{FF2B5EF4-FFF2-40B4-BE49-F238E27FC236}">
                <a16:creationId xmlns:a16="http://schemas.microsoft.com/office/drawing/2014/main" id="{97D0A396-DC83-4026-8DBB-1645FDC67794}"/>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253">
            <a:extLst xmlns:a="http://schemas.openxmlformats.org/drawingml/2006/main">
              <a:ext uri="{FF2B5EF4-FFF2-40B4-BE49-F238E27FC236}">
                <a16:creationId xmlns:a16="http://schemas.microsoft.com/office/drawing/2014/main" id="{8CBCDCD9-3A2C-4BF4-9769-CB7507E279AD}"/>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254">
            <a:extLst xmlns:a="http://schemas.openxmlformats.org/drawingml/2006/main">
              <a:ext uri="{FF2B5EF4-FFF2-40B4-BE49-F238E27FC236}">
                <a16:creationId xmlns:a16="http://schemas.microsoft.com/office/drawing/2014/main" id="{721B8A4F-E5E3-4F0D-A74E-95FA7EF989D4}"/>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255">
            <a:extLst xmlns:a="http://schemas.openxmlformats.org/drawingml/2006/main">
              <a:ext uri="{FF2B5EF4-FFF2-40B4-BE49-F238E27FC236}">
                <a16:creationId xmlns:a16="http://schemas.microsoft.com/office/drawing/2014/main" id="{C775FEFC-1C37-41FC-BB9F-491C55746E1A}"/>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256">
            <a:extLst xmlns:a="http://schemas.openxmlformats.org/drawingml/2006/main">
              <a:ext uri="{FF2B5EF4-FFF2-40B4-BE49-F238E27FC236}">
                <a16:creationId xmlns:a16="http://schemas.microsoft.com/office/drawing/2014/main" id="{0BB6DCCC-8C4A-4310-A9D0-AF24586255AA}"/>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257">
            <a:extLst xmlns:a="http://schemas.openxmlformats.org/drawingml/2006/main">
              <a:ext uri="{FF2B5EF4-FFF2-40B4-BE49-F238E27FC236}">
                <a16:creationId xmlns:a16="http://schemas.microsoft.com/office/drawing/2014/main" id="{461BD74A-A905-47D0-851A-182AEA85D503}"/>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58">
            <a:extLst xmlns:a="http://schemas.openxmlformats.org/drawingml/2006/main">
              <a:ext uri="{FF2B5EF4-FFF2-40B4-BE49-F238E27FC236}">
                <a16:creationId xmlns:a16="http://schemas.microsoft.com/office/drawing/2014/main" id="{215A6F1F-E317-4578-9641-D8B1FBE440C5}"/>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259">
            <a:extLst xmlns:a="http://schemas.openxmlformats.org/drawingml/2006/main">
              <a:ext uri="{FF2B5EF4-FFF2-40B4-BE49-F238E27FC236}">
                <a16:creationId xmlns:a16="http://schemas.microsoft.com/office/drawing/2014/main" id="{B44281EE-758B-4134-951B-F831F7AC664F}"/>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260">
            <a:extLst xmlns:a="http://schemas.openxmlformats.org/drawingml/2006/main">
              <a:ext uri="{FF2B5EF4-FFF2-40B4-BE49-F238E27FC236}">
                <a16:creationId xmlns:a16="http://schemas.microsoft.com/office/drawing/2014/main" id="{591814A3-1C50-4726-8EDB-10D082F5B2F2}"/>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261">
            <a:extLst xmlns:a="http://schemas.openxmlformats.org/drawingml/2006/main">
              <a:ext uri="{FF2B5EF4-FFF2-40B4-BE49-F238E27FC236}">
                <a16:creationId xmlns:a16="http://schemas.microsoft.com/office/drawing/2014/main" id="{E1CDC4C8-0349-4A91-93F8-598AC124807F}"/>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262">
            <a:extLst xmlns:a="http://schemas.openxmlformats.org/drawingml/2006/main">
              <a:ext uri="{FF2B5EF4-FFF2-40B4-BE49-F238E27FC236}">
                <a16:creationId xmlns:a16="http://schemas.microsoft.com/office/drawing/2014/main" id="{43D8690B-2515-4758-86A1-44FC79D63689}"/>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60942812"/>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IBM Plex Sans"/>
        <a:ea typeface="Calibri Light"/>
        <a:cs typeface="Calibri Light"/>
      </a:majorFont>
      <a:minorFont>
        <a:latin typeface="IBM Plex Sans"/>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2026-09-24T19:31:14.6670000Z</dcterms:created>
  <dcterms:modified xsi:type="dcterms:W3CDTF">2026-09-24T19:31:14.6670000Z</dcterms:modified>
</coreProperties>
</file>