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5.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6.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7.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8.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9.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0.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a07a1e68a8a4c15" /><Relationship Type="http://schemas.openxmlformats.org/officeDocument/2006/relationships/extended-properties" Target="/docProps/app.xml" Id="Rf4eba6a0aa524e45" /><Relationship Type="http://schemas.openxmlformats.org/officeDocument/2006/relationships/officeDocument" Target="/ppt/presentation.xml" Id="R79821e58ef8742ae" /></Relationships>
</file>

<file path=ppt/presentation.xml><?xml version="1.0" encoding="utf-8"?>
<p:presentation xmlns:p="http://schemas.openxmlformats.org/presentationml/2006/main">
  <p:sldMasterIdLst>
    <p:sldMasterId xmlns:r="http://schemas.openxmlformats.org/officeDocument/2006/relationships" id="2147483648" r:id="R6bd31d6652074bd1"/>
  </p:sldMasterIdLst>
  <p:notesMasterIdLst>
    <p:notesMasterId xmlns:r="http://schemas.openxmlformats.org/officeDocument/2006/relationships" r:id="R5def74d83bd342a2"/>
  </p:notesMasterIdLst>
  <p:sldIdLst>
    <p:sldId xmlns:r="http://schemas.openxmlformats.org/officeDocument/2006/relationships" id="256" r:id="R95846e40990e42c0"/>
    <p:sldId xmlns:r="http://schemas.openxmlformats.org/officeDocument/2006/relationships" id="257" r:id="Rf83f38cbd97f4d2c"/>
    <p:sldId xmlns:r="http://schemas.openxmlformats.org/officeDocument/2006/relationships" id="258" r:id="Rb2baf020ef3e4a4b"/>
    <p:sldId xmlns:r="http://schemas.openxmlformats.org/officeDocument/2006/relationships" id="259" r:id="R970a4edce2d34f9a"/>
    <p:sldId xmlns:r="http://schemas.openxmlformats.org/officeDocument/2006/relationships" id="260" r:id="R80028c58966b4e20"/>
    <p:sldId xmlns:r="http://schemas.openxmlformats.org/officeDocument/2006/relationships" id="261" r:id="Re4dac0bb86db4dcd"/>
    <p:sldId xmlns:r="http://schemas.openxmlformats.org/officeDocument/2006/relationships" id="262" r:id="R16b005ff27fa4356"/>
    <p:sldId xmlns:r="http://schemas.openxmlformats.org/officeDocument/2006/relationships" id="263" r:id="Rf8dde42bbdef412d"/>
    <p:sldId xmlns:r="http://schemas.openxmlformats.org/officeDocument/2006/relationships" id="264" r:id="R3b32682dec6748f7"/>
    <p:sldId xmlns:r="http://schemas.openxmlformats.org/officeDocument/2006/relationships" id="265" r:id="R4ab1f39ab2f44f88"/>
    <p:sldId xmlns:r="http://schemas.openxmlformats.org/officeDocument/2006/relationships" id="266" r:id="R4529071c3ff0462e"/>
    <p:sldId xmlns:r="http://schemas.openxmlformats.org/officeDocument/2006/relationships" id="267" r:id="Rab7166e210794f97"/>
    <p:sldId xmlns:r="http://schemas.openxmlformats.org/officeDocument/2006/relationships" id="268" r:id="Rc8839656da624467"/>
    <p:sldId xmlns:r="http://schemas.openxmlformats.org/officeDocument/2006/relationships" id="269" r:id="R070365ef527c41a1"/>
    <p:sldId xmlns:r="http://schemas.openxmlformats.org/officeDocument/2006/relationships" id="270" r:id="R29fe4e9f1ad44eda"/>
    <p:sldId xmlns:r="http://schemas.openxmlformats.org/officeDocument/2006/relationships" id="271" r:id="Rfc647a6520374481"/>
    <p:sldId xmlns:r="http://schemas.openxmlformats.org/officeDocument/2006/relationships" id="272" r:id="R0afef1fe4f4647c9"/>
    <p:sldId xmlns:r="http://schemas.openxmlformats.org/officeDocument/2006/relationships" id="273" r:id="Rf8a902ed40ca471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ac2beee76f04f04" /><Relationship Type="http://schemas.openxmlformats.org/officeDocument/2006/relationships/slideMaster" Target="/ppt/slideMasters/slideMaster1.xml" Id="R6bd31d6652074bd1" /><Relationship Type="http://schemas.openxmlformats.org/officeDocument/2006/relationships/notesMaster" Target="/ppt/notesMasters/notesMaster1.xml" Id="R5def74d83bd342a2" /><Relationship Type="http://schemas.openxmlformats.org/officeDocument/2006/relationships/presProps" Target="/ppt/presProps.xml" Id="R33135fa31f204271" /><Relationship Type="http://schemas.openxmlformats.org/officeDocument/2006/relationships/tableStyles" Target="/ppt/tableStyles.xml" Id="R6fc18a51d3e04f60" /><Relationship Type="http://schemas.openxmlformats.org/officeDocument/2006/relationships/slide" Target="/ppt/slides/slide1.xml" Id="R95846e40990e42c0" /><Relationship Type="http://schemas.openxmlformats.org/officeDocument/2006/relationships/slide" Target="/ppt/slides/slide2.xml" Id="Rf83f38cbd97f4d2c" /><Relationship Type="http://schemas.openxmlformats.org/officeDocument/2006/relationships/slide" Target="/ppt/slides/slide3.xml" Id="Rb2baf020ef3e4a4b" /><Relationship Type="http://schemas.openxmlformats.org/officeDocument/2006/relationships/slide" Target="/ppt/slides/slide4.xml" Id="R970a4edce2d34f9a" /><Relationship Type="http://schemas.openxmlformats.org/officeDocument/2006/relationships/slide" Target="/ppt/slides/slide5.xml" Id="R80028c58966b4e20" /><Relationship Type="http://schemas.openxmlformats.org/officeDocument/2006/relationships/slide" Target="/ppt/slides/slide6.xml" Id="Re4dac0bb86db4dcd" /><Relationship Type="http://schemas.openxmlformats.org/officeDocument/2006/relationships/slide" Target="/ppt/slides/slide7.xml" Id="R16b005ff27fa4356" /><Relationship Type="http://schemas.openxmlformats.org/officeDocument/2006/relationships/slide" Target="/ppt/slides/slide8.xml" Id="Rf8dde42bbdef412d" /><Relationship Type="http://schemas.openxmlformats.org/officeDocument/2006/relationships/slide" Target="/ppt/slides/slide9.xml" Id="R3b32682dec6748f7" /><Relationship Type="http://schemas.openxmlformats.org/officeDocument/2006/relationships/slide" Target="/ppt/slides/slide10.xml" Id="R4ab1f39ab2f44f88" /><Relationship Type="http://schemas.openxmlformats.org/officeDocument/2006/relationships/slide" Target="/ppt/slides/slide11.xml" Id="R4529071c3ff0462e" /><Relationship Type="http://schemas.openxmlformats.org/officeDocument/2006/relationships/slide" Target="/ppt/slides/slide12.xml" Id="Rab7166e210794f97" /><Relationship Type="http://schemas.openxmlformats.org/officeDocument/2006/relationships/slide" Target="/ppt/slides/slide13.xml" Id="Rc8839656da624467" /><Relationship Type="http://schemas.openxmlformats.org/officeDocument/2006/relationships/slide" Target="/ppt/slides/slide14.xml" Id="R070365ef527c41a1" /><Relationship Type="http://schemas.openxmlformats.org/officeDocument/2006/relationships/slide" Target="/ppt/slides/slide15.xml" Id="R29fe4e9f1ad44eda" /><Relationship Type="http://schemas.openxmlformats.org/officeDocument/2006/relationships/slide" Target="/ppt/slides/slide16.xml" Id="Rfc647a6520374481" /><Relationship Type="http://schemas.openxmlformats.org/officeDocument/2006/relationships/slide" Target="/ppt/slides/slide17.xml" Id="R0afef1fe4f4647c9" /><Relationship Type="http://schemas.openxmlformats.org/officeDocument/2006/relationships/slide" Target="/ppt/slides/slide18.xml" Id="Rf8a902ed40ca47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efe917aa2e4a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StadtWerke Westhafen">
      <a:dk1>
        <a:srgbClr val="141A21"/>
      </a:dk1>
      <a:lt1>
        <a:srgbClr val="FFFFFF"/>
      </a:lt1>
      <a:dk2>
        <a:srgbClr val="063659"/>
      </a:dk2>
      <a:lt2>
        <a:srgbClr val="F1F4F7"/>
      </a:lt2>
      <a:accent1>
        <a:srgbClr val="084878"/>
      </a:accent1>
      <a:accent2>
        <a:srgbClr val="0090C8"/>
      </a:accent2>
      <a:accent3>
        <a:srgbClr val="0080A0"/>
      </a:accent3>
      <a:accent4>
        <a:srgbClr val="A86505"/>
      </a:accent4>
      <a:accent5>
        <a:srgbClr val="B3261E"/>
      </a:accent5>
      <a:accent6>
        <a:srgbClr val="8C98A6"/>
      </a:accent6>
      <a:hlink>
        <a:srgbClr val="0080A0"/>
      </a:hlink>
      <a:folHlink>
        <a:srgbClr val="084878"/>
      </a:folHlink>
    </a:clrScheme>
    <a:fontScheme name="Office">
      <a:majorFont>
        <a:latin typeface="Calibri Light"/>
        <a:ea typeface="Calibri Light"/>
        <a:cs typeface="Calibri Light"/>
      </a:majorFont>
      <a:minorFont>
        <a:latin typeface="Calibri"/>
        <a:ea typeface="Calibri"/>
        <a:cs typeface="Calibri"/>
      </a:minorFont>
    </a:fontScheme>
    <a:fmtScheme name="StadtWerke Westhafe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4aef1fc1944cdb" /><Relationship Type="http://schemas.openxmlformats.org/officeDocument/2006/relationships/notesMaster" Target="/ppt/notesMasters/notesMaster1.xml" Id="Rd74e76c7723e47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dc511987d7d48c8" /><Relationship Type="http://schemas.openxmlformats.org/officeDocument/2006/relationships/notesMaster" Target="/ppt/notesMasters/notesMaster1.xml" Id="R1485926f6bdb47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3159489dba04e70" /><Relationship Type="http://schemas.openxmlformats.org/officeDocument/2006/relationships/notesMaster" Target="/ppt/notesMasters/notesMaster1.xml" Id="R993c9ec4c4734d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5e6ff451660453e" /><Relationship Type="http://schemas.openxmlformats.org/officeDocument/2006/relationships/notesMaster" Target="/ppt/notesMasters/notesMaster1.xml" Id="R8e30489efc9744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c7d195cfb8341dc" /><Relationship Type="http://schemas.openxmlformats.org/officeDocument/2006/relationships/notesMaster" Target="/ppt/notesMasters/notesMaster1.xml" Id="R507ce29677614442" /></Relationships>
</file>

<file path=ppt/notesSlides/_rels/notesSlide6.xml.rels>&#65279;<?xml version="1.0" encoding="utf-8"?><Relationships xmlns="http://schemas.openxmlformats.org/package/2006/relationships"><Relationship Type="http://schemas.openxmlformats.org/officeDocument/2006/relationships/slide" Target="/ppt/slides/slide6.xml" Id="R90681abd4b664992" /><Relationship Type="http://schemas.openxmlformats.org/officeDocument/2006/relationships/notesMaster" Target="/ppt/notesMasters/notesMaster1.xml" Id="R0feccdd748b741cf" /></Relationships>
</file>

<file path=ppt/notesSlides/_rels/notesSlide7.xml.rels>&#65279;<?xml version="1.0" encoding="utf-8"?><Relationships xmlns="http://schemas.openxmlformats.org/package/2006/relationships"><Relationship Type="http://schemas.openxmlformats.org/officeDocument/2006/relationships/slide" Target="/ppt/slides/slide7.xml" Id="R5f9d6f43d2f04feb" /><Relationship Type="http://schemas.openxmlformats.org/officeDocument/2006/relationships/notesMaster" Target="/ppt/notesMasters/notesMaster1.xml" Id="R8bde181811584df3" /></Relationships>
</file>

<file path=ppt/notesSlides/_rels/notesSlide8.xml.rels>&#65279;<?xml version="1.0" encoding="utf-8"?><Relationships xmlns="http://schemas.openxmlformats.org/package/2006/relationships"><Relationship Type="http://schemas.openxmlformats.org/officeDocument/2006/relationships/slide" Target="/ppt/slides/slide8.xml" Id="R20d55f4432f34735" /><Relationship Type="http://schemas.openxmlformats.org/officeDocument/2006/relationships/notesMaster" Target="/ppt/notesMasters/notesMaster1.xml" Id="R0130e79708be422e" /></Relationships>
</file>

<file path=ppt/notesSlides/_rels/notesSlide9.xml.rels>&#65279;<?xml version="1.0" encoding="utf-8"?><Relationships xmlns="http://schemas.openxmlformats.org/package/2006/relationships"><Relationship Type="http://schemas.openxmlformats.org/officeDocument/2006/relationships/slide" Target="/ppt/slides/slide9.xml" Id="Re719035c765f43f3" /><Relationship Type="http://schemas.openxmlformats.org/officeDocument/2006/relationships/notesMaster" Target="/ppt/notesMasters/notesMaster1.xml" Id="R4543f826fd74408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3f0c7a495e5427e" /><Relationship Type="http://schemas.openxmlformats.org/officeDocument/2006/relationships/notesMaster" Target="/ppt/notesMasters/notesMaster1.xml" Id="R8bac5c6ec5c0443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3620d4ebb954b51" /><Relationship Type="http://schemas.openxmlformats.org/officeDocument/2006/relationships/notesMaster" Target="/ppt/notesMasters/notesMaster1.xml" Id="Rbe6909c6e9cf49d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c3efb27ce994126" /><Relationship Type="http://schemas.openxmlformats.org/officeDocument/2006/relationships/notesMaster" Target="/ppt/notesMasters/notesMaster1.xml" Id="R5cf7e3db026f4ff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5f2b31cfe5443f2" /><Relationship Type="http://schemas.openxmlformats.org/officeDocument/2006/relationships/notesMaster" Target="/ppt/notesMasters/notesMaster1.xml" Id="R893892ee7b75461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6ba70fc045d4e36" /><Relationship Type="http://schemas.openxmlformats.org/officeDocument/2006/relationships/notesMaster" Target="/ppt/notesMasters/notesMaster1.xml" Id="Rceb9d92ebcc54bc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8c850f97cdd40b5" /><Relationship Type="http://schemas.openxmlformats.org/officeDocument/2006/relationships/notesMaster" Target="/ppt/notesMasters/notesMaster1.xml" Id="R82ac02612704412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fd113826ac74d51" /><Relationship Type="http://schemas.openxmlformats.org/officeDocument/2006/relationships/notesMaster" Target="/ppt/notesMasters/notesMaster1.xml" Id="Reaf165aa967446e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ce83378c93844d9" /><Relationship Type="http://schemas.openxmlformats.org/officeDocument/2006/relationships/notesMaster" Target="/ppt/notesMasters/notesMaster1.xml" Id="R620cc192d87d48e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8aa7e23a9b948ca" /><Relationship Type="http://schemas.openxmlformats.org/officeDocument/2006/relationships/notesMaster" Target="/ppt/notesMasters/notesMaster1.xml" Id="Rd4d66bd1c3ff40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Mein Teil beginnt dort, wo aus den aufbereiteten Daten eine belastbare Prognose und anschließend ein Prüfprozess entsteht. Das Ziel ist nicht, automatisch einen Defekt festzustellen. Das Modell soll zeigen, welcher Zähler-Monat ungewöhnlich stark von seinem erwarteten Verbrauch abweicht und deshalb fachlich geprüft werden sollte.</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Zuerst schätzt das Modell, welcher Monatsverbrauch unter den bekannten Bedingungen zu erwarten wäre. Sobald der tatsächliche Wert vorliegt, berechnen wir das Residuum: Istwert minus Prognose. Überschreitet der Betrag dieses Fehlers unsere gelernte Grenze, entsteht ein Prüfhinweis. Erst die anschließende Daten-, Kontext- und Fachprüfung entscheidet, ob wirklich ein relevanter Sachverhalt vorliegt.</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Ein großer Anschluss verbraucht naturgemäß mehr Kilowattstunden als ein kleiner. Deshalb normalisieren wir den Verbrauch durch die vertragliche Leistung. Vollaststunden sind hier keine gemessene Laufzeit, sondern eine Vergleichsgröße. Das Modell lernt in VLS-Stunden; für die verständliche Bewertung rechnen wir die Prognose anschließend wieder in Kilowattstunden zurück.</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Wir mischen die Zeitreihe nicht zufällig. In jedem Fold lernt das Modell nur aus bereits vergangenen Monaten und wird auf späteren Monaten bewertet. Der Lernbereich wächst dabei von Fold zu Fold. November und Dezember 2024 verwenden wir anschließend nicht zur Modellwahl, sondern zur Festlegung der Fehlergrenze. So verhindern wir, dass Informationen aus der Zukunft in frühere Prognosen geraten.</a:t>
            </a:r>
          </a:p>
          <a:p xmlns:a="http://schemas.openxmlformats.org/drawingml/2006/main">
            <a:r>
              <a:t/>
            </a:r>
          </a:p>
          <a:p xmlns:a="http://schemas.openxmlformats.org/drawingml/2006/main">
            <a:r>
              <a:t>Zeitleiste: Vollständige Monate Jan–Apr/Mai–Jun, Jan–Jun/Jul–Aug und Jan–Aug/Sep–Okt 2024. Kalibrierung Nov–Dez: n=1.397. Entwicklung: n=8.389. Benchmark: n=8.398. Keine zufällige Aufteilung.</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lineare Regression ist unsere verständliche Referenz; der Random Forest kann zusätzlich nichtlineare Zusammenhänge abbilden. Statt einer unnötig großen Grid Search haben wir acht fachlich kontrollierte Kombinationen im gleichen zeitlichen Validierungsrahmen geprüft. Das sind 24 Fits. Gewonnen hat die Kombination mit dem niedrigsten mittleren RMSE – das Testjahr 2025 hatte auf diese Wahl keinen Einfluss.</a:t>
            </a:r>
          </a:p>
          <a:p xmlns:a="http://schemas.openxmlformats.org/drawingml/2006/main">
            <a:r>
              <a:t/>
            </a:r>
          </a:p>
          <a:p xmlns:a="http://schemas.openxmlformats.org/drawingml/2006/main">
            <a:r>
              <a:t>Suchraum: max_depth [8,None], min_samples_leaf [5,20], max_features [0.7,1.0], also 8 Konfigurationen × 3 Zeit-Folds = 24 Fits. n_estimators=300, random_state=42. 2025 beeinflusst keine Hyperparameterauswahl.</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Diagramm zeigt den mittleren RMSE je Modell über drei Zeit-Folds. Random Forest gewinnt im Mittel mit 13.272 kWh. Gegenüber der linearen Regression beträgt der Vorteil rund 2,7 %. Die vollständigen Fold-Werte stehen unten in diesen Notizen, die RF-Einzelfolds im Anhang. Im dritten Fold ist die lineare Regression besser.</a:t>
            </a:r>
          </a:p>
          <a:p xmlns:a="http://schemas.openxmlformats.org/drawingml/2006/main">
            <a:r>
              <a:t/>
            </a:r>
          </a:p>
          <a:p xmlns:a="http://schemas.openxmlformats.org/drawingml/2006/main">
            <a:r>
              <a:t>Korrektur der ursprünglichen Formulierung: RF gewinnt nicht jeden Fold. RMSE-Foldwerte und Standardabweichungen: [{"model":"Vormonat","mean_rmse_kwh":18460.47609298061,"sd_population_kwh":6366.1730527299405,"folds_rmse_kwh":[26814.404020205373,11376.425074254827,17190.599184481634]},{"model":"Bis-zu-3-Monats-Mittel","mean_rmse_kwh":15483.069878822345,"sd_population_kwh":3069.578876365332,"folds_rmse_kwh":[19633.473270545182,12306.012710667008,14509.723655254844]},{"model":"Lineare Regression","mean_rmse_kwh":13643.03595825031,"sd_population_kwh":3471.80693623648,"folds_rmse_kwh":[17834.051987945142,9332.4199137844,13762.63597302139]},{"model":"Random Forest","mean_rmse_kwh":13272.407403235326,"sd_population_kwh":3842.639978730246,"folds_rmse_kwh":[17537.588230078927,8223.484122161364,14056.149857465687]}]. Die Standardabweichung zwischen Folds beschreibt keine Unsicherheit einer einzelnen Prognose.</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Danach prüfen wir die getroffene Modellentscheidung retrospektiv auf 2025. One Step Ahead bedeutet: Für jeden Monat werden nur die zu diesem Zeitpunkt bekannten Informationen verwendet; anschließend wird mit dem eingetroffenen Istwert bewertet. Über 8.398 Zähler-Monate erreicht der Random Forest einen RMSE von 9.188 und einen MAE von 3.725 Kilowattstunden. Gegenüber dem besten einfachen Vergleich, dem Drei-Monats-Mittel, sinkt der RMSE um 15,9 Prozent. Retrospektiv heißt: 2025 ist inzwischen bekannt und daher kein unangesehener Blindtest mehr. Nur der Vormonatsvergleich hat wegen zehn fehlender Werte n = 8.388; die entscheidende Gegenüberstellung zum Drei-Monats-Mittel nutzt dieselben 8.398 Fälle.</a:t>
            </a:r>
          </a:p>
          <a:p xmlns:a="http://schemas.openxmlformats.org/drawingml/2006/main">
            <a:r>
              <a:t/>
            </a:r>
          </a:p>
          <a:p xmlns:a="http://schemas.openxmlformats.org/drawingml/2006/main">
            <a:r>
              <a:t>Beste einfache Baseline: Bis-zu-3-Monats-Mittel. Relativer Vorteil berechnet als 1 − 9188.397030722987 / 10922.440645880763. Vergleichswerte: [{"model":"Vormonat","rmse_kwh":12385.537590520351,"n":8388},{"model":"Bis-zu-3-Monats-Mittel","rmse_kwh":10922.440645880763,"n":8398},{"model":"Lineare Regression","rmse_kwh":9414.216883067555,"n":8398},{"model":"Random Forest","rmse_kwh":9188.397030722987,"n":8398}]. Verfügbarkeit der Eingangsmerkmale muss vor Monatsbeginn sichergestellt werden.</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diese Auswertung mischen wir jeweils eine Informationsgruppe zufällig und lassen das trainierte Modell erneut vorhersagen. Steigt der RMSE stark, hat das Modell diese Information zuvor wirksam genutzt. Bei der Verbrauchshistorie steigt er um 7.349 Kilowattstunden – deutlich stärker als bei Produktionsplan oder Wartung. Weil zusammengehörige Spalten gemeinsam gemischt werden, messen wir den Beitrag der ganzen Informationsgruppe. Das ist Modellrelevanz, aber kein Beweis für einen kausalen Zusammenhang. Die Vertragsleistung wird bewusst nicht permutiert: Sie ist der feste Umrechnungsfaktor von VLS zurück in kWh.</a:t>
            </a:r>
          </a:p>
          <a:p xmlns:a="http://schemas.openxmlformats.org/drawingml/2006/main">
            <a:r>
              <a:t/>
            </a:r>
          </a:p>
          <a:p xmlns:a="http://schemas.openxmlformats.org/drawingml/2006/main">
            <a:r>
              <a:t>Gruppierte Permutation Importance auf Benchmark 2025. Vertragsleistung bleibt als fester Umrechnungsfaktor VLS → kWh unverändert. Wetterprognose steht für Heizgradtage, die im Betrieb nur als vorab verfügbarer Prognosewert verwendet werden dürfen. Produktionsplan und Wartung müssen vor Monatsbeginn bekannt sein.</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die Kalibrierung sortieren wir 1.397 absolute Out-of-Fold-Fehler aus November und Dezember 2024 von klein nach groß. Das 99. Perzentil ist eine Position in dieser Liste. Durch die übliche lineare Interpolation liegt die Schwelle bei 144,4 VLS-Stunden. 1.383 Fehler liegen bis zu dieser Grenze und 14 darüber. q99 ist keine Defektwahrscheinlichkeit und nicht automatisch der perfekte Sweet Spot. Es ist eine konservative, nachvollziehbare Pilotentscheidung ohne bereits bestätigte Anomalie-Labels.</a:t>
            </a:r>
          </a:p>
          <a:p xmlns:a="http://schemas.openxmlformats.org/drawingml/2006/main">
            <a:r>
              <a:t/>
            </a:r>
          </a:p>
          <a:p xmlns:a="http://schemas.openxmlformats.org/drawingml/2006/main">
            <a:r>
              <a:t>Exakte Schwelle 144,3547 VLS-h. (1397−1) × 0,99 = 1382,04. Interpolation zwischen Rang 1.383 und 1.384. 1.383 Fehler liegen bis zur Grenze, 14 darüber.</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Monatsbalken zeigen die Verteilung der 114 q99-Prüfhinweise über das Jahr 2025. Das entspricht durchschnittlich 9,5 Hinweisen pro Monat und 1,36 % der bewertbaren Zähler-Monate. Die 2024 kalibrierte Grenze bleibt unverändert. Die Abweichungen sind Arbeitsaufträge zur Prüfung, keine bestätigten Diagnosen.</a:t>
            </a:r>
          </a:p>
          <a:p xmlns:a="http://schemas.openxmlformats.org/drawingml/2006/main">
            <a:r>
              <a:t/>
            </a:r>
          </a:p>
          <a:p xmlns:a="http://schemas.openxmlformats.org/drawingml/2006/main">
            <a:r>
              <a:t>Die Monate 2025 sind anders verteilt als die Kalibrierung, daher beträgt die Hinweisquote 1,36 % und nicht exakt 1 %. Ein fehlender Hinweis ist ebenfalls keine bestätigte Unauffälligkeit. Monatliche Daten: [{"month_key":"2025-01","month_label":"01/2025","alerts":7,"high":3,"low":4,"dq_overlap":2},{"month_key":"2025-02","month_label":"02/2025","alerts":11,"high":2,"low":9,"dq_overlap":1},{"month_key":"2025-03","month_label":"03/2025","alerts":9,"high":5,"low":4,"dq_overlap":1},{"month_key":"2025-04","month_label":"04/2025","alerts":10,"high":6,"low":4,"dq_overlap":3},{"month_key":"2025-05","month_label":"05/2025","alerts":12,"high":7,"low":5,"dq_overlap":0},{"month_key":"2025-06","month_label":"06/2025","alerts":16,"high":11,"low":5,"dq_overlap":1},{"month_key":"2025-07","month_label":"07/2025","alerts":6,"high":5,"low":1,"dq_overlap":1},{"month_key":"2025-08","month_label":"08/2025","alerts":8,"high":6,"low":2,"dq_overlap":0},{"month_key":"2025-09","month_label":"09/2025","alerts":8,"high":5,"low":3,"dq_overlap":0},{"month_key":"2025-10","month_label":"10/2025","alerts":13,"high":9,"low":4,"dq_overlap":0},{"month_key":"2025-11","month_label":"11/2025","alerts":4,"high":2,"low":2,"dq_overlap":0},{"month_key":"2025-12","month_label":"12/2025","alerts":10,"high":7,"low":3,"dq_overlap":1}]</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Beim Zähler ZL-00147 sehen wir im August einen Istverbrauch von 23.563 gegenüber einer Prognose von 7.304 Kilowattstunden. Die Abweichung beträgt plus 16.260 Kilowattstunden beziehungsweise plus 331,8 VLS-Stunden. Geteilt durch die q99-Grenze ergibt das den Faktor plus 2,30: ein Prüfhinweis. Im September liegt der Istwert zwar deutlich unter der Prognose, aber die Abweichung beträgt nur minus 98,5 VLS-Stunden beziehungsweise Faktor minus 0,68. Sie bleibt innerhalb des Bandes. Der Faktor zeigt also die Stärke relativ zur Grenze – er ist keine Wahrscheinlichkeit.</a:t>
            </a:r>
          </a:p>
          <a:p xmlns:a="http://schemas.openxmlformats.org/drawingml/2006/main">
            <a:r>
              <a:t/>
            </a:r>
          </a:p>
          <a:p xmlns:a="http://schemas.openxmlformats.org/drawingml/2006/main">
            <a:r>
              <a:t>August: Ist 23.563,5 kWh, Prognose 7.303,9 kWh, Residuum +16.259,6 kWh = +331,8 VLS-h, Faktor +2,30. September: Ist 5.915,0 kWh, Prognose 10.739,7 kWh, Residuum −4.824,7 kWh = −98,5 VLS-h, Faktor −0,68.</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Jetzt zeige ich den möglichen betrieblichen Ablauf live. Die Demo beweist keinen Defekt. Sie zeigt, wie Prüfhinweise priorisiert, geprüft und dokumentiert werden können.</a:t>
            </a:r>
          </a:p>
          <a:p xmlns:a="http://schemas.openxmlformats.org/drawingml/2006/main">
            <a:r>
              <a:t/>
            </a:r>
          </a:p>
          <a:p xmlns:a="http://schemas.openxmlformats.org/drawingml/2006/main">
            <a:r>
              <a:t>0:00–0:20: Aktive q99-Schwelle von 144,4 VLS-Stunden und daraus 9,5 Hinweise pro Monat zeigen.</a:t>
            </a:r>
          </a:p>
          <a:p xmlns:a="http://schemas.openxmlformats.org/drawingml/2006/main">
            <a:r>
              <a:t/>
            </a:r>
          </a:p>
          <a:p xmlns:a="http://schemas.openxmlformats.org/drawingml/2006/main">
            <a:r>
              <a:t>0:20–0:40: Zwei ungewöhnlich hohe und zwei ungewöhnlich niedrige Fälle priorisieren.</a:t>
            </a:r>
          </a:p>
          <a:p xmlns:a="http://schemas.openxmlformats.org/drawingml/2006/main">
            <a:r>
              <a:t/>
            </a:r>
          </a:p>
          <a:p xmlns:a="http://schemas.openxmlformats.org/drawingml/2006/main">
            <a:r>
              <a:t>0:40–1:10: Einen Fall öffnen und Istwert, Prognose, Residuum und Schwellenfaktor erklären.</a:t>
            </a:r>
          </a:p>
          <a:p xmlns:a="http://schemas.openxmlformats.org/drawingml/2006/main">
            <a:r>
              <a:t/>
            </a:r>
          </a:p>
          <a:p xmlns:a="http://schemas.openxmlformats.org/drawingml/2006/main">
            <a:r>
              <a:t>1:10–1:35: Kontextinformationen wie Wartung, Produktionsplanung und Datenqualität prüfen.</a:t>
            </a:r>
          </a:p>
          <a:p xmlns:a="http://schemas.openxmlformats.org/drawingml/2006/main">
            <a:r>
              <a:t/>
            </a:r>
          </a:p>
          <a:p xmlns:a="http://schemas.openxmlformats.org/drawingml/2006/main">
            <a:r>
              <a:t>1:35–1:55: Dokumentieren, ob der Prüfhinweis fachlich relevant war, und eine Begründung ergänzen.</a:t>
            </a:r>
          </a:p>
          <a:p xmlns:a="http://schemas.openxmlformats.org/drawingml/2006/main">
            <a:r>
              <a:t/>
            </a:r>
          </a:p>
          <a:p xmlns:a="http://schemas.openxmlformats.org/drawingml/2006/main">
            <a:r>
              <a:t>1:55–2:00: Dieses Feedback liefert künftig die Labels für eine zweite Modellstufe.</a:t>
            </a:r>
          </a:p>
          <a:p xmlns:a="http://schemas.openxmlformats.org/drawingml/2006/main">
            <a:r>
              <a:t/>
            </a:r>
          </a:p>
          <a:p xmlns:a="http://schemas.openxmlformats.org/drawingml/2006/main">
            <a:r>
              <a:t>Vor der Präsentation lokal starten: node scripts/preview.mjs</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Unser belastbares Ergebnis ist ein prognosegestützter Prüfprozess: Der Random Forest verbessert die Vorhersage gegenüber den einfachen Baselines, und q99 übersetzt ungewöhnlich große Modellabweichungen in ein handhabbares Arbeitsvolumen. Was wir noch nicht behaupten dürfen, ist eine automatische Defekt- oder Anomalieerkennung. Dafür fehlen bestätigte Labels. Wenn die Fachanwender ihre Entscheidungen strukturiert dokumentieren, können diese Rückmeldungen später ein Klassifikationsmodell trainieren. Das wäre kein weiteres Tuning der Regression, sondern eine zweite überwachte Lernaufgabe: relevant oder nicht relevant.</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MAE sagt anschaulich, wie groß die absolute Abweichung im Durchschnitt ist. Beim RMSE werden die Fehler zuerst quadriert; dadurch wirken große Einzelfehler stärker. Das passt zu unserem Ziel, erhebliche Fehlprognosen nicht zu verdecken. Deshalb entscheiden wir die Modelle mit dem RMSE und ergänzen den leichter interpretierbaren MAE. R² lasse ich aus dieser didaktischen Geschichte heraus, weil es für die Kernaussage nicht nötig ist.</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Hier vergleichen wir fair denselben Modelltyp und bewerten beide Varianten in Kilowattstunden. Die VLS-Variante erreicht 9.188 statt rund 9.800 Kilowattstunden RMSE. Das sind 6,2 Prozent weniger. Daraus folgt nicht, dass VLS immer überlegen sind; es ist das Ergebnis dieses Datensatzes und unseres Versuchsaufbaus.</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Sensitivitätsanalyse verändert nicht das Modell und trainiert nichts neu. Sie verschiebt nur die betriebliche Fehlergrenze. Eine niedrigere Grenze erzeugt mehr Hinweise und erhöht die Chance, relevante Fälle zu sehen, aber auch den Prüfaufwand. q99 ist unsere konservative Pilotannahme. Welcher Punkt langfristig richtig ist, muss der Fachbereich anhand verfügbarer Prüfkapazität und später bestätigter Labels entscheiden.</a:t>
            </a:r>
          </a:p>
          <a:p xmlns:a="http://schemas.openxmlformats.org/drawingml/2006/main">
            <a:r>
              <a:t/>
            </a:r>
          </a:p>
          <a:p xmlns:a="http://schemas.openxmlformats.org/drawingml/2006/main">
            <a:r>
              <a:t>q99 ist eine dokumentierte Pilotannahme. q99,5 ergibt exakt 69/12 = 5,75 Hinweise pro Monat, gerundet 5,8. Weitere Werte: [{"quantile":0.95,"percentile":95,"threshold_vls":67.9943,"alerts":400,"alerts_per_month":33.3333,"meters_affected":265,"high":248,"low":152},{"quantile":0.975,"percentile":97.5,"threshold_vls":82.4304,"alerts":256,"alerts_per_month":21.3333,"meters_affected":197,"high":149,"low":107},{"quantile":0.99,"percentile":99,"threshold_vls":144.3547,"alerts":114,"alerts_per_month":9.5,"meters_affected":107,"high":68,"low":46},{"quantile":0.995,"percentile":99.5,"threshold_vls":196.2984,"alerts":69,"alerts_per_month":5.75,"meters_affected":66,"high":58,"low":11}]</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Balken zeigen die drei RF-Fold-Ergebnisse. Fold 2 erzielt den kleinsten RMSE. Die Zeiträume unterscheiden sich, daher lässt sich der Unterschied nicht allein auf die Trainingsmenge zurückführen. Die Tabelle dokumentiert die gewählten Hyperparameter.</a:t>
            </a:r>
          </a:p>
          <a:p xmlns:a="http://schemas.openxmlformats.org/drawingml/2006/main">
            <a:r>
              <a:t/>
            </a:r>
          </a:p>
          <a:p xmlns:a="http://schemas.openxmlformats.org/drawingml/2006/main">
            <a:r>
              <a:t>Korrigierte Rundung Fold 2: 8.223 kWh, exakter Wert 8223.484122161364. Konfiguration: Baumtiefe 8 begrenzt spezielle Regeln; mindestens 5 Fälle pro Blatt; Merkmalsanteil 0,7 fördert Unterschiede zwischen Bäumen; 300 Bäume stabilisieren das Ensemble; Seed 42 gewährleistet Reproduzierbarkeit.</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Begriffe dürfen nicht gleichgesetzt werden. Ein statistischer Ausreißer ist lediglich ungewöhnlich gegenüber einer Verteilung. Unsere Methode betrachtet dagegen die Abweichung zwischen Istwert und individueller Modellprognose. Wird die q99-Grenze überschritten, entsteht ein Prüfhinweis. Erst eine menschliche Untersuchung kann daraus eine bestätigte Anomalie machen. Ohne solche Ground-Truth-Labels wären Precision und Recall erfunden; zusätzlich sollten auch zufällig ausgewählte Fälle ohne Hinweis geprüft werden, damit später nicht nur die Trefferquote, sondern auch übersehene Fälle beurteilt werden können.</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53369d1e0841b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f088f281c44894" /><Relationship Type="http://schemas.openxmlformats.org/officeDocument/2006/relationships/slideLayout" Target="/ppt/slideLayouts/slideLayout1.xml" Id="R8d70af261b7640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70af261b7640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StadtWerke Westhafen">
      <a:dk1>
        <a:srgbClr val="141A21"/>
      </a:dk1>
      <a:lt1>
        <a:srgbClr val="FFFFFF"/>
      </a:lt1>
      <a:dk2>
        <a:srgbClr val="063659"/>
      </a:dk2>
      <a:lt2>
        <a:srgbClr val="F1F4F7"/>
      </a:lt2>
      <a:accent1>
        <a:srgbClr val="084878"/>
      </a:accent1>
      <a:accent2>
        <a:srgbClr val="0090C8"/>
      </a:accent2>
      <a:accent3>
        <a:srgbClr val="0080A0"/>
      </a:accent3>
      <a:accent4>
        <a:srgbClr val="A86505"/>
      </a:accent4>
      <a:accent5>
        <a:srgbClr val="B3261E"/>
      </a:accent5>
      <a:accent6>
        <a:srgbClr val="8C98A6"/>
      </a:accent6>
      <a:hlink>
        <a:srgbClr val="0080A0"/>
      </a:hlink>
      <a:folHlink>
        <a:srgbClr val="084878"/>
      </a:folHlink>
    </a:clrScheme>
    <a:fontScheme name="Office">
      <a:majorFont>
        <a:latin typeface="Calibri Light"/>
        <a:ea typeface="Calibri Light"/>
        <a:cs typeface="Calibri Light"/>
      </a:majorFont>
      <a:minorFont>
        <a:latin typeface="Calibri"/>
        <a:ea typeface="Calibri"/>
        <a:cs typeface="Calibri"/>
      </a:minorFont>
    </a:fontScheme>
    <a:fmtScheme name="StadtWerke Westhafe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57b7390b4ba4c30" /><Relationship Type="http://schemas.openxmlformats.org/officeDocument/2006/relationships/image" Target="/ppt/media/image.png" Id="Rce14b7034176470f" /><Relationship Type="http://schemas.openxmlformats.org/officeDocument/2006/relationships/notesSlide" Target="/ppt/notesSlides/notesSlide1.xml" Id="R0642f3ed026a48b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e7b111b1a49436e" /><Relationship Type="http://schemas.openxmlformats.org/officeDocument/2006/relationships/image" Target="/ppt/media/image2.png" Id="R0afe0c10084944d2" /><Relationship Type="http://schemas.openxmlformats.org/officeDocument/2006/relationships/notesSlide" Target="/ppt/notesSlides/notesSlide2.xml" Id="Re14b0e0f70e64c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949616a7d564d75" /><Relationship Type="http://schemas.openxmlformats.org/officeDocument/2006/relationships/image" Target="/ppt/media/image3.png" Id="R9ce714e2662c4ca5" /><Relationship Type="http://schemas.openxmlformats.org/officeDocument/2006/relationships/notesSlide" Target="/ppt/notesSlides/notesSlide3.xml" Id="Rdfb2e0e9571b46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ae80a21db2a4087" /><Relationship Type="http://schemas.openxmlformats.org/officeDocument/2006/relationships/image" Target="/ppt/media/image4.png" Id="Rff25351e16c64190" /><Relationship Type="http://schemas.openxmlformats.org/officeDocument/2006/relationships/notesSlide" Target="/ppt/notesSlides/notesSlide4.xml" Id="Rcc0b38d3e59b4ce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ce06ca80999426f" /><Relationship Type="http://schemas.openxmlformats.org/officeDocument/2006/relationships/image" Target="/ppt/media/image5.png" Id="Rd8d493f227634fcb" /><Relationship Type="http://schemas.openxmlformats.org/officeDocument/2006/relationships/notesSlide" Target="/ppt/notesSlides/notesSlide5.xml" Id="R01c36a48d7c248f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3788945795e4fd0" /><Relationship Type="http://schemas.openxmlformats.org/officeDocument/2006/relationships/image" Target="/ppt/media/image6.png" Id="Rb822f79ca56744b3" /><Relationship Type="http://schemas.openxmlformats.org/officeDocument/2006/relationships/chart" Target="/ppt/slides/charts/chart1.xml" Id="Rf35b5fca8e764c48" /><Relationship Type="http://schemas.openxmlformats.org/officeDocument/2006/relationships/notesSlide" Target="/ppt/notesSlides/notesSlide6.xml" Id="Ra6cb119314c54fd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fe034511d714c29" /><Relationship Type="http://schemas.openxmlformats.org/officeDocument/2006/relationships/image" Target="/ppt/media/image7.png" Id="R6e67e3d60f3642e3" /><Relationship Type="http://schemas.openxmlformats.org/officeDocument/2006/relationships/chart" Target="/ppt/slides/charts/chart2.xml" Id="R654b94c089ac43d5" /><Relationship Type="http://schemas.openxmlformats.org/officeDocument/2006/relationships/notesSlide" Target="/ppt/notesSlides/notesSlide7.xml" Id="Re836120a944a435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001dd319de54b71" /><Relationship Type="http://schemas.openxmlformats.org/officeDocument/2006/relationships/image" Target="/ppt/media/image8.png" Id="R07935398f1314d79" /><Relationship Type="http://schemas.openxmlformats.org/officeDocument/2006/relationships/chart" Target="/ppt/slides/charts/chart3.xml" Id="R06f380a5ff134edf" /><Relationship Type="http://schemas.openxmlformats.org/officeDocument/2006/relationships/notesSlide" Target="/ppt/notesSlides/notesSlide8.xml" Id="R8452592e89d9478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c1e582ba95e4e89" /><Relationship Type="http://schemas.openxmlformats.org/officeDocument/2006/relationships/image" Target="/ppt/media/image9.png" Id="R174c23348ec9404d" /><Relationship Type="http://schemas.openxmlformats.org/officeDocument/2006/relationships/chart" Target="/ppt/slides/charts/chart4.xml" Id="Rbf593aa783904f81" /><Relationship Type="http://schemas.openxmlformats.org/officeDocument/2006/relationships/notesSlide" Target="/ppt/notesSlides/notesSlide9.xml" Id="R8ef513156762407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dfa76933fec4245" /><Relationship Type="http://schemas.openxmlformats.org/officeDocument/2006/relationships/image" Target="/ppt/media/image10.png" Id="R5314c552c7da48a5" /><Relationship Type="http://schemas.openxmlformats.org/officeDocument/2006/relationships/chart" Target="/ppt/slides/charts/chart5.xml" Id="R4b1e364a098144b6" /><Relationship Type="http://schemas.openxmlformats.org/officeDocument/2006/relationships/notesSlide" Target="/ppt/notesSlides/notesSlide10.xml" Id="Rb66547e6d3564d4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05f08228d614723" /><Relationship Type="http://schemas.openxmlformats.org/officeDocument/2006/relationships/image" Target="/ppt/media/image11.png" Id="Rfa28289cf925446e" /><Relationship Type="http://schemas.openxmlformats.org/officeDocument/2006/relationships/chart" Target="/ppt/slides/charts/chart6.xml" Id="R3688b6021eac446c" /><Relationship Type="http://schemas.openxmlformats.org/officeDocument/2006/relationships/notesSlide" Target="/ppt/notesSlides/notesSlide11.xml" Id="Ra3453458543c45d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8a59c8b7eda4086" /><Relationship Type="http://schemas.openxmlformats.org/officeDocument/2006/relationships/image" Target="/ppt/media/image12.png" Id="Rc50339864a174b22" /><Relationship Type="http://schemas.openxmlformats.org/officeDocument/2006/relationships/image" Target="/ppt/media/image13.png" Id="Rac5c358eadce4d3c" /><Relationship Type="http://schemas.openxmlformats.org/officeDocument/2006/relationships/hyperlink" Target="http://127.0.0.1:4173/design-system/ui_kits/energie-cockpit/index.html?screen=anomalien" TargetMode="External" Id="R6c3bcce9412947af" /><Relationship Type="http://schemas.openxmlformats.org/officeDocument/2006/relationships/notesSlide" Target="/ppt/notesSlides/notesSlide12.xml" Id="R180b116fa4164c2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83b06e48cc249de" /><Relationship Type="http://schemas.openxmlformats.org/officeDocument/2006/relationships/notesSlide" Target="/ppt/notesSlides/notesSlide13.xml" Id="R28cd66aaa34f49e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99b50e0c1c64650" /><Relationship Type="http://schemas.openxmlformats.org/officeDocument/2006/relationships/image" Target="/ppt/media/image14.png" Id="R66cd63dfa6a4477b" /><Relationship Type="http://schemas.openxmlformats.org/officeDocument/2006/relationships/chart" Target="/ppt/slides/charts/chart7.xml" Id="Ra8235256126440b6" /><Relationship Type="http://schemas.openxmlformats.org/officeDocument/2006/relationships/notesSlide" Target="/ppt/notesSlides/notesSlide14.xml" Id="Rf63529d3bd68462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d6f056b3a494f38" /><Relationship Type="http://schemas.openxmlformats.org/officeDocument/2006/relationships/image" Target="/ppt/media/image15.png" Id="Rd17012537e2d475b" /><Relationship Type="http://schemas.openxmlformats.org/officeDocument/2006/relationships/chart" Target="/ppt/slides/charts/chart8.xml" Id="R0e7117bef37143f8" /><Relationship Type="http://schemas.openxmlformats.org/officeDocument/2006/relationships/notesSlide" Target="/ppt/notesSlides/notesSlide15.xml" Id="Rf9925a800f3d47a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db7e12e716947e5" /><Relationship Type="http://schemas.openxmlformats.org/officeDocument/2006/relationships/image" Target="/ppt/media/image16.png" Id="Rc88ccb45978c490a" /><Relationship Type="http://schemas.openxmlformats.org/officeDocument/2006/relationships/chart" Target="/ppt/slides/charts/chart9.xml" Id="R83af39f7076442ff" /><Relationship Type="http://schemas.openxmlformats.org/officeDocument/2006/relationships/notesSlide" Target="/ppt/notesSlides/notesSlide16.xml" Id="R80610e365a9b415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bbf7f29a58e448f" /><Relationship Type="http://schemas.openxmlformats.org/officeDocument/2006/relationships/image" Target="/ppt/media/image17.png" Id="R63e70dc88d794046" /><Relationship Type="http://schemas.openxmlformats.org/officeDocument/2006/relationships/chart" Target="/ppt/slides/charts/chart10.xml" Id="Reabf0472ebab4f7e" /><Relationship Type="http://schemas.openxmlformats.org/officeDocument/2006/relationships/notesSlide" Target="/ppt/notesSlides/notesSlide17.xml" Id="R21279a87ed86493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46486ffcad24ce0" /><Relationship Type="http://schemas.openxmlformats.org/officeDocument/2006/relationships/image" Target="/ppt/media/image18.png" Id="R14016ff4b18c4b02" /><Relationship Type="http://schemas.openxmlformats.org/officeDocument/2006/relationships/notesSlide" Target="/ppt/notesSlides/notesSlide18.xml" Id="R7063e2b3b56c454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chart1.xml><?xml version="1.0" encoding="utf-8"?>
<c:chartSpace xmlns:c="http://schemas.openxmlformats.org/drawingml/2006/chart" xmlns:r="http://schemas.openxmlformats.org/officeDocument/2006/relationships">
  <c:lang val="de-DE"/>
  <c:chart>
    <c:plotArea>
      <c:barChart>
        <c:barDir val="bar"/>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084878"/>
              </a:solidFill>
              <a:ln xmlns:a="http://schemas.openxmlformats.org/drawingml/2006/main" w="0">
                <a:noFill/>
              </a:ln>
            </c:spPr>
          </c:dPt>
          <c:dPt>
            <c:idx val="3"/>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18.460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15.483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13.643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13.272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Data'!$A$2:$A$5</c:f>
              <c:strCache>
                <c:ptCount val="4"/>
                <c:pt idx="0">
                  <c:v>Vormonat</c:v>
                </c:pt>
                <c:pt idx="1">
                  <c:v>Mittel bis 3 Monate</c:v>
                </c:pt>
                <c:pt idx="2">
                  <c:v>Lineare Regression</c:v>
                </c:pt>
                <c:pt idx="3">
                  <c:v>Random Forest</c:v>
                </c:pt>
              </c:strCache>
            </c:strRef>
          </c:cat>
          <c:val>
            <c:numRef>
              <c:f>'Chart Data'!$B$2:$B$5</c:f>
              <c:numCache>
                <c:formatCode>#,##0</c:formatCode>
                <c:ptCount val="4"/>
                <c:pt idx="0">
                  <c:v>18460.476093</c:v>
                </c:pt>
                <c:pt idx="1">
                  <c:v>15483.069879</c:v>
                </c:pt>
                <c:pt idx="2">
                  <c:v>13643.035958</c:v>
                </c:pt>
                <c:pt idx="3">
                  <c:v>13272.407403</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RMSE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de-DE"/>
  <c:chart>
    <c:plotArea>
      <c:barChart>
        <c:barDir val="bar"/>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084878"/>
              </a:solidFill>
              <a:ln xmlns:a="http://schemas.openxmlformats.org/drawingml/2006/main" w="0">
                <a:noFill/>
              </a:ln>
            </c:spPr>
          </c:dPt>
          <c:dPt>
            <c:idx val="3"/>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12.386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10.922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9.414</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9.188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Data'!$A$2:$A$5</c:f>
              <c:strCache>
                <c:ptCount val="4"/>
                <c:pt idx="0">
                  <c:v>Vormonat</c:v>
                </c:pt>
                <c:pt idx="1">
                  <c:v>Mittel bis 3 Monate</c:v>
                </c:pt>
                <c:pt idx="2">
                  <c:v>Lineare Regression</c:v>
                </c:pt>
                <c:pt idx="3">
                  <c:v>Random Forest</c:v>
                </c:pt>
              </c:strCache>
            </c:strRef>
          </c:cat>
          <c:val>
            <c:numRef>
              <c:f>'Chart Data'!$B$2:$B$5</c:f>
              <c:numCache>
                <c:formatCode>#,##0</c:formatCode>
                <c:ptCount val="4"/>
                <c:pt idx="0">
                  <c:v>12385.537591</c:v>
                </c:pt>
                <c:pt idx="1">
                  <c:v>10922.440646</c:v>
                </c:pt>
                <c:pt idx="2">
                  <c:v>9414.216883</c:v>
                </c:pt>
                <c:pt idx="3">
                  <c:v>9188.397031</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RMSE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de-DE"/>
  <c:chart>
    <c:plotArea>
      <c:barChart>
        <c:barDir val="bar"/>
        <c:grouping val="clustered"/>
        <c:varyColors val="0"/>
        <c:ser>
          <c:idx val="0"/>
          <c:order val="0"/>
          <c:tx>
            <c:v>RMSE-Anstieg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8C98A6"/>
              </a:solidFill>
              <a:ln xmlns:a="http://schemas.openxmlformats.org/drawingml/2006/main" w="0">
                <a:noFill/>
              </a:ln>
            </c:spPr>
          </c:dPt>
          <c:dPt>
            <c:idx val="3"/>
            <c:invertIfNegative val="0"/>
            <c:spPr>
              <a:solidFill xmlns:a="http://schemas.openxmlformats.org/drawingml/2006/main">
                <a:srgbClr val="8C98A6"/>
              </a:solidFill>
              <a:ln xmlns:a="http://schemas.openxmlformats.org/drawingml/2006/main" w="0">
                <a:noFill/>
              </a:ln>
            </c:spPr>
          </c:dPt>
          <c:dPt>
            <c:idx val="4"/>
            <c:invertIfNegative val="0"/>
            <c:spPr>
              <a:solidFill xmlns:a="http://schemas.openxmlformats.org/drawingml/2006/main">
                <a:srgbClr val="8C98A6"/>
              </a:solidFill>
              <a:ln xmlns:a="http://schemas.openxmlformats.org/drawingml/2006/main" w="0">
                <a:noFill/>
              </a:ln>
            </c:spPr>
          </c:dPt>
          <c:dPt>
            <c:idx val="5"/>
            <c:invertIfNegative val="0"/>
            <c:spPr>
              <a:solidFill xmlns:a="http://schemas.openxmlformats.org/drawingml/2006/main">
                <a:srgbClr val="8C98A6"/>
              </a:solidFill>
              <a:ln xmlns:a="http://schemas.openxmlformats.org/drawingml/2006/main" w="0">
                <a:noFill/>
              </a:ln>
            </c:spPr>
          </c:dPt>
          <c:dPt>
            <c:idx val="6"/>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5</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115</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193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232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578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5"/>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717</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6"/>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7.349</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Data'!$A$2:$A$8</c:f>
              <c:strCache>
                <c:ptCount val="7"/>
                <c:pt idx="0">
                  <c:v>Kundentyp</c:v>
                </c:pt>
                <c:pt idx="1">
                  <c:v>Jahreszeit</c:v>
                </c:pt>
                <c:pt idx="2">
                  <c:v>Wetterprognose</c:v>
                </c:pt>
                <c:pt idx="3">
                  <c:v>Kalender</c:v>
                </c:pt>
                <c:pt idx="4">
                  <c:v>Wartung</c:v>
                </c:pt>
                <c:pt idx="5">
                  <c:v>Produktionsplan</c:v>
                </c:pt>
                <c:pt idx="6">
                  <c:v>Verbrauchshistorie</c:v>
                </c:pt>
              </c:strCache>
            </c:strRef>
          </c:cat>
          <c:val>
            <c:numRef>
              <c:f>'Chart Data'!$B$2:$B$8</c:f>
              <c:numCache>
                <c:formatCode>#,##0</c:formatCode>
                <c:ptCount val="7"/>
                <c:pt idx="0">
                  <c:v>4.814823</c:v>
                </c:pt>
                <c:pt idx="1">
                  <c:v>115.485278</c:v>
                </c:pt>
                <c:pt idx="2">
                  <c:v>192.599091</c:v>
                </c:pt>
                <c:pt idx="3">
                  <c:v>232.448917</c:v>
                </c:pt>
                <c:pt idx="4">
                  <c:v>577.745193</c:v>
                </c:pt>
                <c:pt idx="5">
                  <c:v>716.603171</c:v>
                </c:pt>
                <c:pt idx="6">
                  <c:v>7349.010964</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RMSE-Anstieg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de-DE"/>
  <c:chart>
    <c:plotArea>
      <c:scatterChart>
        <c:scatterStyle val="line"/>
        <c:ser>
          <c:idx val="0"/>
          <c:order val="0"/>
          <c:tx>
            <c:v>Kalibrierungsfehler</c:v>
          </c:tx>
          <c:spPr>
            <a:ln xmlns:a="http://schemas.openxmlformats.org/drawingml/2006/main" w="28575">
              <a:solidFill>
                <a:srgbClr val="084878"/>
              </a:solidFill>
              <a:prstDash val="solid"/>
            </a:ln>
          </c:spPr>
          <c:marker>
            <c:symbol val="none"/>
          </c:marker>
          <c:xVal>
            <c:numRef>
              <c:f>'Chart Data'!$A$2:$A$1384</c:f>
              <c:numCache>
                <c:formatCode>General</c:formatCode>
                <c:ptCount val="1383"/>
                <c:pt idx="0">
                  <c:v>0</c:v>
                </c:pt>
                <c:pt idx="1">
                  <c:v>0.071633</c:v>
                </c:pt>
                <c:pt idx="2">
                  <c:v>0.143266</c:v>
                </c:pt>
                <c:pt idx="3">
                  <c:v>0.2149</c:v>
                </c:pt>
                <c:pt idx="4">
                  <c:v>0.286533</c:v>
                </c:pt>
                <c:pt idx="5">
                  <c:v>0.358166</c:v>
                </c:pt>
                <c:pt idx="6">
                  <c:v>0.429799</c:v>
                </c:pt>
                <c:pt idx="7">
                  <c:v>0.501433</c:v>
                </c:pt>
                <c:pt idx="8">
                  <c:v>0.573066</c:v>
                </c:pt>
                <c:pt idx="9">
                  <c:v>0.644699</c:v>
                </c:pt>
                <c:pt idx="10">
                  <c:v>0.716332</c:v>
                </c:pt>
                <c:pt idx="11">
                  <c:v>0.787966</c:v>
                </c:pt>
                <c:pt idx="12">
                  <c:v>0.859599</c:v>
                </c:pt>
                <c:pt idx="13">
                  <c:v>0.931232</c:v>
                </c:pt>
                <c:pt idx="14">
                  <c:v>1.002865</c:v>
                </c:pt>
                <c:pt idx="15">
                  <c:v>1.074499</c:v>
                </c:pt>
                <c:pt idx="16">
                  <c:v>1.146132</c:v>
                </c:pt>
                <c:pt idx="17">
                  <c:v>1.217765</c:v>
                </c:pt>
                <c:pt idx="18">
                  <c:v>1.289398</c:v>
                </c:pt>
                <c:pt idx="19">
                  <c:v>1.361032</c:v>
                </c:pt>
                <c:pt idx="20">
                  <c:v>1.432665</c:v>
                </c:pt>
                <c:pt idx="21">
                  <c:v>1.504298</c:v>
                </c:pt>
                <c:pt idx="22">
                  <c:v>1.575931</c:v>
                </c:pt>
                <c:pt idx="23">
                  <c:v>1.647564</c:v>
                </c:pt>
                <c:pt idx="24">
                  <c:v>1.719198</c:v>
                </c:pt>
                <c:pt idx="25">
                  <c:v>1.790831</c:v>
                </c:pt>
                <c:pt idx="26">
                  <c:v>1.862464</c:v>
                </c:pt>
                <c:pt idx="27">
                  <c:v>1.934097</c:v>
                </c:pt>
                <c:pt idx="28">
                  <c:v>2.005731</c:v>
                </c:pt>
                <c:pt idx="29">
                  <c:v>2.077364</c:v>
                </c:pt>
                <c:pt idx="30">
                  <c:v>2.148997</c:v>
                </c:pt>
                <c:pt idx="31">
                  <c:v>2.22063</c:v>
                </c:pt>
                <c:pt idx="32">
                  <c:v>2.292264</c:v>
                </c:pt>
                <c:pt idx="33">
                  <c:v>2.363897</c:v>
                </c:pt>
                <c:pt idx="34">
                  <c:v>2.43553</c:v>
                </c:pt>
                <c:pt idx="35">
                  <c:v>2.507163</c:v>
                </c:pt>
                <c:pt idx="36">
                  <c:v>2.578797</c:v>
                </c:pt>
                <c:pt idx="37">
                  <c:v>2.65043</c:v>
                </c:pt>
                <c:pt idx="38">
                  <c:v>2.722063</c:v>
                </c:pt>
                <c:pt idx="39">
                  <c:v>2.793696</c:v>
                </c:pt>
                <c:pt idx="40">
                  <c:v>2.86533</c:v>
                </c:pt>
                <c:pt idx="41">
                  <c:v>2.936963</c:v>
                </c:pt>
                <c:pt idx="42">
                  <c:v>3.008596</c:v>
                </c:pt>
                <c:pt idx="43">
                  <c:v>3.080229</c:v>
                </c:pt>
                <c:pt idx="44">
                  <c:v>3.151862</c:v>
                </c:pt>
                <c:pt idx="45">
                  <c:v>3.223496</c:v>
                </c:pt>
                <c:pt idx="46">
                  <c:v>3.295129</c:v>
                </c:pt>
                <c:pt idx="47">
                  <c:v>3.366762</c:v>
                </c:pt>
                <c:pt idx="48">
                  <c:v>3.438395</c:v>
                </c:pt>
                <c:pt idx="49">
                  <c:v>3.510029</c:v>
                </c:pt>
                <c:pt idx="50">
                  <c:v>3.581662</c:v>
                </c:pt>
                <c:pt idx="51">
                  <c:v>3.653295</c:v>
                </c:pt>
                <c:pt idx="52">
                  <c:v>3.724928</c:v>
                </c:pt>
                <c:pt idx="53">
                  <c:v>3.796562</c:v>
                </c:pt>
                <c:pt idx="54">
                  <c:v>3.868195</c:v>
                </c:pt>
                <c:pt idx="55">
                  <c:v>3.939828</c:v>
                </c:pt>
                <c:pt idx="56">
                  <c:v>4.011461</c:v>
                </c:pt>
                <c:pt idx="57">
                  <c:v>4.083095</c:v>
                </c:pt>
                <c:pt idx="58">
                  <c:v>4.154728</c:v>
                </c:pt>
                <c:pt idx="59">
                  <c:v>4.226361</c:v>
                </c:pt>
                <c:pt idx="60">
                  <c:v>4.297994</c:v>
                </c:pt>
                <c:pt idx="61">
                  <c:v>4.369628</c:v>
                </c:pt>
                <c:pt idx="62">
                  <c:v>4.441261</c:v>
                </c:pt>
                <c:pt idx="63">
                  <c:v>4.512894</c:v>
                </c:pt>
                <c:pt idx="64">
                  <c:v>4.584527</c:v>
                </c:pt>
                <c:pt idx="65">
                  <c:v>4.65616</c:v>
                </c:pt>
                <c:pt idx="66">
                  <c:v>4.727794</c:v>
                </c:pt>
                <c:pt idx="67">
                  <c:v>4.799427</c:v>
                </c:pt>
                <c:pt idx="68">
                  <c:v>4.87106</c:v>
                </c:pt>
                <c:pt idx="69">
                  <c:v>4.942693</c:v>
                </c:pt>
                <c:pt idx="70">
                  <c:v>5.014327</c:v>
                </c:pt>
                <c:pt idx="71">
                  <c:v>5.08596</c:v>
                </c:pt>
                <c:pt idx="72">
                  <c:v>5.157593</c:v>
                </c:pt>
                <c:pt idx="73">
                  <c:v>5.229226</c:v>
                </c:pt>
                <c:pt idx="74">
                  <c:v>5.30086</c:v>
                </c:pt>
                <c:pt idx="75">
                  <c:v>5.372493</c:v>
                </c:pt>
                <c:pt idx="76">
                  <c:v>5.444126</c:v>
                </c:pt>
                <c:pt idx="77">
                  <c:v>5.515759</c:v>
                </c:pt>
                <c:pt idx="78">
                  <c:v>5.587393</c:v>
                </c:pt>
                <c:pt idx="79">
                  <c:v>5.659026</c:v>
                </c:pt>
                <c:pt idx="80">
                  <c:v>5.730659</c:v>
                </c:pt>
                <c:pt idx="81">
                  <c:v>5.802292</c:v>
                </c:pt>
                <c:pt idx="82">
                  <c:v>5.873926</c:v>
                </c:pt>
                <c:pt idx="83">
                  <c:v>5.945559</c:v>
                </c:pt>
                <c:pt idx="84">
                  <c:v>6.017192</c:v>
                </c:pt>
                <c:pt idx="85">
                  <c:v>6.088825</c:v>
                </c:pt>
                <c:pt idx="86">
                  <c:v>6.160458</c:v>
                </c:pt>
                <c:pt idx="87">
                  <c:v>6.232092</c:v>
                </c:pt>
                <c:pt idx="88">
                  <c:v>6.303725</c:v>
                </c:pt>
                <c:pt idx="89">
                  <c:v>6.375358</c:v>
                </c:pt>
                <c:pt idx="90">
                  <c:v>6.446991</c:v>
                </c:pt>
                <c:pt idx="91">
                  <c:v>6.518625</c:v>
                </c:pt>
                <c:pt idx="92">
                  <c:v>6.590258</c:v>
                </c:pt>
                <c:pt idx="93">
                  <c:v>6.661891</c:v>
                </c:pt>
                <c:pt idx="94">
                  <c:v>6.733524</c:v>
                </c:pt>
                <c:pt idx="95">
                  <c:v>6.805158</c:v>
                </c:pt>
                <c:pt idx="96">
                  <c:v>6.876791</c:v>
                </c:pt>
                <c:pt idx="97">
                  <c:v>6.948424</c:v>
                </c:pt>
                <c:pt idx="98">
                  <c:v>7.020057</c:v>
                </c:pt>
                <c:pt idx="99">
                  <c:v>7.091691</c:v>
                </c:pt>
                <c:pt idx="100">
                  <c:v>7.163324</c:v>
                </c:pt>
                <c:pt idx="101">
                  <c:v>7.234957</c:v>
                </c:pt>
                <c:pt idx="102">
                  <c:v>7.30659</c:v>
                </c:pt>
                <c:pt idx="103">
                  <c:v>7.378223</c:v>
                </c:pt>
                <c:pt idx="104">
                  <c:v>7.449857</c:v>
                </c:pt>
                <c:pt idx="105">
                  <c:v>7.52149</c:v>
                </c:pt>
                <c:pt idx="106">
                  <c:v>7.593123</c:v>
                </c:pt>
                <c:pt idx="107">
                  <c:v>7.664756</c:v>
                </c:pt>
                <c:pt idx="108">
                  <c:v>7.73639</c:v>
                </c:pt>
                <c:pt idx="109">
                  <c:v>7.808023</c:v>
                </c:pt>
                <c:pt idx="110">
                  <c:v>7.879656</c:v>
                </c:pt>
                <c:pt idx="111">
                  <c:v>7.951289</c:v>
                </c:pt>
                <c:pt idx="112">
                  <c:v>8.022923</c:v>
                </c:pt>
                <c:pt idx="113">
                  <c:v>8.094556</c:v>
                </c:pt>
                <c:pt idx="114">
                  <c:v>8.166189</c:v>
                </c:pt>
                <c:pt idx="115">
                  <c:v>8.237822</c:v>
                </c:pt>
                <c:pt idx="116">
                  <c:v>8.309456</c:v>
                </c:pt>
                <c:pt idx="117">
                  <c:v>8.381089</c:v>
                </c:pt>
                <c:pt idx="118">
                  <c:v>8.452722</c:v>
                </c:pt>
                <c:pt idx="119">
                  <c:v>8.524355</c:v>
                </c:pt>
                <c:pt idx="120">
                  <c:v>8.595989</c:v>
                </c:pt>
                <c:pt idx="121">
                  <c:v>8.667622</c:v>
                </c:pt>
                <c:pt idx="122">
                  <c:v>8.739255</c:v>
                </c:pt>
                <c:pt idx="123">
                  <c:v>8.810888</c:v>
                </c:pt>
                <c:pt idx="124">
                  <c:v>8.882521</c:v>
                </c:pt>
                <c:pt idx="125">
                  <c:v>8.954155</c:v>
                </c:pt>
                <c:pt idx="126">
                  <c:v>9.025788</c:v>
                </c:pt>
                <c:pt idx="127">
                  <c:v>9.097421</c:v>
                </c:pt>
                <c:pt idx="128">
                  <c:v>9.169054</c:v>
                </c:pt>
                <c:pt idx="129">
                  <c:v>9.240688</c:v>
                </c:pt>
                <c:pt idx="130">
                  <c:v>9.312321</c:v>
                </c:pt>
                <c:pt idx="131">
                  <c:v>9.383954</c:v>
                </c:pt>
                <c:pt idx="132">
                  <c:v>9.455587</c:v>
                </c:pt>
                <c:pt idx="133">
                  <c:v>9.527221</c:v>
                </c:pt>
                <c:pt idx="134">
                  <c:v>9.598854</c:v>
                </c:pt>
                <c:pt idx="135">
                  <c:v>9.670487</c:v>
                </c:pt>
                <c:pt idx="136">
                  <c:v>9.74212</c:v>
                </c:pt>
                <c:pt idx="137">
                  <c:v>9.813754</c:v>
                </c:pt>
                <c:pt idx="138">
                  <c:v>9.885387</c:v>
                </c:pt>
                <c:pt idx="139">
                  <c:v>9.95702</c:v>
                </c:pt>
                <c:pt idx="140">
                  <c:v>10.028653</c:v>
                </c:pt>
                <c:pt idx="141">
                  <c:v>10.100287</c:v>
                </c:pt>
                <c:pt idx="142">
                  <c:v>10.17192</c:v>
                </c:pt>
                <c:pt idx="143">
                  <c:v>10.243553</c:v>
                </c:pt>
                <c:pt idx="144">
                  <c:v>10.315186</c:v>
                </c:pt>
                <c:pt idx="145">
                  <c:v>10.386819</c:v>
                </c:pt>
                <c:pt idx="146">
                  <c:v>10.458453</c:v>
                </c:pt>
                <c:pt idx="147">
                  <c:v>10.530086</c:v>
                </c:pt>
                <c:pt idx="148">
                  <c:v>10.601719</c:v>
                </c:pt>
                <c:pt idx="149">
                  <c:v>10.673352</c:v>
                </c:pt>
                <c:pt idx="150">
                  <c:v>10.744986</c:v>
                </c:pt>
                <c:pt idx="151">
                  <c:v>10.816619</c:v>
                </c:pt>
                <c:pt idx="152">
                  <c:v>10.888252</c:v>
                </c:pt>
                <c:pt idx="153">
                  <c:v>10.959885</c:v>
                </c:pt>
                <c:pt idx="154">
                  <c:v>11.031519</c:v>
                </c:pt>
                <c:pt idx="155">
                  <c:v>11.103152</c:v>
                </c:pt>
                <c:pt idx="156">
                  <c:v>11.174785</c:v>
                </c:pt>
                <c:pt idx="157">
                  <c:v>11.246418</c:v>
                </c:pt>
                <c:pt idx="158">
                  <c:v>11.318052</c:v>
                </c:pt>
                <c:pt idx="159">
                  <c:v>11.389685</c:v>
                </c:pt>
                <c:pt idx="160">
                  <c:v>11.461318</c:v>
                </c:pt>
                <c:pt idx="161">
                  <c:v>11.532951</c:v>
                </c:pt>
                <c:pt idx="162">
                  <c:v>11.604585</c:v>
                </c:pt>
                <c:pt idx="163">
                  <c:v>11.676218</c:v>
                </c:pt>
                <c:pt idx="164">
                  <c:v>11.747851</c:v>
                </c:pt>
                <c:pt idx="165">
                  <c:v>11.819484</c:v>
                </c:pt>
                <c:pt idx="166">
                  <c:v>11.891117</c:v>
                </c:pt>
                <c:pt idx="167">
                  <c:v>11.962751</c:v>
                </c:pt>
                <c:pt idx="168">
                  <c:v>12.034384</c:v>
                </c:pt>
                <c:pt idx="169">
                  <c:v>12.106017</c:v>
                </c:pt>
                <c:pt idx="170">
                  <c:v>12.17765</c:v>
                </c:pt>
                <c:pt idx="171">
                  <c:v>12.249284</c:v>
                </c:pt>
                <c:pt idx="172">
                  <c:v>12.320917</c:v>
                </c:pt>
                <c:pt idx="173">
                  <c:v>12.39255</c:v>
                </c:pt>
                <c:pt idx="174">
                  <c:v>12.464183</c:v>
                </c:pt>
                <c:pt idx="175">
                  <c:v>12.535817</c:v>
                </c:pt>
                <c:pt idx="176">
                  <c:v>12.60745</c:v>
                </c:pt>
                <c:pt idx="177">
                  <c:v>12.679083</c:v>
                </c:pt>
                <c:pt idx="178">
                  <c:v>12.750716</c:v>
                </c:pt>
                <c:pt idx="179">
                  <c:v>12.82235</c:v>
                </c:pt>
                <c:pt idx="180">
                  <c:v>12.893983</c:v>
                </c:pt>
                <c:pt idx="181">
                  <c:v>12.965616</c:v>
                </c:pt>
                <c:pt idx="182">
                  <c:v>13.037249</c:v>
                </c:pt>
                <c:pt idx="183">
                  <c:v>13.108883</c:v>
                </c:pt>
                <c:pt idx="184">
                  <c:v>13.180516</c:v>
                </c:pt>
                <c:pt idx="185">
                  <c:v>13.252149</c:v>
                </c:pt>
                <c:pt idx="186">
                  <c:v>13.323782</c:v>
                </c:pt>
                <c:pt idx="187">
                  <c:v>13.395415</c:v>
                </c:pt>
                <c:pt idx="188">
                  <c:v>13.467049</c:v>
                </c:pt>
                <c:pt idx="189">
                  <c:v>13.538682</c:v>
                </c:pt>
                <c:pt idx="190">
                  <c:v>13.610315</c:v>
                </c:pt>
                <c:pt idx="191">
                  <c:v>13.681948</c:v>
                </c:pt>
                <c:pt idx="192">
                  <c:v>13.753582</c:v>
                </c:pt>
                <c:pt idx="193">
                  <c:v>13.825215</c:v>
                </c:pt>
                <c:pt idx="194">
                  <c:v>13.896848</c:v>
                </c:pt>
                <c:pt idx="195">
                  <c:v>13.968481</c:v>
                </c:pt>
                <c:pt idx="196">
                  <c:v>14.040115</c:v>
                </c:pt>
                <c:pt idx="197">
                  <c:v>14.111748</c:v>
                </c:pt>
                <c:pt idx="198">
                  <c:v>14.183381</c:v>
                </c:pt>
                <c:pt idx="199">
                  <c:v>14.255014</c:v>
                </c:pt>
                <c:pt idx="200">
                  <c:v>14.326648</c:v>
                </c:pt>
                <c:pt idx="201">
                  <c:v>14.398281</c:v>
                </c:pt>
                <c:pt idx="202">
                  <c:v>14.469914</c:v>
                </c:pt>
                <c:pt idx="203">
                  <c:v>14.541547</c:v>
                </c:pt>
                <c:pt idx="204">
                  <c:v>14.613181</c:v>
                </c:pt>
                <c:pt idx="205">
                  <c:v>14.684814</c:v>
                </c:pt>
                <c:pt idx="206">
                  <c:v>14.756447</c:v>
                </c:pt>
                <c:pt idx="207">
                  <c:v>14.82808</c:v>
                </c:pt>
                <c:pt idx="208">
                  <c:v>14.899713</c:v>
                </c:pt>
                <c:pt idx="209">
                  <c:v>14.971347</c:v>
                </c:pt>
                <c:pt idx="210">
                  <c:v>15.04298</c:v>
                </c:pt>
                <c:pt idx="211">
                  <c:v>15.114613</c:v>
                </c:pt>
                <c:pt idx="212">
                  <c:v>15.186246</c:v>
                </c:pt>
                <c:pt idx="213">
                  <c:v>15.25788</c:v>
                </c:pt>
                <c:pt idx="214">
                  <c:v>15.329513</c:v>
                </c:pt>
                <c:pt idx="215">
                  <c:v>15.401146</c:v>
                </c:pt>
                <c:pt idx="216">
                  <c:v>15.472779</c:v>
                </c:pt>
                <c:pt idx="217">
                  <c:v>15.544413</c:v>
                </c:pt>
                <c:pt idx="218">
                  <c:v>15.616046</c:v>
                </c:pt>
                <c:pt idx="219">
                  <c:v>15.687679</c:v>
                </c:pt>
                <c:pt idx="220">
                  <c:v>15.759312</c:v>
                </c:pt>
                <c:pt idx="221">
                  <c:v>15.830946</c:v>
                </c:pt>
                <c:pt idx="222">
                  <c:v>15.902579</c:v>
                </c:pt>
                <c:pt idx="223">
                  <c:v>15.974212</c:v>
                </c:pt>
                <c:pt idx="224">
                  <c:v>16.045845</c:v>
                </c:pt>
                <c:pt idx="225">
                  <c:v>16.117479</c:v>
                </c:pt>
                <c:pt idx="226">
                  <c:v>16.189112</c:v>
                </c:pt>
                <c:pt idx="227">
                  <c:v>16.260745</c:v>
                </c:pt>
                <c:pt idx="228">
                  <c:v>16.332378</c:v>
                </c:pt>
                <c:pt idx="229">
                  <c:v>16.404011</c:v>
                </c:pt>
                <c:pt idx="230">
                  <c:v>16.475645</c:v>
                </c:pt>
                <c:pt idx="231">
                  <c:v>16.547278</c:v>
                </c:pt>
                <c:pt idx="232">
                  <c:v>16.618911</c:v>
                </c:pt>
                <c:pt idx="233">
                  <c:v>16.690544</c:v>
                </c:pt>
                <c:pt idx="234">
                  <c:v>16.762178</c:v>
                </c:pt>
                <c:pt idx="235">
                  <c:v>16.833811</c:v>
                </c:pt>
                <c:pt idx="236">
                  <c:v>16.905444</c:v>
                </c:pt>
                <c:pt idx="237">
                  <c:v>16.977077</c:v>
                </c:pt>
                <c:pt idx="238">
                  <c:v>17.048711</c:v>
                </c:pt>
                <c:pt idx="239">
                  <c:v>17.120344</c:v>
                </c:pt>
                <c:pt idx="240">
                  <c:v>17.191977</c:v>
                </c:pt>
                <c:pt idx="241">
                  <c:v>17.26361</c:v>
                </c:pt>
                <c:pt idx="242">
                  <c:v>17.335244</c:v>
                </c:pt>
                <c:pt idx="243">
                  <c:v>17.406877</c:v>
                </c:pt>
                <c:pt idx="244">
                  <c:v>17.47851</c:v>
                </c:pt>
                <c:pt idx="245">
                  <c:v>17.550143</c:v>
                </c:pt>
                <c:pt idx="246">
                  <c:v>17.621777</c:v>
                </c:pt>
                <c:pt idx="247">
                  <c:v>17.69341</c:v>
                </c:pt>
                <c:pt idx="248">
                  <c:v>17.765043</c:v>
                </c:pt>
                <c:pt idx="249">
                  <c:v>17.836676</c:v>
                </c:pt>
                <c:pt idx="250">
                  <c:v>17.908309</c:v>
                </c:pt>
                <c:pt idx="251">
                  <c:v>17.979943</c:v>
                </c:pt>
                <c:pt idx="252">
                  <c:v>18.051576</c:v>
                </c:pt>
                <c:pt idx="253">
                  <c:v>18.123209</c:v>
                </c:pt>
                <c:pt idx="254">
                  <c:v>18.194842</c:v>
                </c:pt>
                <c:pt idx="255">
                  <c:v>18.266476</c:v>
                </c:pt>
                <c:pt idx="256">
                  <c:v>18.338109</c:v>
                </c:pt>
                <c:pt idx="257">
                  <c:v>18.409742</c:v>
                </c:pt>
                <c:pt idx="258">
                  <c:v>18.481375</c:v>
                </c:pt>
                <c:pt idx="259">
                  <c:v>18.553009</c:v>
                </c:pt>
                <c:pt idx="260">
                  <c:v>18.624642</c:v>
                </c:pt>
                <c:pt idx="261">
                  <c:v>18.696275</c:v>
                </c:pt>
                <c:pt idx="262">
                  <c:v>18.767908</c:v>
                </c:pt>
                <c:pt idx="263">
                  <c:v>18.839542</c:v>
                </c:pt>
                <c:pt idx="264">
                  <c:v>18.911175</c:v>
                </c:pt>
                <c:pt idx="265">
                  <c:v>18.982808</c:v>
                </c:pt>
                <c:pt idx="266">
                  <c:v>19.054441</c:v>
                </c:pt>
                <c:pt idx="267">
                  <c:v>19.126074</c:v>
                </c:pt>
                <c:pt idx="268">
                  <c:v>19.197708</c:v>
                </c:pt>
                <c:pt idx="269">
                  <c:v>19.269341</c:v>
                </c:pt>
                <c:pt idx="270">
                  <c:v>19.340974</c:v>
                </c:pt>
                <c:pt idx="271">
                  <c:v>19.412607</c:v>
                </c:pt>
                <c:pt idx="272">
                  <c:v>19.484241</c:v>
                </c:pt>
                <c:pt idx="273">
                  <c:v>19.555874</c:v>
                </c:pt>
                <c:pt idx="274">
                  <c:v>19.627507</c:v>
                </c:pt>
                <c:pt idx="275">
                  <c:v>19.69914</c:v>
                </c:pt>
                <c:pt idx="276">
                  <c:v>19.770774</c:v>
                </c:pt>
                <c:pt idx="277">
                  <c:v>19.842407</c:v>
                </c:pt>
                <c:pt idx="278">
                  <c:v>19.91404</c:v>
                </c:pt>
                <c:pt idx="279">
                  <c:v>19.985673</c:v>
                </c:pt>
                <c:pt idx="280">
                  <c:v>20.057307</c:v>
                </c:pt>
                <c:pt idx="281">
                  <c:v>20.12894</c:v>
                </c:pt>
                <c:pt idx="282">
                  <c:v>20.200573</c:v>
                </c:pt>
                <c:pt idx="283">
                  <c:v>20.272206</c:v>
                </c:pt>
                <c:pt idx="284">
                  <c:v>20.34384</c:v>
                </c:pt>
                <c:pt idx="285">
                  <c:v>20.415473</c:v>
                </c:pt>
                <c:pt idx="286">
                  <c:v>20.487106</c:v>
                </c:pt>
                <c:pt idx="287">
                  <c:v>20.558739</c:v>
                </c:pt>
                <c:pt idx="288">
                  <c:v>20.630372</c:v>
                </c:pt>
                <c:pt idx="289">
                  <c:v>20.702006</c:v>
                </c:pt>
                <c:pt idx="290">
                  <c:v>20.773639</c:v>
                </c:pt>
                <c:pt idx="291">
                  <c:v>20.845272</c:v>
                </c:pt>
                <c:pt idx="292">
                  <c:v>20.916905</c:v>
                </c:pt>
                <c:pt idx="293">
                  <c:v>20.988539</c:v>
                </c:pt>
                <c:pt idx="294">
                  <c:v>21.060172</c:v>
                </c:pt>
                <c:pt idx="295">
                  <c:v>21.131805</c:v>
                </c:pt>
                <c:pt idx="296">
                  <c:v>21.203438</c:v>
                </c:pt>
                <c:pt idx="297">
                  <c:v>21.275072</c:v>
                </c:pt>
                <c:pt idx="298">
                  <c:v>21.346705</c:v>
                </c:pt>
                <c:pt idx="299">
                  <c:v>21.418338</c:v>
                </c:pt>
                <c:pt idx="300">
                  <c:v>21.489971</c:v>
                </c:pt>
                <c:pt idx="301">
                  <c:v>21.561605</c:v>
                </c:pt>
                <c:pt idx="302">
                  <c:v>21.633238</c:v>
                </c:pt>
                <c:pt idx="303">
                  <c:v>21.704871</c:v>
                </c:pt>
                <c:pt idx="304">
                  <c:v>21.776504</c:v>
                </c:pt>
                <c:pt idx="305">
                  <c:v>21.848138</c:v>
                </c:pt>
                <c:pt idx="306">
                  <c:v>21.919771</c:v>
                </c:pt>
                <c:pt idx="307">
                  <c:v>21.991404</c:v>
                </c:pt>
                <c:pt idx="308">
                  <c:v>22.063037</c:v>
                </c:pt>
                <c:pt idx="309">
                  <c:v>22.13467</c:v>
                </c:pt>
                <c:pt idx="310">
                  <c:v>22.206304</c:v>
                </c:pt>
                <c:pt idx="311">
                  <c:v>22.277937</c:v>
                </c:pt>
                <c:pt idx="312">
                  <c:v>22.34957</c:v>
                </c:pt>
                <c:pt idx="313">
                  <c:v>22.421203</c:v>
                </c:pt>
                <c:pt idx="314">
                  <c:v>22.492837</c:v>
                </c:pt>
                <c:pt idx="315">
                  <c:v>22.56447</c:v>
                </c:pt>
                <c:pt idx="316">
                  <c:v>22.636103</c:v>
                </c:pt>
                <c:pt idx="317">
                  <c:v>22.707736</c:v>
                </c:pt>
                <c:pt idx="318">
                  <c:v>22.77937</c:v>
                </c:pt>
                <c:pt idx="319">
                  <c:v>22.851003</c:v>
                </c:pt>
                <c:pt idx="320">
                  <c:v>22.922636</c:v>
                </c:pt>
                <c:pt idx="321">
                  <c:v>22.994269</c:v>
                </c:pt>
                <c:pt idx="322">
                  <c:v>23.065903</c:v>
                </c:pt>
                <c:pt idx="323">
                  <c:v>23.137536</c:v>
                </c:pt>
                <c:pt idx="324">
                  <c:v>23.209169</c:v>
                </c:pt>
                <c:pt idx="325">
                  <c:v>23.280802</c:v>
                </c:pt>
                <c:pt idx="326">
                  <c:v>23.352436</c:v>
                </c:pt>
                <c:pt idx="327">
                  <c:v>23.424069</c:v>
                </c:pt>
                <c:pt idx="328">
                  <c:v>23.495702</c:v>
                </c:pt>
                <c:pt idx="329">
                  <c:v>23.567335</c:v>
                </c:pt>
                <c:pt idx="330">
                  <c:v>23.638968</c:v>
                </c:pt>
                <c:pt idx="331">
                  <c:v>23.710602</c:v>
                </c:pt>
                <c:pt idx="332">
                  <c:v>23.782235</c:v>
                </c:pt>
                <c:pt idx="333">
                  <c:v>23.853868</c:v>
                </c:pt>
                <c:pt idx="334">
                  <c:v>23.925501</c:v>
                </c:pt>
                <c:pt idx="335">
                  <c:v>23.997135</c:v>
                </c:pt>
                <c:pt idx="336">
                  <c:v>24.068768</c:v>
                </c:pt>
                <c:pt idx="337">
                  <c:v>24.140401</c:v>
                </c:pt>
                <c:pt idx="338">
                  <c:v>24.212034</c:v>
                </c:pt>
                <c:pt idx="339">
                  <c:v>24.283668</c:v>
                </c:pt>
                <c:pt idx="340">
                  <c:v>24.355301</c:v>
                </c:pt>
                <c:pt idx="341">
                  <c:v>24.426934</c:v>
                </c:pt>
                <c:pt idx="342">
                  <c:v>24.498567</c:v>
                </c:pt>
                <c:pt idx="343">
                  <c:v>24.570201</c:v>
                </c:pt>
                <c:pt idx="344">
                  <c:v>24.641834</c:v>
                </c:pt>
                <c:pt idx="345">
                  <c:v>24.713467</c:v>
                </c:pt>
                <c:pt idx="346">
                  <c:v>24.7851</c:v>
                </c:pt>
                <c:pt idx="347">
                  <c:v>24.856734</c:v>
                </c:pt>
                <c:pt idx="348">
                  <c:v>24.928367</c:v>
                </c:pt>
                <c:pt idx="349">
                  <c:v>25</c:v>
                </c:pt>
                <c:pt idx="350">
                  <c:v>25.071633</c:v>
                </c:pt>
                <c:pt idx="351">
                  <c:v>25.143266</c:v>
                </c:pt>
                <c:pt idx="352">
                  <c:v>25.2149</c:v>
                </c:pt>
                <c:pt idx="353">
                  <c:v>25.286533</c:v>
                </c:pt>
                <c:pt idx="354">
                  <c:v>25.358166</c:v>
                </c:pt>
                <c:pt idx="355">
                  <c:v>25.429799</c:v>
                </c:pt>
                <c:pt idx="356">
                  <c:v>25.501433</c:v>
                </c:pt>
                <c:pt idx="357">
                  <c:v>25.573066</c:v>
                </c:pt>
                <c:pt idx="358">
                  <c:v>25.644699</c:v>
                </c:pt>
                <c:pt idx="359">
                  <c:v>25.716332</c:v>
                </c:pt>
                <c:pt idx="360">
                  <c:v>25.787966</c:v>
                </c:pt>
                <c:pt idx="361">
                  <c:v>25.859599</c:v>
                </c:pt>
                <c:pt idx="362">
                  <c:v>25.931232</c:v>
                </c:pt>
                <c:pt idx="363">
                  <c:v>26.002865</c:v>
                </c:pt>
                <c:pt idx="364">
                  <c:v>26.074499</c:v>
                </c:pt>
                <c:pt idx="365">
                  <c:v>26.146132</c:v>
                </c:pt>
                <c:pt idx="366">
                  <c:v>26.217765</c:v>
                </c:pt>
                <c:pt idx="367">
                  <c:v>26.289398</c:v>
                </c:pt>
                <c:pt idx="368">
                  <c:v>26.361032</c:v>
                </c:pt>
                <c:pt idx="369">
                  <c:v>26.432665</c:v>
                </c:pt>
                <c:pt idx="370">
                  <c:v>26.504298</c:v>
                </c:pt>
                <c:pt idx="371">
                  <c:v>26.575931</c:v>
                </c:pt>
                <c:pt idx="372">
                  <c:v>26.647564</c:v>
                </c:pt>
                <c:pt idx="373">
                  <c:v>26.719198</c:v>
                </c:pt>
                <c:pt idx="374">
                  <c:v>26.790831</c:v>
                </c:pt>
                <c:pt idx="375">
                  <c:v>26.862464</c:v>
                </c:pt>
                <c:pt idx="376">
                  <c:v>26.934097</c:v>
                </c:pt>
                <c:pt idx="377">
                  <c:v>27.005731</c:v>
                </c:pt>
                <c:pt idx="378">
                  <c:v>27.077364</c:v>
                </c:pt>
                <c:pt idx="379">
                  <c:v>27.148997</c:v>
                </c:pt>
                <c:pt idx="380">
                  <c:v>27.22063</c:v>
                </c:pt>
                <c:pt idx="381">
                  <c:v>27.292264</c:v>
                </c:pt>
                <c:pt idx="382">
                  <c:v>27.363897</c:v>
                </c:pt>
                <c:pt idx="383">
                  <c:v>27.43553</c:v>
                </c:pt>
                <c:pt idx="384">
                  <c:v>27.507163</c:v>
                </c:pt>
                <c:pt idx="385">
                  <c:v>27.578797</c:v>
                </c:pt>
                <c:pt idx="386">
                  <c:v>27.65043</c:v>
                </c:pt>
                <c:pt idx="387">
                  <c:v>27.722063</c:v>
                </c:pt>
                <c:pt idx="388">
                  <c:v>27.793696</c:v>
                </c:pt>
                <c:pt idx="389">
                  <c:v>27.86533</c:v>
                </c:pt>
                <c:pt idx="390">
                  <c:v>27.936963</c:v>
                </c:pt>
                <c:pt idx="391">
                  <c:v>28.008596</c:v>
                </c:pt>
                <c:pt idx="392">
                  <c:v>28.080229</c:v>
                </c:pt>
                <c:pt idx="393">
                  <c:v>28.151862</c:v>
                </c:pt>
                <c:pt idx="394">
                  <c:v>28.223496</c:v>
                </c:pt>
                <c:pt idx="395">
                  <c:v>28.295129</c:v>
                </c:pt>
                <c:pt idx="396">
                  <c:v>28.366762</c:v>
                </c:pt>
                <c:pt idx="397">
                  <c:v>28.438395</c:v>
                </c:pt>
                <c:pt idx="398">
                  <c:v>28.510029</c:v>
                </c:pt>
                <c:pt idx="399">
                  <c:v>28.581662</c:v>
                </c:pt>
                <c:pt idx="400">
                  <c:v>28.653295</c:v>
                </c:pt>
                <c:pt idx="401">
                  <c:v>28.724928</c:v>
                </c:pt>
                <c:pt idx="402">
                  <c:v>28.796562</c:v>
                </c:pt>
                <c:pt idx="403">
                  <c:v>28.868195</c:v>
                </c:pt>
                <c:pt idx="404">
                  <c:v>28.939828</c:v>
                </c:pt>
                <c:pt idx="405">
                  <c:v>29.011461</c:v>
                </c:pt>
                <c:pt idx="406">
                  <c:v>29.083095</c:v>
                </c:pt>
                <c:pt idx="407">
                  <c:v>29.154728</c:v>
                </c:pt>
                <c:pt idx="408">
                  <c:v>29.226361</c:v>
                </c:pt>
                <c:pt idx="409">
                  <c:v>29.297994</c:v>
                </c:pt>
                <c:pt idx="410">
                  <c:v>29.369628</c:v>
                </c:pt>
                <c:pt idx="411">
                  <c:v>29.441261</c:v>
                </c:pt>
                <c:pt idx="412">
                  <c:v>29.512894</c:v>
                </c:pt>
                <c:pt idx="413">
                  <c:v>29.584527</c:v>
                </c:pt>
                <c:pt idx="414">
                  <c:v>29.65616</c:v>
                </c:pt>
                <c:pt idx="415">
                  <c:v>29.727794</c:v>
                </c:pt>
                <c:pt idx="416">
                  <c:v>29.799427</c:v>
                </c:pt>
                <c:pt idx="417">
                  <c:v>29.87106</c:v>
                </c:pt>
                <c:pt idx="418">
                  <c:v>29.942693</c:v>
                </c:pt>
                <c:pt idx="419">
                  <c:v>30.014327</c:v>
                </c:pt>
                <c:pt idx="420">
                  <c:v>30.08596</c:v>
                </c:pt>
                <c:pt idx="421">
                  <c:v>30.157593</c:v>
                </c:pt>
                <c:pt idx="422">
                  <c:v>30.229226</c:v>
                </c:pt>
                <c:pt idx="423">
                  <c:v>30.30086</c:v>
                </c:pt>
                <c:pt idx="424">
                  <c:v>30.372493</c:v>
                </c:pt>
                <c:pt idx="425">
                  <c:v>30.444126</c:v>
                </c:pt>
                <c:pt idx="426">
                  <c:v>30.515759</c:v>
                </c:pt>
                <c:pt idx="427">
                  <c:v>30.587393</c:v>
                </c:pt>
                <c:pt idx="428">
                  <c:v>30.659026</c:v>
                </c:pt>
                <c:pt idx="429">
                  <c:v>30.730659</c:v>
                </c:pt>
                <c:pt idx="430">
                  <c:v>30.802292</c:v>
                </c:pt>
                <c:pt idx="431">
                  <c:v>30.873926</c:v>
                </c:pt>
                <c:pt idx="432">
                  <c:v>30.945559</c:v>
                </c:pt>
                <c:pt idx="433">
                  <c:v>31.017192</c:v>
                </c:pt>
                <c:pt idx="434">
                  <c:v>31.088825</c:v>
                </c:pt>
                <c:pt idx="435">
                  <c:v>31.160458</c:v>
                </c:pt>
                <c:pt idx="436">
                  <c:v>31.232092</c:v>
                </c:pt>
                <c:pt idx="437">
                  <c:v>31.303725</c:v>
                </c:pt>
                <c:pt idx="438">
                  <c:v>31.375358</c:v>
                </c:pt>
                <c:pt idx="439">
                  <c:v>31.446991</c:v>
                </c:pt>
                <c:pt idx="440">
                  <c:v>31.518625</c:v>
                </c:pt>
                <c:pt idx="441">
                  <c:v>31.590258</c:v>
                </c:pt>
                <c:pt idx="442">
                  <c:v>31.661891</c:v>
                </c:pt>
                <c:pt idx="443">
                  <c:v>31.733524</c:v>
                </c:pt>
                <c:pt idx="444">
                  <c:v>31.805158</c:v>
                </c:pt>
                <c:pt idx="445">
                  <c:v>31.876791</c:v>
                </c:pt>
                <c:pt idx="446">
                  <c:v>31.948424</c:v>
                </c:pt>
                <c:pt idx="447">
                  <c:v>32.020057</c:v>
                </c:pt>
                <c:pt idx="448">
                  <c:v>32.091691</c:v>
                </c:pt>
                <c:pt idx="449">
                  <c:v>32.163324</c:v>
                </c:pt>
                <c:pt idx="450">
                  <c:v>32.234957</c:v>
                </c:pt>
                <c:pt idx="451">
                  <c:v>32.30659</c:v>
                </c:pt>
                <c:pt idx="452">
                  <c:v>32.378223</c:v>
                </c:pt>
                <c:pt idx="453">
                  <c:v>32.449857</c:v>
                </c:pt>
                <c:pt idx="454">
                  <c:v>32.52149</c:v>
                </c:pt>
                <c:pt idx="455">
                  <c:v>32.593123</c:v>
                </c:pt>
                <c:pt idx="456">
                  <c:v>32.664756</c:v>
                </c:pt>
                <c:pt idx="457">
                  <c:v>32.73639</c:v>
                </c:pt>
                <c:pt idx="458">
                  <c:v>32.808023</c:v>
                </c:pt>
                <c:pt idx="459">
                  <c:v>32.879656</c:v>
                </c:pt>
                <c:pt idx="460">
                  <c:v>32.951289</c:v>
                </c:pt>
                <c:pt idx="461">
                  <c:v>33.022923</c:v>
                </c:pt>
                <c:pt idx="462">
                  <c:v>33.094556</c:v>
                </c:pt>
                <c:pt idx="463">
                  <c:v>33.166189</c:v>
                </c:pt>
                <c:pt idx="464">
                  <c:v>33.237822</c:v>
                </c:pt>
                <c:pt idx="465">
                  <c:v>33.309456</c:v>
                </c:pt>
                <c:pt idx="466">
                  <c:v>33.381089</c:v>
                </c:pt>
                <c:pt idx="467">
                  <c:v>33.452722</c:v>
                </c:pt>
                <c:pt idx="468">
                  <c:v>33.524355</c:v>
                </c:pt>
                <c:pt idx="469">
                  <c:v>33.595989</c:v>
                </c:pt>
                <c:pt idx="470">
                  <c:v>33.667622</c:v>
                </c:pt>
                <c:pt idx="471">
                  <c:v>33.739255</c:v>
                </c:pt>
                <c:pt idx="472">
                  <c:v>33.810888</c:v>
                </c:pt>
                <c:pt idx="473">
                  <c:v>33.882521</c:v>
                </c:pt>
                <c:pt idx="474">
                  <c:v>33.954155</c:v>
                </c:pt>
                <c:pt idx="475">
                  <c:v>34.025788</c:v>
                </c:pt>
                <c:pt idx="476">
                  <c:v>34.097421</c:v>
                </c:pt>
                <c:pt idx="477">
                  <c:v>34.169054</c:v>
                </c:pt>
                <c:pt idx="478">
                  <c:v>34.240688</c:v>
                </c:pt>
                <c:pt idx="479">
                  <c:v>34.312321</c:v>
                </c:pt>
                <c:pt idx="480">
                  <c:v>34.383954</c:v>
                </c:pt>
                <c:pt idx="481">
                  <c:v>34.455587</c:v>
                </c:pt>
                <c:pt idx="482">
                  <c:v>34.527221</c:v>
                </c:pt>
                <c:pt idx="483">
                  <c:v>34.598854</c:v>
                </c:pt>
                <c:pt idx="484">
                  <c:v>34.670487</c:v>
                </c:pt>
                <c:pt idx="485">
                  <c:v>34.74212</c:v>
                </c:pt>
                <c:pt idx="486">
                  <c:v>34.813754</c:v>
                </c:pt>
                <c:pt idx="487">
                  <c:v>34.885387</c:v>
                </c:pt>
                <c:pt idx="488">
                  <c:v>34.95702</c:v>
                </c:pt>
                <c:pt idx="489">
                  <c:v>35.028653</c:v>
                </c:pt>
                <c:pt idx="490">
                  <c:v>35.100287</c:v>
                </c:pt>
                <c:pt idx="491">
                  <c:v>35.17192</c:v>
                </c:pt>
                <c:pt idx="492">
                  <c:v>35.243553</c:v>
                </c:pt>
                <c:pt idx="493">
                  <c:v>35.315186</c:v>
                </c:pt>
                <c:pt idx="494">
                  <c:v>35.386819</c:v>
                </c:pt>
                <c:pt idx="495">
                  <c:v>35.458453</c:v>
                </c:pt>
                <c:pt idx="496">
                  <c:v>35.530086</c:v>
                </c:pt>
                <c:pt idx="497">
                  <c:v>35.601719</c:v>
                </c:pt>
                <c:pt idx="498">
                  <c:v>35.673352</c:v>
                </c:pt>
                <c:pt idx="499">
                  <c:v>35.744986</c:v>
                </c:pt>
                <c:pt idx="500">
                  <c:v>35.816619</c:v>
                </c:pt>
                <c:pt idx="501">
                  <c:v>35.888252</c:v>
                </c:pt>
                <c:pt idx="502">
                  <c:v>35.959885</c:v>
                </c:pt>
                <c:pt idx="503">
                  <c:v>36.031519</c:v>
                </c:pt>
                <c:pt idx="504">
                  <c:v>36.103152</c:v>
                </c:pt>
                <c:pt idx="505">
                  <c:v>36.174785</c:v>
                </c:pt>
                <c:pt idx="506">
                  <c:v>36.246418</c:v>
                </c:pt>
                <c:pt idx="507">
                  <c:v>36.318052</c:v>
                </c:pt>
                <c:pt idx="508">
                  <c:v>36.389685</c:v>
                </c:pt>
                <c:pt idx="509">
                  <c:v>36.461318</c:v>
                </c:pt>
                <c:pt idx="510">
                  <c:v>36.532951</c:v>
                </c:pt>
                <c:pt idx="511">
                  <c:v>36.604585</c:v>
                </c:pt>
                <c:pt idx="512">
                  <c:v>36.676218</c:v>
                </c:pt>
                <c:pt idx="513">
                  <c:v>36.747851</c:v>
                </c:pt>
                <c:pt idx="514">
                  <c:v>36.819484</c:v>
                </c:pt>
                <c:pt idx="515">
                  <c:v>36.891117</c:v>
                </c:pt>
                <c:pt idx="516">
                  <c:v>36.962751</c:v>
                </c:pt>
                <c:pt idx="517">
                  <c:v>37.034384</c:v>
                </c:pt>
                <c:pt idx="518">
                  <c:v>37.106017</c:v>
                </c:pt>
                <c:pt idx="519">
                  <c:v>37.17765</c:v>
                </c:pt>
                <c:pt idx="520">
                  <c:v>37.249284</c:v>
                </c:pt>
                <c:pt idx="521">
                  <c:v>37.320917</c:v>
                </c:pt>
                <c:pt idx="522">
                  <c:v>37.39255</c:v>
                </c:pt>
                <c:pt idx="523">
                  <c:v>37.464183</c:v>
                </c:pt>
                <c:pt idx="524">
                  <c:v>37.535817</c:v>
                </c:pt>
                <c:pt idx="525">
                  <c:v>37.60745</c:v>
                </c:pt>
                <c:pt idx="526">
                  <c:v>37.679083</c:v>
                </c:pt>
                <c:pt idx="527">
                  <c:v>37.750716</c:v>
                </c:pt>
                <c:pt idx="528">
                  <c:v>37.82235</c:v>
                </c:pt>
                <c:pt idx="529">
                  <c:v>37.893983</c:v>
                </c:pt>
                <c:pt idx="530">
                  <c:v>37.965616</c:v>
                </c:pt>
                <c:pt idx="531">
                  <c:v>38.037249</c:v>
                </c:pt>
                <c:pt idx="532">
                  <c:v>38.108883</c:v>
                </c:pt>
                <c:pt idx="533">
                  <c:v>38.180516</c:v>
                </c:pt>
                <c:pt idx="534">
                  <c:v>38.252149</c:v>
                </c:pt>
                <c:pt idx="535">
                  <c:v>38.323782</c:v>
                </c:pt>
                <c:pt idx="536">
                  <c:v>38.395415</c:v>
                </c:pt>
                <c:pt idx="537">
                  <c:v>38.467049</c:v>
                </c:pt>
                <c:pt idx="538">
                  <c:v>38.538682</c:v>
                </c:pt>
                <c:pt idx="539">
                  <c:v>38.610315</c:v>
                </c:pt>
                <c:pt idx="540">
                  <c:v>38.681948</c:v>
                </c:pt>
                <c:pt idx="541">
                  <c:v>38.753582</c:v>
                </c:pt>
                <c:pt idx="542">
                  <c:v>38.825215</c:v>
                </c:pt>
                <c:pt idx="543">
                  <c:v>38.896848</c:v>
                </c:pt>
                <c:pt idx="544">
                  <c:v>38.968481</c:v>
                </c:pt>
                <c:pt idx="545">
                  <c:v>39.040115</c:v>
                </c:pt>
                <c:pt idx="546">
                  <c:v>39.111748</c:v>
                </c:pt>
                <c:pt idx="547">
                  <c:v>39.183381</c:v>
                </c:pt>
                <c:pt idx="548">
                  <c:v>39.255014</c:v>
                </c:pt>
                <c:pt idx="549">
                  <c:v>39.326648</c:v>
                </c:pt>
                <c:pt idx="550">
                  <c:v>39.398281</c:v>
                </c:pt>
                <c:pt idx="551">
                  <c:v>39.469914</c:v>
                </c:pt>
                <c:pt idx="552">
                  <c:v>39.541547</c:v>
                </c:pt>
                <c:pt idx="553">
                  <c:v>39.613181</c:v>
                </c:pt>
                <c:pt idx="554">
                  <c:v>39.684814</c:v>
                </c:pt>
                <c:pt idx="555">
                  <c:v>39.756447</c:v>
                </c:pt>
                <c:pt idx="556">
                  <c:v>39.82808</c:v>
                </c:pt>
                <c:pt idx="557">
                  <c:v>39.899713</c:v>
                </c:pt>
                <c:pt idx="558">
                  <c:v>39.971347</c:v>
                </c:pt>
                <c:pt idx="559">
                  <c:v>40.04298</c:v>
                </c:pt>
                <c:pt idx="560">
                  <c:v>40.114613</c:v>
                </c:pt>
                <c:pt idx="561">
                  <c:v>40.186246</c:v>
                </c:pt>
                <c:pt idx="562">
                  <c:v>40.25788</c:v>
                </c:pt>
                <c:pt idx="563">
                  <c:v>40.329513</c:v>
                </c:pt>
                <c:pt idx="564">
                  <c:v>40.401146</c:v>
                </c:pt>
                <c:pt idx="565">
                  <c:v>40.472779</c:v>
                </c:pt>
                <c:pt idx="566">
                  <c:v>40.544413</c:v>
                </c:pt>
                <c:pt idx="567">
                  <c:v>40.616046</c:v>
                </c:pt>
                <c:pt idx="568">
                  <c:v>40.687679</c:v>
                </c:pt>
                <c:pt idx="569">
                  <c:v>40.759312</c:v>
                </c:pt>
                <c:pt idx="570">
                  <c:v>40.830946</c:v>
                </c:pt>
                <c:pt idx="571">
                  <c:v>40.902579</c:v>
                </c:pt>
                <c:pt idx="572">
                  <c:v>40.974212</c:v>
                </c:pt>
                <c:pt idx="573">
                  <c:v>41.045845</c:v>
                </c:pt>
                <c:pt idx="574">
                  <c:v>41.117479</c:v>
                </c:pt>
                <c:pt idx="575">
                  <c:v>41.189112</c:v>
                </c:pt>
                <c:pt idx="576">
                  <c:v>41.260745</c:v>
                </c:pt>
                <c:pt idx="577">
                  <c:v>41.332378</c:v>
                </c:pt>
                <c:pt idx="578">
                  <c:v>41.404011</c:v>
                </c:pt>
                <c:pt idx="579">
                  <c:v>41.475645</c:v>
                </c:pt>
                <c:pt idx="580">
                  <c:v>41.547278</c:v>
                </c:pt>
                <c:pt idx="581">
                  <c:v>41.618911</c:v>
                </c:pt>
                <c:pt idx="582">
                  <c:v>41.690544</c:v>
                </c:pt>
                <c:pt idx="583">
                  <c:v>41.762178</c:v>
                </c:pt>
                <c:pt idx="584">
                  <c:v>41.833811</c:v>
                </c:pt>
                <c:pt idx="585">
                  <c:v>41.905444</c:v>
                </c:pt>
                <c:pt idx="586">
                  <c:v>41.977077</c:v>
                </c:pt>
                <c:pt idx="587">
                  <c:v>42.048711</c:v>
                </c:pt>
                <c:pt idx="588">
                  <c:v>42.120344</c:v>
                </c:pt>
                <c:pt idx="589">
                  <c:v>42.191977</c:v>
                </c:pt>
                <c:pt idx="590">
                  <c:v>42.26361</c:v>
                </c:pt>
                <c:pt idx="591">
                  <c:v>42.335244</c:v>
                </c:pt>
                <c:pt idx="592">
                  <c:v>42.406877</c:v>
                </c:pt>
                <c:pt idx="593">
                  <c:v>42.47851</c:v>
                </c:pt>
                <c:pt idx="594">
                  <c:v>42.550143</c:v>
                </c:pt>
                <c:pt idx="595">
                  <c:v>42.621777</c:v>
                </c:pt>
                <c:pt idx="596">
                  <c:v>42.69341</c:v>
                </c:pt>
                <c:pt idx="597">
                  <c:v>42.765043</c:v>
                </c:pt>
                <c:pt idx="598">
                  <c:v>42.836676</c:v>
                </c:pt>
                <c:pt idx="599">
                  <c:v>42.908309</c:v>
                </c:pt>
                <c:pt idx="600">
                  <c:v>42.979943</c:v>
                </c:pt>
                <c:pt idx="601">
                  <c:v>43.051576</c:v>
                </c:pt>
                <c:pt idx="602">
                  <c:v>43.123209</c:v>
                </c:pt>
                <c:pt idx="603">
                  <c:v>43.194842</c:v>
                </c:pt>
                <c:pt idx="604">
                  <c:v>43.266476</c:v>
                </c:pt>
                <c:pt idx="605">
                  <c:v>43.338109</c:v>
                </c:pt>
                <c:pt idx="606">
                  <c:v>43.409742</c:v>
                </c:pt>
                <c:pt idx="607">
                  <c:v>43.481375</c:v>
                </c:pt>
                <c:pt idx="608">
                  <c:v>43.553009</c:v>
                </c:pt>
                <c:pt idx="609">
                  <c:v>43.624642</c:v>
                </c:pt>
                <c:pt idx="610">
                  <c:v>43.696275</c:v>
                </c:pt>
                <c:pt idx="611">
                  <c:v>43.767908</c:v>
                </c:pt>
                <c:pt idx="612">
                  <c:v>43.839542</c:v>
                </c:pt>
                <c:pt idx="613">
                  <c:v>43.911175</c:v>
                </c:pt>
                <c:pt idx="614">
                  <c:v>43.982808</c:v>
                </c:pt>
                <c:pt idx="615">
                  <c:v>44.054441</c:v>
                </c:pt>
                <c:pt idx="616">
                  <c:v>44.126074</c:v>
                </c:pt>
                <c:pt idx="617">
                  <c:v>44.197708</c:v>
                </c:pt>
                <c:pt idx="618">
                  <c:v>44.269341</c:v>
                </c:pt>
                <c:pt idx="619">
                  <c:v>44.340974</c:v>
                </c:pt>
                <c:pt idx="620">
                  <c:v>44.412607</c:v>
                </c:pt>
                <c:pt idx="621">
                  <c:v>44.484241</c:v>
                </c:pt>
                <c:pt idx="622">
                  <c:v>44.555874</c:v>
                </c:pt>
                <c:pt idx="623">
                  <c:v>44.627507</c:v>
                </c:pt>
                <c:pt idx="624">
                  <c:v>44.69914</c:v>
                </c:pt>
                <c:pt idx="625">
                  <c:v>44.770774</c:v>
                </c:pt>
                <c:pt idx="626">
                  <c:v>44.842407</c:v>
                </c:pt>
                <c:pt idx="627">
                  <c:v>44.91404</c:v>
                </c:pt>
                <c:pt idx="628">
                  <c:v>44.985673</c:v>
                </c:pt>
                <c:pt idx="629">
                  <c:v>45.057307</c:v>
                </c:pt>
                <c:pt idx="630">
                  <c:v>45.12894</c:v>
                </c:pt>
                <c:pt idx="631">
                  <c:v>45.200573</c:v>
                </c:pt>
                <c:pt idx="632">
                  <c:v>45.272206</c:v>
                </c:pt>
                <c:pt idx="633">
                  <c:v>45.34384</c:v>
                </c:pt>
                <c:pt idx="634">
                  <c:v>45.415473</c:v>
                </c:pt>
                <c:pt idx="635">
                  <c:v>45.487106</c:v>
                </c:pt>
                <c:pt idx="636">
                  <c:v>45.558739</c:v>
                </c:pt>
                <c:pt idx="637">
                  <c:v>45.630372</c:v>
                </c:pt>
                <c:pt idx="638">
                  <c:v>45.702006</c:v>
                </c:pt>
                <c:pt idx="639">
                  <c:v>45.773639</c:v>
                </c:pt>
                <c:pt idx="640">
                  <c:v>45.845272</c:v>
                </c:pt>
                <c:pt idx="641">
                  <c:v>45.916905</c:v>
                </c:pt>
                <c:pt idx="642">
                  <c:v>45.988539</c:v>
                </c:pt>
                <c:pt idx="643">
                  <c:v>46.060172</c:v>
                </c:pt>
                <c:pt idx="644">
                  <c:v>46.131805</c:v>
                </c:pt>
                <c:pt idx="645">
                  <c:v>46.203438</c:v>
                </c:pt>
                <c:pt idx="646">
                  <c:v>46.275072</c:v>
                </c:pt>
                <c:pt idx="647">
                  <c:v>46.346705</c:v>
                </c:pt>
                <c:pt idx="648">
                  <c:v>46.418338</c:v>
                </c:pt>
                <c:pt idx="649">
                  <c:v>46.489971</c:v>
                </c:pt>
                <c:pt idx="650">
                  <c:v>46.561605</c:v>
                </c:pt>
                <c:pt idx="651">
                  <c:v>46.633238</c:v>
                </c:pt>
                <c:pt idx="652">
                  <c:v>46.704871</c:v>
                </c:pt>
                <c:pt idx="653">
                  <c:v>46.776504</c:v>
                </c:pt>
                <c:pt idx="654">
                  <c:v>46.848138</c:v>
                </c:pt>
                <c:pt idx="655">
                  <c:v>46.919771</c:v>
                </c:pt>
                <c:pt idx="656">
                  <c:v>46.991404</c:v>
                </c:pt>
                <c:pt idx="657">
                  <c:v>47.063037</c:v>
                </c:pt>
                <c:pt idx="658">
                  <c:v>47.13467</c:v>
                </c:pt>
                <c:pt idx="659">
                  <c:v>47.206304</c:v>
                </c:pt>
                <c:pt idx="660">
                  <c:v>47.277937</c:v>
                </c:pt>
                <c:pt idx="661">
                  <c:v>47.34957</c:v>
                </c:pt>
                <c:pt idx="662">
                  <c:v>47.421203</c:v>
                </c:pt>
                <c:pt idx="663">
                  <c:v>47.492837</c:v>
                </c:pt>
                <c:pt idx="664">
                  <c:v>47.56447</c:v>
                </c:pt>
                <c:pt idx="665">
                  <c:v>47.636103</c:v>
                </c:pt>
                <c:pt idx="666">
                  <c:v>47.707736</c:v>
                </c:pt>
                <c:pt idx="667">
                  <c:v>47.77937</c:v>
                </c:pt>
                <c:pt idx="668">
                  <c:v>47.851003</c:v>
                </c:pt>
                <c:pt idx="669">
                  <c:v>47.922636</c:v>
                </c:pt>
                <c:pt idx="670">
                  <c:v>47.994269</c:v>
                </c:pt>
                <c:pt idx="671">
                  <c:v>48.065903</c:v>
                </c:pt>
                <c:pt idx="672">
                  <c:v>48.137536</c:v>
                </c:pt>
                <c:pt idx="673">
                  <c:v>48.209169</c:v>
                </c:pt>
                <c:pt idx="674">
                  <c:v>48.280802</c:v>
                </c:pt>
                <c:pt idx="675">
                  <c:v>48.352436</c:v>
                </c:pt>
                <c:pt idx="676">
                  <c:v>48.424069</c:v>
                </c:pt>
                <c:pt idx="677">
                  <c:v>48.495702</c:v>
                </c:pt>
                <c:pt idx="678">
                  <c:v>48.567335</c:v>
                </c:pt>
                <c:pt idx="679">
                  <c:v>48.638968</c:v>
                </c:pt>
                <c:pt idx="680">
                  <c:v>48.710602</c:v>
                </c:pt>
                <c:pt idx="681">
                  <c:v>48.782235</c:v>
                </c:pt>
                <c:pt idx="682">
                  <c:v>48.853868</c:v>
                </c:pt>
                <c:pt idx="683">
                  <c:v>48.925501</c:v>
                </c:pt>
                <c:pt idx="684">
                  <c:v>48.997135</c:v>
                </c:pt>
                <c:pt idx="685">
                  <c:v>49.068768</c:v>
                </c:pt>
                <c:pt idx="686">
                  <c:v>49.140401</c:v>
                </c:pt>
                <c:pt idx="687">
                  <c:v>49.212034</c:v>
                </c:pt>
                <c:pt idx="688">
                  <c:v>49.283668</c:v>
                </c:pt>
                <c:pt idx="689">
                  <c:v>49.355301</c:v>
                </c:pt>
                <c:pt idx="690">
                  <c:v>49.426934</c:v>
                </c:pt>
                <c:pt idx="691">
                  <c:v>49.498567</c:v>
                </c:pt>
                <c:pt idx="692">
                  <c:v>49.570201</c:v>
                </c:pt>
                <c:pt idx="693">
                  <c:v>49.641834</c:v>
                </c:pt>
                <c:pt idx="694">
                  <c:v>49.713467</c:v>
                </c:pt>
                <c:pt idx="695">
                  <c:v>49.7851</c:v>
                </c:pt>
                <c:pt idx="696">
                  <c:v>49.856734</c:v>
                </c:pt>
                <c:pt idx="697">
                  <c:v>49.928367</c:v>
                </c:pt>
                <c:pt idx="698">
                  <c:v>50</c:v>
                </c:pt>
                <c:pt idx="699">
                  <c:v>50.071633</c:v>
                </c:pt>
                <c:pt idx="700">
                  <c:v>50.143266</c:v>
                </c:pt>
                <c:pt idx="701">
                  <c:v>50.2149</c:v>
                </c:pt>
                <c:pt idx="702">
                  <c:v>50.286533</c:v>
                </c:pt>
                <c:pt idx="703">
                  <c:v>50.358166</c:v>
                </c:pt>
                <c:pt idx="704">
                  <c:v>50.429799</c:v>
                </c:pt>
                <c:pt idx="705">
                  <c:v>50.501433</c:v>
                </c:pt>
                <c:pt idx="706">
                  <c:v>50.573066</c:v>
                </c:pt>
                <c:pt idx="707">
                  <c:v>50.644699</c:v>
                </c:pt>
                <c:pt idx="708">
                  <c:v>50.716332</c:v>
                </c:pt>
                <c:pt idx="709">
                  <c:v>50.787966</c:v>
                </c:pt>
                <c:pt idx="710">
                  <c:v>50.859599</c:v>
                </c:pt>
                <c:pt idx="711">
                  <c:v>50.931232</c:v>
                </c:pt>
                <c:pt idx="712">
                  <c:v>51.002865</c:v>
                </c:pt>
                <c:pt idx="713">
                  <c:v>51.074499</c:v>
                </c:pt>
                <c:pt idx="714">
                  <c:v>51.146132</c:v>
                </c:pt>
                <c:pt idx="715">
                  <c:v>51.217765</c:v>
                </c:pt>
                <c:pt idx="716">
                  <c:v>51.289398</c:v>
                </c:pt>
                <c:pt idx="717">
                  <c:v>51.361032</c:v>
                </c:pt>
                <c:pt idx="718">
                  <c:v>51.432665</c:v>
                </c:pt>
                <c:pt idx="719">
                  <c:v>51.504298</c:v>
                </c:pt>
                <c:pt idx="720">
                  <c:v>51.575931</c:v>
                </c:pt>
                <c:pt idx="721">
                  <c:v>51.647564</c:v>
                </c:pt>
                <c:pt idx="722">
                  <c:v>51.719198</c:v>
                </c:pt>
                <c:pt idx="723">
                  <c:v>51.790831</c:v>
                </c:pt>
                <c:pt idx="724">
                  <c:v>51.862464</c:v>
                </c:pt>
                <c:pt idx="725">
                  <c:v>51.934097</c:v>
                </c:pt>
                <c:pt idx="726">
                  <c:v>52.005731</c:v>
                </c:pt>
                <c:pt idx="727">
                  <c:v>52.077364</c:v>
                </c:pt>
                <c:pt idx="728">
                  <c:v>52.148997</c:v>
                </c:pt>
                <c:pt idx="729">
                  <c:v>52.22063</c:v>
                </c:pt>
                <c:pt idx="730">
                  <c:v>52.292264</c:v>
                </c:pt>
                <c:pt idx="731">
                  <c:v>52.363897</c:v>
                </c:pt>
                <c:pt idx="732">
                  <c:v>52.43553</c:v>
                </c:pt>
                <c:pt idx="733">
                  <c:v>52.507163</c:v>
                </c:pt>
                <c:pt idx="734">
                  <c:v>52.578797</c:v>
                </c:pt>
                <c:pt idx="735">
                  <c:v>52.65043</c:v>
                </c:pt>
                <c:pt idx="736">
                  <c:v>52.722063</c:v>
                </c:pt>
                <c:pt idx="737">
                  <c:v>52.793696</c:v>
                </c:pt>
                <c:pt idx="738">
                  <c:v>52.86533</c:v>
                </c:pt>
                <c:pt idx="739">
                  <c:v>52.936963</c:v>
                </c:pt>
                <c:pt idx="740">
                  <c:v>53.008596</c:v>
                </c:pt>
                <c:pt idx="741">
                  <c:v>53.080229</c:v>
                </c:pt>
                <c:pt idx="742">
                  <c:v>53.151862</c:v>
                </c:pt>
                <c:pt idx="743">
                  <c:v>53.223496</c:v>
                </c:pt>
                <c:pt idx="744">
                  <c:v>53.295129</c:v>
                </c:pt>
                <c:pt idx="745">
                  <c:v>53.366762</c:v>
                </c:pt>
                <c:pt idx="746">
                  <c:v>53.438395</c:v>
                </c:pt>
                <c:pt idx="747">
                  <c:v>53.510029</c:v>
                </c:pt>
                <c:pt idx="748">
                  <c:v>53.581662</c:v>
                </c:pt>
                <c:pt idx="749">
                  <c:v>53.653295</c:v>
                </c:pt>
                <c:pt idx="750">
                  <c:v>53.724928</c:v>
                </c:pt>
                <c:pt idx="751">
                  <c:v>53.796562</c:v>
                </c:pt>
                <c:pt idx="752">
                  <c:v>53.868195</c:v>
                </c:pt>
                <c:pt idx="753">
                  <c:v>53.939828</c:v>
                </c:pt>
                <c:pt idx="754">
                  <c:v>54.011461</c:v>
                </c:pt>
                <c:pt idx="755">
                  <c:v>54.083095</c:v>
                </c:pt>
                <c:pt idx="756">
                  <c:v>54.154728</c:v>
                </c:pt>
                <c:pt idx="757">
                  <c:v>54.226361</c:v>
                </c:pt>
                <c:pt idx="758">
                  <c:v>54.297994</c:v>
                </c:pt>
                <c:pt idx="759">
                  <c:v>54.369628</c:v>
                </c:pt>
                <c:pt idx="760">
                  <c:v>54.441261</c:v>
                </c:pt>
                <c:pt idx="761">
                  <c:v>54.512894</c:v>
                </c:pt>
                <c:pt idx="762">
                  <c:v>54.584527</c:v>
                </c:pt>
                <c:pt idx="763">
                  <c:v>54.65616</c:v>
                </c:pt>
                <c:pt idx="764">
                  <c:v>54.727794</c:v>
                </c:pt>
                <c:pt idx="765">
                  <c:v>54.799427</c:v>
                </c:pt>
                <c:pt idx="766">
                  <c:v>54.87106</c:v>
                </c:pt>
                <c:pt idx="767">
                  <c:v>54.942693</c:v>
                </c:pt>
                <c:pt idx="768">
                  <c:v>55.014327</c:v>
                </c:pt>
                <c:pt idx="769">
                  <c:v>55.08596</c:v>
                </c:pt>
                <c:pt idx="770">
                  <c:v>55.157593</c:v>
                </c:pt>
                <c:pt idx="771">
                  <c:v>55.229226</c:v>
                </c:pt>
                <c:pt idx="772">
                  <c:v>55.30086</c:v>
                </c:pt>
                <c:pt idx="773">
                  <c:v>55.372493</c:v>
                </c:pt>
                <c:pt idx="774">
                  <c:v>55.444126</c:v>
                </c:pt>
                <c:pt idx="775">
                  <c:v>55.515759</c:v>
                </c:pt>
                <c:pt idx="776">
                  <c:v>55.587393</c:v>
                </c:pt>
                <c:pt idx="777">
                  <c:v>55.659026</c:v>
                </c:pt>
                <c:pt idx="778">
                  <c:v>55.730659</c:v>
                </c:pt>
                <c:pt idx="779">
                  <c:v>55.802292</c:v>
                </c:pt>
                <c:pt idx="780">
                  <c:v>55.873926</c:v>
                </c:pt>
                <c:pt idx="781">
                  <c:v>55.945559</c:v>
                </c:pt>
                <c:pt idx="782">
                  <c:v>56.017192</c:v>
                </c:pt>
                <c:pt idx="783">
                  <c:v>56.088825</c:v>
                </c:pt>
                <c:pt idx="784">
                  <c:v>56.160458</c:v>
                </c:pt>
                <c:pt idx="785">
                  <c:v>56.232092</c:v>
                </c:pt>
                <c:pt idx="786">
                  <c:v>56.303725</c:v>
                </c:pt>
                <c:pt idx="787">
                  <c:v>56.375358</c:v>
                </c:pt>
                <c:pt idx="788">
                  <c:v>56.446991</c:v>
                </c:pt>
                <c:pt idx="789">
                  <c:v>56.518625</c:v>
                </c:pt>
                <c:pt idx="790">
                  <c:v>56.590258</c:v>
                </c:pt>
                <c:pt idx="791">
                  <c:v>56.661891</c:v>
                </c:pt>
                <c:pt idx="792">
                  <c:v>56.733524</c:v>
                </c:pt>
                <c:pt idx="793">
                  <c:v>56.805158</c:v>
                </c:pt>
                <c:pt idx="794">
                  <c:v>56.876791</c:v>
                </c:pt>
                <c:pt idx="795">
                  <c:v>56.948424</c:v>
                </c:pt>
                <c:pt idx="796">
                  <c:v>57.020057</c:v>
                </c:pt>
                <c:pt idx="797">
                  <c:v>57.091691</c:v>
                </c:pt>
                <c:pt idx="798">
                  <c:v>57.163324</c:v>
                </c:pt>
                <c:pt idx="799">
                  <c:v>57.234957</c:v>
                </c:pt>
                <c:pt idx="800">
                  <c:v>57.30659</c:v>
                </c:pt>
                <c:pt idx="801">
                  <c:v>57.378223</c:v>
                </c:pt>
                <c:pt idx="802">
                  <c:v>57.449857</c:v>
                </c:pt>
                <c:pt idx="803">
                  <c:v>57.52149</c:v>
                </c:pt>
                <c:pt idx="804">
                  <c:v>57.593123</c:v>
                </c:pt>
                <c:pt idx="805">
                  <c:v>57.664756</c:v>
                </c:pt>
                <c:pt idx="806">
                  <c:v>57.73639</c:v>
                </c:pt>
                <c:pt idx="807">
                  <c:v>57.808023</c:v>
                </c:pt>
                <c:pt idx="808">
                  <c:v>57.879656</c:v>
                </c:pt>
                <c:pt idx="809">
                  <c:v>57.951289</c:v>
                </c:pt>
                <c:pt idx="810">
                  <c:v>58.022923</c:v>
                </c:pt>
                <c:pt idx="811">
                  <c:v>58.094556</c:v>
                </c:pt>
                <c:pt idx="812">
                  <c:v>58.166189</c:v>
                </c:pt>
                <c:pt idx="813">
                  <c:v>58.237822</c:v>
                </c:pt>
                <c:pt idx="814">
                  <c:v>58.309456</c:v>
                </c:pt>
                <c:pt idx="815">
                  <c:v>58.381089</c:v>
                </c:pt>
                <c:pt idx="816">
                  <c:v>58.452722</c:v>
                </c:pt>
                <c:pt idx="817">
                  <c:v>58.524355</c:v>
                </c:pt>
                <c:pt idx="818">
                  <c:v>58.595989</c:v>
                </c:pt>
                <c:pt idx="819">
                  <c:v>58.667622</c:v>
                </c:pt>
                <c:pt idx="820">
                  <c:v>58.739255</c:v>
                </c:pt>
                <c:pt idx="821">
                  <c:v>58.810888</c:v>
                </c:pt>
                <c:pt idx="822">
                  <c:v>58.882521</c:v>
                </c:pt>
                <c:pt idx="823">
                  <c:v>58.954155</c:v>
                </c:pt>
                <c:pt idx="824">
                  <c:v>59.025788</c:v>
                </c:pt>
                <c:pt idx="825">
                  <c:v>59.097421</c:v>
                </c:pt>
                <c:pt idx="826">
                  <c:v>59.169054</c:v>
                </c:pt>
                <c:pt idx="827">
                  <c:v>59.240688</c:v>
                </c:pt>
                <c:pt idx="828">
                  <c:v>59.312321</c:v>
                </c:pt>
                <c:pt idx="829">
                  <c:v>59.383954</c:v>
                </c:pt>
                <c:pt idx="830">
                  <c:v>59.455587</c:v>
                </c:pt>
                <c:pt idx="831">
                  <c:v>59.527221</c:v>
                </c:pt>
                <c:pt idx="832">
                  <c:v>59.598854</c:v>
                </c:pt>
                <c:pt idx="833">
                  <c:v>59.670487</c:v>
                </c:pt>
                <c:pt idx="834">
                  <c:v>59.74212</c:v>
                </c:pt>
                <c:pt idx="835">
                  <c:v>59.813754</c:v>
                </c:pt>
                <c:pt idx="836">
                  <c:v>59.885387</c:v>
                </c:pt>
                <c:pt idx="837">
                  <c:v>59.95702</c:v>
                </c:pt>
                <c:pt idx="838">
                  <c:v>60.028653</c:v>
                </c:pt>
                <c:pt idx="839">
                  <c:v>60.100287</c:v>
                </c:pt>
                <c:pt idx="840">
                  <c:v>60.17192</c:v>
                </c:pt>
                <c:pt idx="841">
                  <c:v>60.243553</c:v>
                </c:pt>
                <c:pt idx="842">
                  <c:v>60.315186</c:v>
                </c:pt>
                <c:pt idx="843">
                  <c:v>60.386819</c:v>
                </c:pt>
                <c:pt idx="844">
                  <c:v>60.458453</c:v>
                </c:pt>
                <c:pt idx="845">
                  <c:v>60.530086</c:v>
                </c:pt>
                <c:pt idx="846">
                  <c:v>60.601719</c:v>
                </c:pt>
                <c:pt idx="847">
                  <c:v>60.673352</c:v>
                </c:pt>
                <c:pt idx="848">
                  <c:v>60.744986</c:v>
                </c:pt>
                <c:pt idx="849">
                  <c:v>60.816619</c:v>
                </c:pt>
                <c:pt idx="850">
                  <c:v>60.888252</c:v>
                </c:pt>
                <c:pt idx="851">
                  <c:v>60.959885</c:v>
                </c:pt>
                <c:pt idx="852">
                  <c:v>61.031519</c:v>
                </c:pt>
                <c:pt idx="853">
                  <c:v>61.103152</c:v>
                </c:pt>
                <c:pt idx="854">
                  <c:v>61.174785</c:v>
                </c:pt>
                <c:pt idx="855">
                  <c:v>61.246418</c:v>
                </c:pt>
                <c:pt idx="856">
                  <c:v>61.318052</c:v>
                </c:pt>
                <c:pt idx="857">
                  <c:v>61.389685</c:v>
                </c:pt>
                <c:pt idx="858">
                  <c:v>61.461318</c:v>
                </c:pt>
                <c:pt idx="859">
                  <c:v>61.532951</c:v>
                </c:pt>
                <c:pt idx="860">
                  <c:v>61.604585</c:v>
                </c:pt>
                <c:pt idx="861">
                  <c:v>61.676218</c:v>
                </c:pt>
                <c:pt idx="862">
                  <c:v>61.747851</c:v>
                </c:pt>
                <c:pt idx="863">
                  <c:v>61.819484</c:v>
                </c:pt>
                <c:pt idx="864">
                  <c:v>61.891117</c:v>
                </c:pt>
                <c:pt idx="865">
                  <c:v>61.962751</c:v>
                </c:pt>
                <c:pt idx="866">
                  <c:v>62.034384</c:v>
                </c:pt>
                <c:pt idx="867">
                  <c:v>62.106017</c:v>
                </c:pt>
                <c:pt idx="868">
                  <c:v>62.17765</c:v>
                </c:pt>
                <c:pt idx="869">
                  <c:v>62.249284</c:v>
                </c:pt>
                <c:pt idx="870">
                  <c:v>62.320917</c:v>
                </c:pt>
                <c:pt idx="871">
                  <c:v>62.39255</c:v>
                </c:pt>
                <c:pt idx="872">
                  <c:v>62.464183</c:v>
                </c:pt>
                <c:pt idx="873">
                  <c:v>62.535817</c:v>
                </c:pt>
                <c:pt idx="874">
                  <c:v>62.60745</c:v>
                </c:pt>
                <c:pt idx="875">
                  <c:v>62.679083</c:v>
                </c:pt>
                <c:pt idx="876">
                  <c:v>62.750716</c:v>
                </c:pt>
                <c:pt idx="877">
                  <c:v>62.82235</c:v>
                </c:pt>
                <c:pt idx="878">
                  <c:v>62.893983</c:v>
                </c:pt>
                <c:pt idx="879">
                  <c:v>62.965616</c:v>
                </c:pt>
                <c:pt idx="880">
                  <c:v>63.037249</c:v>
                </c:pt>
                <c:pt idx="881">
                  <c:v>63.108883</c:v>
                </c:pt>
                <c:pt idx="882">
                  <c:v>63.180516</c:v>
                </c:pt>
                <c:pt idx="883">
                  <c:v>63.252149</c:v>
                </c:pt>
                <c:pt idx="884">
                  <c:v>63.323782</c:v>
                </c:pt>
                <c:pt idx="885">
                  <c:v>63.395415</c:v>
                </c:pt>
                <c:pt idx="886">
                  <c:v>63.467049</c:v>
                </c:pt>
                <c:pt idx="887">
                  <c:v>63.538682</c:v>
                </c:pt>
                <c:pt idx="888">
                  <c:v>63.610315</c:v>
                </c:pt>
                <c:pt idx="889">
                  <c:v>63.681948</c:v>
                </c:pt>
                <c:pt idx="890">
                  <c:v>63.753582</c:v>
                </c:pt>
                <c:pt idx="891">
                  <c:v>63.825215</c:v>
                </c:pt>
                <c:pt idx="892">
                  <c:v>63.896848</c:v>
                </c:pt>
                <c:pt idx="893">
                  <c:v>63.968481</c:v>
                </c:pt>
                <c:pt idx="894">
                  <c:v>64.040115</c:v>
                </c:pt>
                <c:pt idx="895">
                  <c:v>64.111748</c:v>
                </c:pt>
                <c:pt idx="896">
                  <c:v>64.183381</c:v>
                </c:pt>
                <c:pt idx="897">
                  <c:v>64.255014</c:v>
                </c:pt>
                <c:pt idx="898">
                  <c:v>64.326648</c:v>
                </c:pt>
                <c:pt idx="899">
                  <c:v>64.398281</c:v>
                </c:pt>
                <c:pt idx="900">
                  <c:v>64.469914</c:v>
                </c:pt>
                <c:pt idx="901">
                  <c:v>64.541547</c:v>
                </c:pt>
                <c:pt idx="902">
                  <c:v>64.613181</c:v>
                </c:pt>
                <c:pt idx="903">
                  <c:v>64.684814</c:v>
                </c:pt>
                <c:pt idx="904">
                  <c:v>64.756447</c:v>
                </c:pt>
                <c:pt idx="905">
                  <c:v>64.82808</c:v>
                </c:pt>
                <c:pt idx="906">
                  <c:v>64.899713</c:v>
                </c:pt>
                <c:pt idx="907">
                  <c:v>64.971347</c:v>
                </c:pt>
                <c:pt idx="908">
                  <c:v>65.04298</c:v>
                </c:pt>
                <c:pt idx="909">
                  <c:v>65.114613</c:v>
                </c:pt>
                <c:pt idx="910">
                  <c:v>65.186246</c:v>
                </c:pt>
                <c:pt idx="911">
                  <c:v>65.25788</c:v>
                </c:pt>
                <c:pt idx="912">
                  <c:v>65.329513</c:v>
                </c:pt>
                <c:pt idx="913">
                  <c:v>65.401146</c:v>
                </c:pt>
                <c:pt idx="914">
                  <c:v>65.472779</c:v>
                </c:pt>
                <c:pt idx="915">
                  <c:v>65.544413</c:v>
                </c:pt>
                <c:pt idx="916">
                  <c:v>65.616046</c:v>
                </c:pt>
                <c:pt idx="917">
                  <c:v>65.687679</c:v>
                </c:pt>
                <c:pt idx="918">
                  <c:v>65.759312</c:v>
                </c:pt>
                <c:pt idx="919">
                  <c:v>65.830946</c:v>
                </c:pt>
                <c:pt idx="920">
                  <c:v>65.902579</c:v>
                </c:pt>
                <c:pt idx="921">
                  <c:v>65.974212</c:v>
                </c:pt>
                <c:pt idx="922">
                  <c:v>66.045845</c:v>
                </c:pt>
                <c:pt idx="923">
                  <c:v>66.117479</c:v>
                </c:pt>
                <c:pt idx="924">
                  <c:v>66.189112</c:v>
                </c:pt>
                <c:pt idx="925">
                  <c:v>66.260745</c:v>
                </c:pt>
                <c:pt idx="926">
                  <c:v>66.332378</c:v>
                </c:pt>
                <c:pt idx="927">
                  <c:v>66.404011</c:v>
                </c:pt>
                <c:pt idx="928">
                  <c:v>66.475645</c:v>
                </c:pt>
                <c:pt idx="929">
                  <c:v>66.547278</c:v>
                </c:pt>
                <c:pt idx="930">
                  <c:v>66.618911</c:v>
                </c:pt>
                <c:pt idx="931">
                  <c:v>66.690544</c:v>
                </c:pt>
                <c:pt idx="932">
                  <c:v>66.762178</c:v>
                </c:pt>
                <c:pt idx="933">
                  <c:v>66.833811</c:v>
                </c:pt>
                <c:pt idx="934">
                  <c:v>66.905444</c:v>
                </c:pt>
                <c:pt idx="935">
                  <c:v>66.977077</c:v>
                </c:pt>
                <c:pt idx="936">
                  <c:v>67.048711</c:v>
                </c:pt>
                <c:pt idx="937">
                  <c:v>67.120344</c:v>
                </c:pt>
                <c:pt idx="938">
                  <c:v>67.191977</c:v>
                </c:pt>
                <c:pt idx="939">
                  <c:v>67.26361</c:v>
                </c:pt>
                <c:pt idx="940">
                  <c:v>67.335244</c:v>
                </c:pt>
                <c:pt idx="941">
                  <c:v>67.406877</c:v>
                </c:pt>
                <c:pt idx="942">
                  <c:v>67.47851</c:v>
                </c:pt>
                <c:pt idx="943">
                  <c:v>67.550143</c:v>
                </c:pt>
                <c:pt idx="944">
                  <c:v>67.621777</c:v>
                </c:pt>
                <c:pt idx="945">
                  <c:v>67.69341</c:v>
                </c:pt>
                <c:pt idx="946">
                  <c:v>67.765043</c:v>
                </c:pt>
                <c:pt idx="947">
                  <c:v>67.836676</c:v>
                </c:pt>
                <c:pt idx="948">
                  <c:v>67.908309</c:v>
                </c:pt>
                <c:pt idx="949">
                  <c:v>67.979943</c:v>
                </c:pt>
                <c:pt idx="950">
                  <c:v>68.051576</c:v>
                </c:pt>
                <c:pt idx="951">
                  <c:v>68.123209</c:v>
                </c:pt>
                <c:pt idx="952">
                  <c:v>68.194842</c:v>
                </c:pt>
                <c:pt idx="953">
                  <c:v>68.266476</c:v>
                </c:pt>
                <c:pt idx="954">
                  <c:v>68.338109</c:v>
                </c:pt>
                <c:pt idx="955">
                  <c:v>68.409742</c:v>
                </c:pt>
                <c:pt idx="956">
                  <c:v>68.481375</c:v>
                </c:pt>
                <c:pt idx="957">
                  <c:v>68.553009</c:v>
                </c:pt>
                <c:pt idx="958">
                  <c:v>68.624642</c:v>
                </c:pt>
                <c:pt idx="959">
                  <c:v>68.696275</c:v>
                </c:pt>
                <c:pt idx="960">
                  <c:v>68.767908</c:v>
                </c:pt>
                <c:pt idx="961">
                  <c:v>68.839542</c:v>
                </c:pt>
                <c:pt idx="962">
                  <c:v>68.911175</c:v>
                </c:pt>
                <c:pt idx="963">
                  <c:v>68.982808</c:v>
                </c:pt>
                <c:pt idx="964">
                  <c:v>69.054441</c:v>
                </c:pt>
                <c:pt idx="965">
                  <c:v>69.126074</c:v>
                </c:pt>
                <c:pt idx="966">
                  <c:v>69.197708</c:v>
                </c:pt>
                <c:pt idx="967">
                  <c:v>69.269341</c:v>
                </c:pt>
                <c:pt idx="968">
                  <c:v>69.340974</c:v>
                </c:pt>
                <c:pt idx="969">
                  <c:v>69.412607</c:v>
                </c:pt>
                <c:pt idx="970">
                  <c:v>69.484241</c:v>
                </c:pt>
                <c:pt idx="971">
                  <c:v>69.555874</c:v>
                </c:pt>
                <c:pt idx="972">
                  <c:v>69.627507</c:v>
                </c:pt>
                <c:pt idx="973">
                  <c:v>69.69914</c:v>
                </c:pt>
                <c:pt idx="974">
                  <c:v>69.770774</c:v>
                </c:pt>
                <c:pt idx="975">
                  <c:v>69.842407</c:v>
                </c:pt>
                <c:pt idx="976">
                  <c:v>69.91404</c:v>
                </c:pt>
                <c:pt idx="977">
                  <c:v>69.985673</c:v>
                </c:pt>
                <c:pt idx="978">
                  <c:v>70.057307</c:v>
                </c:pt>
                <c:pt idx="979">
                  <c:v>70.12894</c:v>
                </c:pt>
                <c:pt idx="980">
                  <c:v>70.200573</c:v>
                </c:pt>
                <c:pt idx="981">
                  <c:v>70.272206</c:v>
                </c:pt>
                <c:pt idx="982">
                  <c:v>70.34384</c:v>
                </c:pt>
                <c:pt idx="983">
                  <c:v>70.415473</c:v>
                </c:pt>
                <c:pt idx="984">
                  <c:v>70.487106</c:v>
                </c:pt>
                <c:pt idx="985">
                  <c:v>70.558739</c:v>
                </c:pt>
                <c:pt idx="986">
                  <c:v>70.630372</c:v>
                </c:pt>
                <c:pt idx="987">
                  <c:v>70.702006</c:v>
                </c:pt>
                <c:pt idx="988">
                  <c:v>70.773639</c:v>
                </c:pt>
                <c:pt idx="989">
                  <c:v>70.845272</c:v>
                </c:pt>
                <c:pt idx="990">
                  <c:v>70.916905</c:v>
                </c:pt>
                <c:pt idx="991">
                  <c:v>70.988539</c:v>
                </c:pt>
                <c:pt idx="992">
                  <c:v>71.060172</c:v>
                </c:pt>
                <c:pt idx="993">
                  <c:v>71.131805</c:v>
                </c:pt>
                <c:pt idx="994">
                  <c:v>71.203438</c:v>
                </c:pt>
                <c:pt idx="995">
                  <c:v>71.275072</c:v>
                </c:pt>
                <c:pt idx="996">
                  <c:v>71.346705</c:v>
                </c:pt>
                <c:pt idx="997">
                  <c:v>71.418338</c:v>
                </c:pt>
                <c:pt idx="998">
                  <c:v>71.489971</c:v>
                </c:pt>
                <c:pt idx="999">
                  <c:v>71.561605</c:v>
                </c:pt>
                <c:pt idx="1000">
                  <c:v>71.633238</c:v>
                </c:pt>
                <c:pt idx="1001">
                  <c:v>71.704871</c:v>
                </c:pt>
                <c:pt idx="1002">
                  <c:v>71.776504</c:v>
                </c:pt>
                <c:pt idx="1003">
                  <c:v>71.848138</c:v>
                </c:pt>
                <c:pt idx="1004">
                  <c:v>71.919771</c:v>
                </c:pt>
                <c:pt idx="1005">
                  <c:v>71.991404</c:v>
                </c:pt>
                <c:pt idx="1006">
                  <c:v>72.063037</c:v>
                </c:pt>
                <c:pt idx="1007">
                  <c:v>72.13467</c:v>
                </c:pt>
                <c:pt idx="1008">
                  <c:v>72.206304</c:v>
                </c:pt>
                <c:pt idx="1009">
                  <c:v>72.277937</c:v>
                </c:pt>
                <c:pt idx="1010">
                  <c:v>72.34957</c:v>
                </c:pt>
                <c:pt idx="1011">
                  <c:v>72.421203</c:v>
                </c:pt>
                <c:pt idx="1012">
                  <c:v>72.492837</c:v>
                </c:pt>
                <c:pt idx="1013">
                  <c:v>72.56447</c:v>
                </c:pt>
                <c:pt idx="1014">
                  <c:v>72.636103</c:v>
                </c:pt>
                <c:pt idx="1015">
                  <c:v>72.707736</c:v>
                </c:pt>
                <c:pt idx="1016">
                  <c:v>72.77937</c:v>
                </c:pt>
                <c:pt idx="1017">
                  <c:v>72.851003</c:v>
                </c:pt>
                <c:pt idx="1018">
                  <c:v>72.922636</c:v>
                </c:pt>
                <c:pt idx="1019">
                  <c:v>72.994269</c:v>
                </c:pt>
                <c:pt idx="1020">
                  <c:v>73.065903</c:v>
                </c:pt>
                <c:pt idx="1021">
                  <c:v>73.137536</c:v>
                </c:pt>
                <c:pt idx="1022">
                  <c:v>73.209169</c:v>
                </c:pt>
                <c:pt idx="1023">
                  <c:v>73.280802</c:v>
                </c:pt>
                <c:pt idx="1024">
                  <c:v>73.352436</c:v>
                </c:pt>
                <c:pt idx="1025">
                  <c:v>73.424069</c:v>
                </c:pt>
                <c:pt idx="1026">
                  <c:v>73.495702</c:v>
                </c:pt>
                <c:pt idx="1027">
                  <c:v>73.567335</c:v>
                </c:pt>
                <c:pt idx="1028">
                  <c:v>73.638968</c:v>
                </c:pt>
                <c:pt idx="1029">
                  <c:v>73.710602</c:v>
                </c:pt>
                <c:pt idx="1030">
                  <c:v>73.782235</c:v>
                </c:pt>
                <c:pt idx="1031">
                  <c:v>73.853868</c:v>
                </c:pt>
                <c:pt idx="1032">
                  <c:v>73.925501</c:v>
                </c:pt>
                <c:pt idx="1033">
                  <c:v>73.997135</c:v>
                </c:pt>
                <c:pt idx="1034">
                  <c:v>74.068768</c:v>
                </c:pt>
                <c:pt idx="1035">
                  <c:v>74.140401</c:v>
                </c:pt>
                <c:pt idx="1036">
                  <c:v>74.212034</c:v>
                </c:pt>
                <c:pt idx="1037">
                  <c:v>74.283668</c:v>
                </c:pt>
                <c:pt idx="1038">
                  <c:v>74.355301</c:v>
                </c:pt>
                <c:pt idx="1039">
                  <c:v>74.426934</c:v>
                </c:pt>
                <c:pt idx="1040">
                  <c:v>74.498567</c:v>
                </c:pt>
                <c:pt idx="1041">
                  <c:v>74.570201</c:v>
                </c:pt>
                <c:pt idx="1042">
                  <c:v>74.641834</c:v>
                </c:pt>
                <c:pt idx="1043">
                  <c:v>74.713467</c:v>
                </c:pt>
                <c:pt idx="1044">
                  <c:v>74.7851</c:v>
                </c:pt>
                <c:pt idx="1045">
                  <c:v>74.856734</c:v>
                </c:pt>
                <c:pt idx="1046">
                  <c:v>74.928367</c:v>
                </c:pt>
                <c:pt idx="1047">
                  <c:v>75</c:v>
                </c:pt>
                <c:pt idx="1048">
                  <c:v>75.071633</c:v>
                </c:pt>
                <c:pt idx="1049">
                  <c:v>75.143266</c:v>
                </c:pt>
                <c:pt idx="1050">
                  <c:v>75.2149</c:v>
                </c:pt>
                <c:pt idx="1051">
                  <c:v>75.286533</c:v>
                </c:pt>
                <c:pt idx="1052">
                  <c:v>75.358166</c:v>
                </c:pt>
                <c:pt idx="1053">
                  <c:v>75.429799</c:v>
                </c:pt>
                <c:pt idx="1054">
                  <c:v>75.501433</c:v>
                </c:pt>
                <c:pt idx="1055">
                  <c:v>75.573066</c:v>
                </c:pt>
                <c:pt idx="1056">
                  <c:v>75.644699</c:v>
                </c:pt>
                <c:pt idx="1057">
                  <c:v>75.716332</c:v>
                </c:pt>
                <c:pt idx="1058">
                  <c:v>75.787966</c:v>
                </c:pt>
                <c:pt idx="1059">
                  <c:v>75.859599</c:v>
                </c:pt>
                <c:pt idx="1060">
                  <c:v>75.931232</c:v>
                </c:pt>
                <c:pt idx="1061">
                  <c:v>76.002865</c:v>
                </c:pt>
                <c:pt idx="1062">
                  <c:v>76.074499</c:v>
                </c:pt>
                <c:pt idx="1063">
                  <c:v>76.146132</c:v>
                </c:pt>
                <c:pt idx="1064">
                  <c:v>76.217765</c:v>
                </c:pt>
                <c:pt idx="1065">
                  <c:v>76.289398</c:v>
                </c:pt>
                <c:pt idx="1066">
                  <c:v>76.361032</c:v>
                </c:pt>
                <c:pt idx="1067">
                  <c:v>76.432665</c:v>
                </c:pt>
                <c:pt idx="1068">
                  <c:v>76.504298</c:v>
                </c:pt>
                <c:pt idx="1069">
                  <c:v>76.575931</c:v>
                </c:pt>
                <c:pt idx="1070">
                  <c:v>76.647564</c:v>
                </c:pt>
                <c:pt idx="1071">
                  <c:v>76.719198</c:v>
                </c:pt>
                <c:pt idx="1072">
                  <c:v>76.790831</c:v>
                </c:pt>
                <c:pt idx="1073">
                  <c:v>76.862464</c:v>
                </c:pt>
                <c:pt idx="1074">
                  <c:v>76.934097</c:v>
                </c:pt>
                <c:pt idx="1075">
                  <c:v>77.005731</c:v>
                </c:pt>
                <c:pt idx="1076">
                  <c:v>77.077364</c:v>
                </c:pt>
                <c:pt idx="1077">
                  <c:v>77.148997</c:v>
                </c:pt>
                <c:pt idx="1078">
                  <c:v>77.22063</c:v>
                </c:pt>
                <c:pt idx="1079">
                  <c:v>77.292264</c:v>
                </c:pt>
                <c:pt idx="1080">
                  <c:v>77.363897</c:v>
                </c:pt>
                <c:pt idx="1081">
                  <c:v>77.43553</c:v>
                </c:pt>
                <c:pt idx="1082">
                  <c:v>77.507163</c:v>
                </c:pt>
                <c:pt idx="1083">
                  <c:v>77.578797</c:v>
                </c:pt>
                <c:pt idx="1084">
                  <c:v>77.65043</c:v>
                </c:pt>
                <c:pt idx="1085">
                  <c:v>77.722063</c:v>
                </c:pt>
                <c:pt idx="1086">
                  <c:v>77.793696</c:v>
                </c:pt>
                <c:pt idx="1087">
                  <c:v>77.86533</c:v>
                </c:pt>
                <c:pt idx="1088">
                  <c:v>77.936963</c:v>
                </c:pt>
                <c:pt idx="1089">
                  <c:v>78.008596</c:v>
                </c:pt>
                <c:pt idx="1090">
                  <c:v>78.080229</c:v>
                </c:pt>
                <c:pt idx="1091">
                  <c:v>78.151862</c:v>
                </c:pt>
                <c:pt idx="1092">
                  <c:v>78.223496</c:v>
                </c:pt>
                <c:pt idx="1093">
                  <c:v>78.295129</c:v>
                </c:pt>
                <c:pt idx="1094">
                  <c:v>78.366762</c:v>
                </c:pt>
                <c:pt idx="1095">
                  <c:v>78.438395</c:v>
                </c:pt>
                <c:pt idx="1096">
                  <c:v>78.510029</c:v>
                </c:pt>
                <c:pt idx="1097">
                  <c:v>78.581662</c:v>
                </c:pt>
                <c:pt idx="1098">
                  <c:v>78.653295</c:v>
                </c:pt>
                <c:pt idx="1099">
                  <c:v>78.724928</c:v>
                </c:pt>
                <c:pt idx="1100">
                  <c:v>78.796562</c:v>
                </c:pt>
                <c:pt idx="1101">
                  <c:v>78.868195</c:v>
                </c:pt>
                <c:pt idx="1102">
                  <c:v>78.939828</c:v>
                </c:pt>
                <c:pt idx="1103">
                  <c:v>79.011461</c:v>
                </c:pt>
                <c:pt idx="1104">
                  <c:v>79.083095</c:v>
                </c:pt>
                <c:pt idx="1105">
                  <c:v>79.154728</c:v>
                </c:pt>
                <c:pt idx="1106">
                  <c:v>79.226361</c:v>
                </c:pt>
                <c:pt idx="1107">
                  <c:v>79.297994</c:v>
                </c:pt>
                <c:pt idx="1108">
                  <c:v>79.369628</c:v>
                </c:pt>
                <c:pt idx="1109">
                  <c:v>79.441261</c:v>
                </c:pt>
                <c:pt idx="1110">
                  <c:v>79.512894</c:v>
                </c:pt>
                <c:pt idx="1111">
                  <c:v>79.584527</c:v>
                </c:pt>
                <c:pt idx="1112">
                  <c:v>79.65616</c:v>
                </c:pt>
                <c:pt idx="1113">
                  <c:v>79.727794</c:v>
                </c:pt>
                <c:pt idx="1114">
                  <c:v>79.799427</c:v>
                </c:pt>
                <c:pt idx="1115">
                  <c:v>79.87106</c:v>
                </c:pt>
                <c:pt idx="1116">
                  <c:v>79.942693</c:v>
                </c:pt>
                <c:pt idx="1117">
                  <c:v>80.014327</c:v>
                </c:pt>
                <c:pt idx="1118">
                  <c:v>80.08596</c:v>
                </c:pt>
                <c:pt idx="1119">
                  <c:v>80.157593</c:v>
                </c:pt>
                <c:pt idx="1120">
                  <c:v>80.229226</c:v>
                </c:pt>
                <c:pt idx="1121">
                  <c:v>80.30086</c:v>
                </c:pt>
                <c:pt idx="1122">
                  <c:v>80.372493</c:v>
                </c:pt>
                <c:pt idx="1123">
                  <c:v>80.444126</c:v>
                </c:pt>
                <c:pt idx="1124">
                  <c:v>80.515759</c:v>
                </c:pt>
                <c:pt idx="1125">
                  <c:v>80.587393</c:v>
                </c:pt>
                <c:pt idx="1126">
                  <c:v>80.659026</c:v>
                </c:pt>
                <c:pt idx="1127">
                  <c:v>80.730659</c:v>
                </c:pt>
                <c:pt idx="1128">
                  <c:v>80.802292</c:v>
                </c:pt>
                <c:pt idx="1129">
                  <c:v>80.873926</c:v>
                </c:pt>
                <c:pt idx="1130">
                  <c:v>80.945559</c:v>
                </c:pt>
                <c:pt idx="1131">
                  <c:v>81.017192</c:v>
                </c:pt>
                <c:pt idx="1132">
                  <c:v>81.088825</c:v>
                </c:pt>
                <c:pt idx="1133">
                  <c:v>81.160458</c:v>
                </c:pt>
                <c:pt idx="1134">
                  <c:v>81.232092</c:v>
                </c:pt>
                <c:pt idx="1135">
                  <c:v>81.303725</c:v>
                </c:pt>
                <c:pt idx="1136">
                  <c:v>81.375358</c:v>
                </c:pt>
                <c:pt idx="1137">
                  <c:v>81.446991</c:v>
                </c:pt>
                <c:pt idx="1138">
                  <c:v>81.518625</c:v>
                </c:pt>
                <c:pt idx="1139">
                  <c:v>81.590258</c:v>
                </c:pt>
                <c:pt idx="1140">
                  <c:v>81.661891</c:v>
                </c:pt>
                <c:pt idx="1141">
                  <c:v>81.733524</c:v>
                </c:pt>
                <c:pt idx="1142">
                  <c:v>81.805158</c:v>
                </c:pt>
                <c:pt idx="1143">
                  <c:v>81.876791</c:v>
                </c:pt>
                <c:pt idx="1144">
                  <c:v>81.948424</c:v>
                </c:pt>
                <c:pt idx="1145">
                  <c:v>82.020057</c:v>
                </c:pt>
                <c:pt idx="1146">
                  <c:v>82.091691</c:v>
                </c:pt>
                <c:pt idx="1147">
                  <c:v>82.163324</c:v>
                </c:pt>
                <c:pt idx="1148">
                  <c:v>82.234957</c:v>
                </c:pt>
                <c:pt idx="1149">
                  <c:v>82.30659</c:v>
                </c:pt>
                <c:pt idx="1150">
                  <c:v>82.378223</c:v>
                </c:pt>
                <c:pt idx="1151">
                  <c:v>82.449857</c:v>
                </c:pt>
                <c:pt idx="1152">
                  <c:v>82.52149</c:v>
                </c:pt>
                <c:pt idx="1153">
                  <c:v>82.593123</c:v>
                </c:pt>
                <c:pt idx="1154">
                  <c:v>82.664756</c:v>
                </c:pt>
                <c:pt idx="1155">
                  <c:v>82.73639</c:v>
                </c:pt>
                <c:pt idx="1156">
                  <c:v>82.808023</c:v>
                </c:pt>
                <c:pt idx="1157">
                  <c:v>82.879656</c:v>
                </c:pt>
                <c:pt idx="1158">
                  <c:v>82.951289</c:v>
                </c:pt>
                <c:pt idx="1159">
                  <c:v>83.022923</c:v>
                </c:pt>
                <c:pt idx="1160">
                  <c:v>83.094556</c:v>
                </c:pt>
                <c:pt idx="1161">
                  <c:v>83.166189</c:v>
                </c:pt>
                <c:pt idx="1162">
                  <c:v>83.237822</c:v>
                </c:pt>
                <c:pt idx="1163">
                  <c:v>83.309456</c:v>
                </c:pt>
                <c:pt idx="1164">
                  <c:v>83.381089</c:v>
                </c:pt>
                <c:pt idx="1165">
                  <c:v>83.452722</c:v>
                </c:pt>
                <c:pt idx="1166">
                  <c:v>83.524355</c:v>
                </c:pt>
                <c:pt idx="1167">
                  <c:v>83.595989</c:v>
                </c:pt>
                <c:pt idx="1168">
                  <c:v>83.667622</c:v>
                </c:pt>
                <c:pt idx="1169">
                  <c:v>83.739255</c:v>
                </c:pt>
                <c:pt idx="1170">
                  <c:v>83.810888</c:v>
                </c:pt>
                <c:pt idx="1171">
                  <c:v>83.882521</c:v>
                </c:pt>
                <c:pt idx="1172">
                  <c:v>83.954155</c:v>
                </c:pt>
                <c:pt idx="1173">
                  <c:v>84.025788</c:v>
                </c:pt>
                <c:pt idx="1174">
                  <c:v>84.097421</c:v>
                </c:pt>
                <c:pt idx="1175">
                  <c:v>84.169054</c:v>
                </c:pt>
                <c:pt idx="1176">
                  <c:v>84.240688</c:v>
                </c:pt>
                <c:pt idx="1177">
                  <c:v>84.312321</c:v>
                </c:pt>
                <c:pt idx="1178">
                  <c:v>84.383954</c:v>
                </c:pt>
                <c:pt idx="1179">
                  <c:v>84.455587</c:v>
                </c:pt>
                <c:pt idx="1180">
                  <c:v>84.527221</c:v>
                </c:pt>
                <c:pt idx="1181">
                  <c:v>84.598854</c:v>
                </c:pt>
                <c:pt idx="1182">
                  <c:v>84.670487</c:v>
                </c:pt>
                <c:pt idx="1183">
                  <c:v>84.74212</c:v>
                </c:pt>
                <c:pt idx="1184">
                  <c:v>84.813754</c:v>
                </c:pt>
                <c:pt idx="1185">
                  <c:v>84.885387</c:v>
                </c:pt>
                <c:pt idx="1186">
                  <c:v>84.95702</c:v>
                </c:pt>
                <c:pt idx="1187">
                  <c:v>85.028653</c:v>
                </c:pt>
                <c:pt idx="1188">
                  <c:v>85.100287</c:v>
                </c:pt>
                <c:pt idx="1189">
                  <c:v>85.17192</c:v>
                </c:pt>
                <c:pt idx="1190">
                  <c:v>85.243553</c:v>
                </c:pt>
                <c:pt idx="1191">
                  <c:v>85.315186</c:v>
                </c:pt>
                <c:pt idx="1192">
                  <c:v>85.386819</c:v>
                </c:pt>
                <c:pt idx="1193">
                  <c:v>85.458453</c:v>
                </c:pt>
                <c:pt idx="1194">
                  <c:v>85.530086</c:v>
                </c:pt>
                <c:pt idx="1195">
                  <c:v>85.601719</c:v>
                </c:pt>
                <c:pt idx="1196">
                  <c:v>85.673352</c:v>
                </c:pt>
                <c:pt idx="1197">
                  <c:v>85.744986</c:v>
                </c:pt>
                <c:pt idx="1198">
                  <c:v>85.816619</c:v>
                </c:pt>
                <c:pt idx="1199">
                  <c:v>85.888252</c:v>
                </c:pt>
                <c:pt idx="1200">
                  <c:v>85.959885</c:v>
                </c:pt>
                <c:pt idx="1201">
                  <c:v>86.031519</c:v>
                </c:pt>
                <c:pt idx="1202">
                  <c:v>86.103152</c:v>
                </c:pt>
                <c:pt idx="1203">
                  <c:v>86.174785</c:v>
                </c:pt>
                <c:pt idx="1204">
                  <c:v>86.246418</c:v>
                </c:pt>
                <c:pt idx="1205">
                  <c:v>86.318052</c:v>
                </c:pt>
                <c:pt idx="1206">
                  <c:v>86.389685</c:v>
                </c:pt>
                <c:pt idx="1207">
                  <c:v>86.461318</c:v>
                </c:pt>
                <c:pt idx="1208">
                  <c:v>86.532951</c:v>
                </c:pt>
                <c:pt idx="1209">
                  <c:v>86.604585</c:v>
                </c:pt>
                <c:pt idx="1210">
                  <c:v>86.676218</c:v>
                </c:pt>
                <c:pt idx="1211">
                  <c:v>86.747851</c:v>
                </c:pt>
                <c:pt idx="1212">
                  <c:v>86.819484</c:v>
                </c:pt>
                <c:pt idx="1213">
                  <c:v>86.891117</c:v>
                </c:pt>
                <c:pt idx="1214">
                  <c:v>86.962751</c:v>
                </c:pt>
                <c:pt idx="1215">
                  <c:v>87.034384</c:v>
                </c:pt>
                <c:pt idx="1216">
                  <c:v>87.106017</c:v>
                </c:pt>
                <c:pt idx="1217">
                  <c:v>87.17765</c:v>
                </c:pt>
                <c:pt idx="1218">
                  <c:v>87.249284</c:v>
                </c:pt>
                <c:pt idx="1219">
                  <c:v>87.320917</c:v>
                </c:pt>
                <c:pt idx="1220">
                  <c:v>87.39255</c:v>
                </c:pt>
                <c:pt idx="1221">
                  <c:v>87.464183</c:v>
                </c:pt>
                <c:pt idx="1222">
                  <c:v>87.535817</c:v>
                </c:pt>
                <c:pt idx="1223">
                  <c:v>87.60745</c:v>
                </c:pt>
                <c:pt idx="1224">
                  <c:v>87.679083</c:v>
                </c:pt>
                <c:pt idx="1225">
                  <c:v>87.750716</c:v>
                </c:pt>
                <c:pt idx="1226">
                  <c:v>87.82235</c:v>
                </c:pt>
                <c:pt idx="1227">
                  <c:v>87.893983</c:v>
                </c:pt>
                <c:pt idx="1228">
                  <c:v>87.965616</c:v>
                </c:pt>
                <c:pt idx="1229">
                  <c:v>88.037249</c:v>
                </c:pt>
                <c:pt idx="1230">
                  <c:v>88.108883</c:v>
                </c:pt>
                <c:pt idx="1231">
                  <c:v>88.180516</c:v>
                </c:pt>
                <c:pt idx="1232">
                  <c:v>88.252149</c:v>
                </c:pt>
                <c:pt idx="1233">
                  <c:v>88.323782</c:v>
                </c:pt>
                <c:pt idx="1234">
                  <c:v>88.395415</c:v>
                </c:pt>
                <c:pt idx="1235">
                  <c:v>88.467049</c:v>
                </c:pt>
                <c:pt idx="1236">
                  <c:v>88.538682</c:v>
                </c:pt>
                <c:pt idx="1237">
                  <c:v>88.610315</c:v>
                </c:pt>
                <c:pt idx="1238">
                  <c:v>88.681948</c:v>
                </c:pt>
                <c:pt idx="1239">
                  <c:v>88.753582</c:v>
                </c:pt>
                <c:pt idx="1240">
                  <c:v>88.825215</c:v>
                </c:pt>
                <c:pt idx="1241">
                  <c:v>88.896848</c:v>
                </c:pt>
                <c:pt idx="1242">
                  <c:v>88.968481</c:v>
                </c:pt>
                <c:pt idx="1243">
                  <c:v>89.040115</c:v>
                </c:pt>
                <c:pt idx="1244">
                  <c:v>89.111748</c:v>
                </c:pt>
                <c:pt idx="1245">
                  <c:v>89.183381</c:v>
                </c:pt>
                <c:pt idx="1246">
                  <c:v>89.255014</c:v>
                </c:pt>
                <c:pt idx="1247">
                  <c:v>89.326648</c:v>
                </c:pt>
                <c:pt idx="1248">
                  <c:v>89.398281</c:v>
                </c:pt>
                <c:pt idx="1249">
                  <c:v>89.469914</c:v>
                </c:pt>
                <c:pt idx="1250">
                  <c:v>89.541547</c:v>
                </c:pt>
                <c:pt idx="1251">
                  <c:v>89.613181</c:v>
                </c:pt>
                <c:pt idx="1252">
                  <c:v>89.684814</c:v>
                </c:pt>
                <c:pt idx="1253">
                  <c:v>89.756447</c:v>
                </c:pt>
                <c:pt idx="1254">
                  <c:v>89.82808</c:v>
                </c:pt>
                <c:pt idx="1255">
                  <c:v>89.899713</c:v>
                </c:pt>
                <c:pt idx="1256">
                  <c:v>89.971347</c:v>
                </c:pt>
                <c:pt idx="1257">
                  <c:v>90.04298</c:v>
                </c:pt>
                <c:pt idx="1258">
                  <c:v>90.114613</c:v>
                </c:pt>
                <c:pt idx="1259">
                  <c:v>90.186246</c:v>
                </c:pt>
                <c:pt idx="1260">
                  <c:v>90.25788</c:v>
                </c:pt>
                <c:pt idx="1261">
                  <c:v>90.329513</c:v>
                </c:pt>
                <c:pt idx="1262">
                  <c:v>90.401146</c:v>
                </c:pt>
                <c:pt idx="1263">
                  <c:v>90.472779</c:v>
                </c:pt>
                <c:pt idx="1264">
                  <c:v>90.544413</c:v>
                </c:pt>
                <c:pt idx="1265">
                  <c:v>90.616046</c:v>
                </c:pt>
                <c:pt idx="1266">
                  <c:v>90.687679</c:v>
                </c:pt>
                <c:pt idx="1267">
                  <c:v>90.759312</c:v>
                </c:pt>
                <c:pt idx="1268">
                  <c:v>90.830946</c:v>
                </c:pt>
                <c:pt idx="1269">
                  <c:v>90.902579</c:v>
                </c:pt>
                <c:pt idx="1270">
                  <c:v>90.974212</c:v>
                </c:pt>
                <c:pt idx="1271">
                  <c:v>91.045845</c:v>
                </c:pt>
                <c:pt idx="1272">
                  <c:v>91.117479</c:v>
                </c:pt>
                <c:pt idx="1273">
                  <c:v>91.189112</c:v>
                </c:pt>
                <c:pt idx="1274">
                  <c:v>91.260745</c:v>
                </c:pt>
                <c:pt idx="1275">
                  <c:v>91.332378</c:v>
                </c:pt>
                <c:pt idx="1276">
                  <c:v>91.404011</c:v>
                </c:pt>
                <c:pt idx="1277">
                  <c:v>91.475645</c:v>
                </c:pt>
                <c:pt idx="1278">
                  <c:v>91.547278</c:v>
                </c:pt>
                <c:pt idx="1279">
                  <c:v>91.618911</c:v>
                </c:pt>
                <c:pt idx="1280">
                  <c:v>91.690544</c:v>
                </c:pt>
                <c:pt idx="1281">
                  <c:v>91.762178</c:v>
                </c:pt>
                <c:pt idx="1282">
                  <c:v>91.833811</c:v>
                </c:pt>
                <c:pt idx="1283">
                  <c:v>91.905444</c:v>
                </c:pt>
                <c:pt idx="1284">
                  <c:v>91.977077</c:v>
                </c:pt>
                <c:pt idx="1285">
                  <c:v>92.048711</c:v>
                </c:pt>
                <c:pt idx="1286">
                  <c:v>92.120344</c:v>
                </c:pt>
                <c:pt idx="1287">
                  <c:v>92.191977</c:v>
                </c:pt>
                <c:pt idx="1288">
                  <c:v>92.26361</c:v>
                </c:pt>
                <c:pt idx="1289">
                  <c:v>92.335244</c:v>
                </c:pt>
                <c:pt idx="1290">
                  <c:v>92.406877</c:v>
                </c:pt>
                <c:pt idx="1291">
                  <c:v>92.47851</c:v>
                </c:pt>
                <c:pt idx="1292">
                  <c:v>92.550143</c:v>
                </c:pt>
                <c:pt idx="1293">
                  <c:v>92.621777</c:v>
                </c:pt>
                <c:pt idx="1294">
                  <c:v>92.69341</c:v>
                </c:pt>
                <c:pt idx="1295">
                  <c:v>92.765043</c:v>
                </c:pt>
                <c:pt idx="1296">
                  <c:v>92.836676</c:v>
                </c:pt>
                <c:pt idx="1297">
                  <c:v>92.908309</c:v>
                </c:pt>
                <c:pt idx="1298">
                  <c:v>92.979943</c:v>
                </c:pt>
                <c:pt idx="1299">
                  <c:v>93.051576</c:v>
                </c:pt>
                <c:pt idx="1300">
                  <c:v>93.123209</c:v>
                </c:pt>
                <c:pt idx="1301">
                  <c:v>93.194842</c:v>
                </c:pt>
                <c:pt idx="1302">
                  <c:v>93.266476</c:v>
                </c:pt>
                <c:pt idx="1303">
                  <c:v>93.338109</c:v>
                </c:pt>
                <c:pt idx="1304">
                  <c:v>93.409742</c:v>
                </c:pt>
                <c:pt idx="1305">
                  <c:v>93.481375</c:v>
                </c:pt>
                <c:pt idx="1306">
                  <c:v>93.553009</c:v>
                </c:pt>
                <c:pt idx="1307">
                  <c:v>93.624642</c:v>
                </c:pt>
                <c:pt idx="1308">
                  <c:v>93.696275</c:v>
                </c:pt>
                <c:pt idx="1309">
                  <c:v>93.767908</c:v>
                </c:pt>
                <c:pt idx="1310">
                  <c:v>93.839542</c:v>
                </c:pt>
                <c:pt idx="1311">
                  <c:v>93.911175</c:v>
                </c:pt>
                <c:pt idx="1312">
                  <c:v>93.982808</c:v>
                </c:pt>
                <c:pt idx="1313">
                  <c:v>94.054441</c:v>
                </c:pt>
                <c:pt idx="1314">
                  <c:v>94.126074</c:v>
                </c:pt>
                <c:pt idx="1315">
                  <c:v>94.197708</c:v>
                </c:pt>
                <c:pt idx="1316">
                  <c:v>94.269341</c:v>
                </c:pt>
                <c:pt idx="1317">
                  <c:v>94.340974</c:v>
                </c:pt>
                <c:pt idx="1318">
                  <c:v>94.412607</c:v>
                </c:pt>
                <c:pt idx="1319">
                  <c:v>94.484241</c:v>
                </c:pt>
                <c:pt idx="1320">
                  <c:v>94.555874</c:v>
                </c:pt>
                <c:pt idx="1321">
                  <c:v>94.627507</c:v>
                </c:pt>
                <c:pt idx="1322">
                  <c:v>94.69914</c:v>
                </c:pt>
                <c:pt idx="1323">
                  <c:v>94.770774</c:v>
                </c:pt>
                <c:pt idx="1324">
                  <c:v>94.842407</c:v>
                </c:pt>
                <c:pt idx="1325">
                  <c:v>94.91404</c:v>
                </c:pt>
                <c:pt idx="1326">
                  <c:v>94.985673</c:v>
                </c:pt>
                <c:pt idx="1327">
                  <c:v>95.057307</c:v>
                </c:pt>
                <c:pt idx="1328">
                  <c:v>95.12894</c:v>
                </c:pt>
                <c:pt idx="1329">
                  <c:v>95.200573</c:v>
                </c:pt>
                <c:pt idx="1330">
                  <c:v>95.272206</c:v>
                </c:pt>
                <c:pt idx="1331">
                  <c:v>95.34384</c:v>
                </c:pt>
                <c:pt idx="1332">
                  <c:v>95.415473</c:v>
                </c:pt>
                <c:pt idx="1333">
                  <c:v>95.487106</c:v>
                </c:pt>
                <c:pt idx="1334">
                  <c:v>95.558739</c:v>
                </c:pt>
                <c:pt idx="1335">
                  <c:v>95.630372</c:v>
                </c:pt>
                <c:pt idx="1336">
                  <c:v>95.702006</c:v>
                </c:pt>
                <c:pt idx="1337">
                  <c:v>95.773639</c:v>
                </c:pt>
                <c:pt idx="1338">
                  <c:v>95.845272</c:v>
                </c:pt>
                <c:pt idx="1339">
                  <c:v>95.916905</c:v>
                </c:pt>
                <c:pt idx="1340">
                  <c:v>95.988539</c:v>
                </c:pt>
                <c:pt idx="1341">
                  <c:v>96.060172</c:v>
                </c:pt>
                <c:pt idx="1342">
                  <c:v>96.131805</c:v>
                </c:pt>
                <c:pt idx="1343">
                  <c:v>96.203438</c:v>
                </c:pt>
                <c:pt idx="1344">
                  <c:v>96.275072</c:v>
                </c:pt>
                <c:pt idx="1345">
                  <c:v>96.346705</c:v>
                </c:pt>
                <c:pt idx="1346">
                  <c:v>96.418338</c:v>
                </c:pt>
                <c:pt idx="1347">
                  <c:v>96.489971</c:v>
                </c:pt>
                <c:pt idx="1348">
                  <c:v>96.561605</c:v>
                </c:pt>
                <c:pt idx="1349">
                  <c:v>96.633238</c:v>
                </c:pt>
                <c:pt idx="1350">
                  <c:v>96.704871</c:v>
                </c:pt>
                <c:pt idx="1351">
                  <c:v>96.776504</c:v>
                </c:pt>
                <c:pt idx="1352">
                  <c:v>96.848138</c:v>
                </c:pt>
                <c:pt idx="1353">
                  <c:v>96.919771</c:v>
                </c:pt>
                <c:pt idx="1354">
                  <c:v>96.991404</c:v>
                </c:pt>
                <c:pt idx="1355">
                  <c:v>97.063037</c:v>
                </c:pt>
                <c:pt idx="1356">
                  <c:v>97.13467</c:v>
                </c:pt>
                <c:pt idx="1357">
                  <c:v>97.206304</c:v>
                </c:pt>
                <c:pt idx="1358">
                  <c:v>97.277937</c:v>
                </c:pt>
                <c:pt idx="1359">
                  <c:v>97.34957</c:v>
                </c:pt>
                <c:pt idx="1360">
                  <c:v>97.421203</c:v>
                </c:pt>
                <c:pt idx="1361">
                  <c:v>97.492837</c:v>
                </c:pt>
                <c:pt idx="1362">
                  <c:v>97.56447</c:v>
                </c:pt>
                <c:pt idx="1363">
                  <c:v>97.636103</c:v>
                </c:pt>
                <c:pt idx="1364">
                  <c:v>97.707736</c:v>
                </c:pt>
                <c:pt idx="1365">
                  <c:v>97.77937</c:v>
                </c:pt>
                <c:pt idx="1366">
                  <c:v>97.851003</c:v>
                </c:pt>
                <c:pt idx="1367">
                  <c:v>97.922636</c:v>
                </c:pt>
                <c:pt idx="1368">
                  <c:v>97.994269</c:v>
                </c:pt>
                <c:pt idx="1369">
                  <c:v>98.065903</c:v>
                </c:pt>
                <c:pt idx="1370">
                  <c:v>98.137536</c:v>
                </c:pt>
                <c:pt idx="1371">
                  <c:v>98.209169</c:v>
                </c:pt>
                <c:pt idx="1372">
                  <c:v>98.280802</c:v>
                </c:pt>
                <c:pt idx="1373">
                  <c:v>98.352436</c:v>
                </c:pt>
                <c:pt idx="1374">
                  <c:v>98.424069</c:v>
                </c:pt>
                <c:pt idx="1375">
                  <c:v>98.495702</c:v>
                </c:pt>
                <c:pt idx="1376">
                  <c:v>98.567335</c:v>
                </c:pt>
                <c:pt idx="1377">
                  <c:v>98.638968</c:v>
                </c:pt>
                <c:pt idx="1378">
                  <c:v>98.710602</c:v>
                </c:pt>
                <c:pt idx="1379">
                  <c:v>98.782235</c:v>
                </c:pt>
                <c:pt idx="1380">
                  <c:v>98.853868</c:v>
                </c:pt>
                <c:pt idx="1381">
                  <c:v>98.925501</c:v>
                </c:pt>
                <c:pt idx="1382">
                  <c:v>98.997135</c:v>
                </c:pt>
              </c:numCache>
            </c:numRef>
          </c:xVal>
          <c:yVal>
            <c:numRef>
              <c:f>'Chart Data'!$B$2:$B$1384</c:f>
              <c:numCache>
                <c:formatCode>0</c:formatCode>
                <c:ptCount val="1383"/>
                <c:pt idx="0">
                  <c:v>0.074063</c:v>
                </c:pt>
                <c:pt idx="1">
                  <c:v>0.10168</c:v>
                </c:pt>
                <c:pt idx="2">
                  <c:v>0.122361</c:v>
                </c:pt>
                <c:pt idx="3">
                  <c:v>0.123075</c:v>
                </c:pt>
                <c:pt idx="4">
                  <c:v>0.13234</c:v>
                </c:pt>
                <c:pt idx="5">
                  <c:v>0.149769</c:v>
                </c:pt>
                <c:pt idx="6">
                  <c:v>0.160592</c:v>
                </c:pt>
                <c:pt idx="7">
                  <c:v>0.170239</c:v>
                </c:pt>
                <c:pt idx="8">
                  <c:v>0.202513</c:v>
                </c:pt>
                <c:pt idx="9">
                  <c:v>0.208871</c:v>
                </c:pt>
                <c:pt idx="10">
                  <c:v>0.25598</c:v>
                </c:pt>
                <c:pt idx="11">
                  <c:v>0.256398</c:v>
                </c:pt>
                <c:pt idx="12">
                  <c:v>0.273532</c:v>
                </c:pt>
                <c:pt idx="13">
                  <c:v>0.274496</c:v>
                </c:pt>
                <c:pt idx="14">
                  <c:v>0.298573</c:v>
                </c:pt>
                <c:pt idx="15">
                  <c:v>0.32731</c:v>
                </c:pt>
                <c:pt idx="16">
                  <c:v>0.358124</c:v>
                </c:pt>
                <c:pt idx="17">
                  <c:v>0.362722</c:v>
                </c:pt>
                <c:pt idx="18">
                  <c:v>0.47892</c:v>
                </c:pt>
                <c:pt idx="19">
                  <c:v>0.480873</c:v>
                </c:pt>
                <c:pt idx="20">
                  <c:v>0.488923</c:v>
                </c:pt>
                <c:pt idx="21">
                  <c:v>0.591098</c:v>
                </c:pt>
                <c:pt idx="22">
                  <c:v>0.621675</c:v>
                </c:pt>
                <c:pt idx="23">
                  <c:v>0.623876</c:v>
                </c:pt>
                <c:pt idx="24">
                  <c:v>0.624936</c:v>
                </c:pt>
                <c:pt idx="25">
                  <c:v>0.629891</c:v>
                </c:pt>
                <c:pt idx="26">
                  <c:v>0.634735</c:v>
                </c:pt>
                <c:pt idx="27">
                  <c:v>0.645313</c:v>
                </c:pt>
                <c:pt idx="28">
                  <c:v>0.661026</c:v>
                </c:pt>
                <c:pt idx="29">
                  <c:v>0.676546</c:v>
                </c:pt>
                <c:pt idx="30">
                  <c:v>0.707809</c:v>
                </c:pt>
                <c:pt idx="31">
                  <c:v>0.714084</c:v>
                </c:pt>
                <c:pt idx="32">
                  <c:v>0.730236</c:v>
                </c:pt>
                <c:pt idx="33">
                  <c:v>0.742447</c:v>
                </c:pt>
                <c:pt idx="34">
                  <c:v>0.756339</c:v>
                </c:pt>
                <c:pt idx="35">
                  <c:v>0.778325</c:v>
                </c:pt>
                <c:pt idx="36">
                  <c:v>0.808702</c:v>
                </c:pt>
                <c:pt idx="37">
                  <c:v>0.838675</c:v>
                </c:pt>
                <c:pt idx="38">
                  <c:v>0.839736</c:v>
                </c:pt>
                <c:pt idx="39">
                  <c:v>0.849276</c:v>
                </c:pt>
                <c:pt idx="40">
                  <c:v>0.851524</c:v>
                </c:pt>
                <c:pt idx="41">
                  <c:v>0.856725</c:v>
                </c:pt>
                <c:pt idx="42">
                  <c:v>0.864667</c:v>
                </c:pt>
                <c:pt idx="43">
                  <c:v>0.865939</c:v>
                </c:pt>
                <c:pt idx="44">
                  <c:v>0.87297</c:v>
                </c:pt>
                <c:pt idx="45">
                  <c:v>0.873432</c:v>
                </c:pt>
                <c:pt idx="46">
                  <c:v>0.902403</c:v>
                </c:pt>
                <c:pt idx="47">
                  <c:v>0.903866</c:v>
                </c:pt>
                <c:pt idx="48">
                  <c:v>0.930764</c:v>
                </c:pt>
                <c:pt idx="49">
                  <c:v>0.932915</c:v>
                </c:pt>
                <c:pt idx="50">
                  <c:v>0.979796</c:v>
                </c:pt>
                <c:pt idx="51">
                  <c:v>0.997989</c:v>
                </c:pt>
                <c:pt idx="52">
                  <c:v>1.049799</c:v>
                </c:pt>
                <c:pt idx="53">
                  <c:v>1.066616</c:v>
                </c:pt>
                <c:pt idx="54">
                  <c:v>1.079524</c:v>
                </c:pt>
                <c:pt idx="55">
                  <c:v>1.094579</c:v>
                </c:pt>
                <c:pt idx="56">
                  <c:v>1.115353</c:v>
                </c:pt>
                <c:pt idx="57">
                  <c:v>1.148629</c:v>
                </c:pt>
                <c:pt idx="58">
                  <c:v>1.153707</c:v>
                </c:pt>
                <c:pt idx="59">
                  <c:v>1.156396</c:v>
                </c:pt>
                <c:pt idx="60">
                  <c:v>1.177901</c:v>
                </c:pt>
                <c:pt idx="61">
                  <c:v>1.179819</c:v>
                </c:pt>
                <c:pt idx="62">
                  <c:v>1.275826</c:v>
                </c:pt>
                <c:pt idx="63">
                  <c:v>1.286637</c:v>
                </c:pt>
                <c:pt idx="64">
                  <c:v>1.302479</c:v>
                </c:pt>
                <c:pt idx="65">
                  <c:v>1.335516</c:v>
                </c:pt>
                <c:pt idx="66">
                  <c:v>1.353884</c:v>
                </c:pt>
                <c:pt idx="67">
                  <c:v>1.359208</c:v>
                </c:pt>
                <c:pt idx="68">
                  <c:v>1.363998</c:v>
                </c:pt>
                <c:pt idx="69">
                  <c:v>1.365619</c:v>
                </c:pt>
                <c:pt idx="70">
                  <c:v>1.36866</c:v>
                </c:pt>
                <c:pt idx="71">
                  <c:v>1.372426</c:v>
                </c:pt>
                <c:pt idx="72">
                  <c:v>1.373521</c:v>
                </c:pt>
                <c:pt idx="73">
                  <c:v>1.373875</c:v>
                </c:pt>
                <c:pt idx="74">
                  <c:v>1.408512</c:v>
                </c:pt>
                <c:pt idx="75">
                  <c:v>1.443736</c:v>
                </c:pt>
                <c:pt idx="76">
                  <c:v>1.466817</c:v>
                </c:pt>
                <c:pt idx="77">
                  <c:v>1.502224</c:v>
                </c:pt>
                <c:pt idx="78">
                  <c:v>1.550747</c:v>
                </c:pt>
                <c:pt idx="79">
                  <c:v>1.563165</c:v>
                </c:pt>
                <c:pt idx="80">
                  <c:v>1.566698</c:v>
                </c:pt>
                <c:pt idx="81">
                  <c:v>1.569078</c:v>
                </c:pt>
                <c:pt idx="82">
                  <c:v>1.589844</c:v>
                </c:pt>
                <c:pt idx="83">
                  <c:v>1.598386</c:v>
                </c:pt>
                <c:pt idx="84">
                  <c:v>1.604579</c:v>
                </c:pt>
                <c:pt idx="85">
                  <c:v>1.604638</c:v>
                </c:pt>
                <c:pt idx="86">
                  <c:v>1.609216</c:v>
                </c:pt>
                <c:pt idx="87">
                  <c:v>1.643241</c:v>
                </c:pt>
                <c:pt idx="88">
                  <c:v>1.653407</c:v>
                </c:pt>
                <c:pt idx="89">
                  <c:v>1.699918</c:v>
                </c:pt>
                <c:pt idx="90">
                  <c:v>1.716804</c:v>
                </c:pt>
                <c:pt idx="91">
                  <c:v>1.751301</c:v>
                </c:pt>
                <c:pt idx="92">
                  <c:v>1.767935</c:v>
                </c:pt>
                <c:pt idx="93">
                  <c:v>1.769072</c:v>
                </c:pt>
                <c:pt idx="94">
                  <c:v>1.790859</c:v>
                </c:pt>
                <c:pt idx="95">
                  <c:v>1.852598</c:v>
                </c:pt>
                <c:pt idx="96">
                  <c:v>1.869897</c:v>
                </c:pt>
                <c:pt idx="97">
                  <c:v>1.920231</c:v>
                </c:pt>
                <c:pt idx="98">
                  <c:v>1.923721</c:v>
                </c:pt>
                <c:pt idx="99">
                  <c:v>1.940062</c:v>
                </c:pt>
                <c:pt idx="100">
                  <c:v>1.953036</c:v>
                </c:pt>
                <c:pt idx="101">
                  <c:v>1.959063</c:v>
                </c:pt>
                <c:pt idx="102">
                  <c:v>2.031325</c:v>
                </c:pt>
                <c:pt idx="103">
                  <c:v>2.093242</c:v>
                </c:pt>
                <c:pt idx="104">
                  <c:v>2.117823</c:v>
                </c:pt>
                <c:pt idx="105">
                  <c:v>2.124449</c:v>
                </c:pt>
                <c:pt idx="106">
                  <c:v>2.125573</c:v>
                </c:pt>
                <c:pt idx="107">
                  <c:v>2.138536</c:v>
                </c:pt>
                <c:pt idx="108">
                  <c:v>2.195973</c:v>
                </c:pt>
                <c:pt idx="109">
                  <c:v>2.198638</c:v>
                </c:pt>
                <c:pt idx="110">
                  <c:v>2.2004</c:v>
                </c:pt>
                <c:pt idx="111">
                  <c:v>2.201298</c:v>
                </c:pt>
                <c:pt idx="112">
                  <c:v>2.220092</c:v>
                </c:pt>
                <c:pt idx="113">
                  <c:v>2.220718</c:v>
                </c:pt>
                <c:pt idx="114">
                  <c:v>2.24866</c:v>
                </c:pt>
                <c:pt idx="115">
                  <c:v>2.250249</c:v>
                </c:pt>
                <c:pt idx="116">
                  <c:v>2.310612</c:v>
                </c:pt>
                <c:pt idx="117">
                  <c:v>2.329288</c:v>
                </c:pt>
                <c:pt idx="118">
                  <c:v>2.337501</c:v>
                </c:pt>
                <c:pt idx="119">
                  <c:v>2.345849</c:v>
                </c:pt>
                <c:pt idx="120">
                  <c:v>2.357046</c:v>
                </c:pt>
                <c:pt idx="121">
                  <c:v>2.363517</c:v>
                </c:pt>
                <c:pt idx="122">
                  <c:v>2.380007</c:v>
                </c:pt>
                <c:pt idx="123">
                  <c:v>2.381148</c:v>
                </c:pt>
                <c:pt idx="124">
                  <c:v>2.464741</c:v>
                </c:pt>
                <c:pt idx="125">
                  <c:v>2.47501</c:v>
                </c:pt>
                <c:pt idx="126">
                  <c:v>2.478349</c:v>
                </c:pt>
                <c:pt idx="127">
                  <c:v>2.484062</c:v>
                </c:pt>
                <c:pt idx="128">
                  <c:v>2.493168</c:v>
                </c:pt>
                <c:pt idx="129">
                  <c:v>2.562177</c:v>
                </c:pt>
                <c:pt idx="130">
                  <c:v>2.58601</c:v>
                </c:pt>
                <c:pt idx="131">
                  <c:v>2.591679</c:v>
                </c:pt>
                <c:pt idx="132">
                  <c:v>2.596194</c:v>
                </c:pt>
                <c:pt idx="133">
                  <c:v>2.602994</c:v>
                </c:pt>
                <c:pt idx="134">
                  <c:v>2.629162</c:v>
                </c:pt>
                <c:pt idx="135">
                  <c:v>2.644999</c:v>
                </c:pt>
                <c:pt idx="136">
                  <c:v>2.645854</c:v>
                </c:pt>
                <c:pt idx="137">
                  <c:v>2.651683</c:v>
                </c:pt>
                <c:pt idx="138">
                  <c:v>2.667022</c:v>
                </c:pt>
                <c:pt idx="139">
                  <c:v>2.723263</c:v>
                </c:pt>
                <c:pt idx="140">
                  <c:v>2.74329</c:v>
                </c:pt>
                <c:pt idx="141">
                  <c:v>2.750025</c:v>
                </c:pt>
                <c:pt idx="142">
                  <c:v>2.836995</c:v>
                </c:pt>
                <c:pt idx="143">
                  <c:v>2.848707</c:v>
                </c:pt>
                <c:pt idx="144">
                  <c:v>2.861724</c:v>
                </c:pt>
                <c:pt idx="145">
                  <c:v>2.862164</c:v>
                </c:pt>
                <c:pt idx="146">
                  <c:v>2.862558</c:v>
                </c:pt>
                <c:pt idx="147">
                  <c:v>2.880513</c:v>
                </c:pt>
                <c:pt idx="148">
                  <c:v>2.893939</c:v>
                </c:pt>
                <c:pt idx="149">
                  <c:v>2.901592</c:v>
                </c:pt>
                <c:pt idx="150">
                  <c:v>2.974212</c:v>
                </c:pt>
                <c:pt idx="151">
                  <c:v>3.006975</c:v>
                </c:pt>
                <c:pt idx="152">
                  <c:v>3.020058</c:v>
                </c:pt>
                <c:pt idx="153">
                  <c:v>3.027074</c:v>
                </c:pt>
                <c:pt idx="154">
                  <c:v>3.034031</c:v>
                </c:pt>
                <c:pt idx="155">
                  <c:v>3.086079</c:v>
                </c:pt>
                <c:pt idx="156">
                  <c:v>3.139005</c:v>
                </c:pt>
                <c:pt idx="157">
                  <c:v>3.199812</c:v>
                </c:pt>
                <c:pt idx="158">
                  <c:v>3.231611</c:v>
                </c:pt>
                <c:pt idx="159">
                  <c:v>3.246865</c:v>
                </c:pt>
                <c:pt idx="160">
                  <c:v>3.269041</c:v>
                </c:pt>
                <c:pt idx="161">
                  <c:v>3.277751</c:v>
                </c:pt>
                <c:pt idx="162">
                  <c:v>3.279589</c:v>
                </c:pt>
                <c:pt idx="163">
                  <c:v>3.33233</c:v>
                </c:pt>
                <c:pt idx="164">
                  <c:v>3.337362</c:v>
                </c:pt>
                <c:pt idx="165">
                  <c:v>3.34206</c:v>
                </c:pt>
                <c:pt idx="166">
                  <c:v>3.402035</c:v>
                </c:pt>
                <c:pt idx="167">
                  <c:v>3.41801</c:v>
                </c:pt>
                <c:pt idx="168">
                  <c:v>3.441594</c:v>
                </c:pt>
                <c:pt idx="169">
                  <c:v>3.443067</c:v>
                </c:pt>
                <c:pt idx="170">
                  <c:v>3.448067</c:v>
                </c:pt>
                <c:pt idx="171">
                  <c:v>3.455612</c:v>
                </c:pt>
                <c:pt idx="172">
                  <c:v>3.552123</c:v>
                </c:pt>
                <c:pt idx="173">
                  <c:v>3.558472</c:v>
                </c:pt>
                <c:pt idx="174">
                  <c:v>3.558518</c:v>
                </c:pt>
                <c:pt idx="175">
                  <c:v>3.616367</c:v>
                </c:pt>
                <c:pt idx="176">
                  <c:v>3.635792</c:v>
                </c:pt>
                <c:pt idx="177">
                  <c:v>3.724643</c:v>
                </c:pt>
                <c:pt idx="178">
                  <c:v>3.747973</c:v>
                </c:pt>
                <c:pt idx="179">
                  <c:v>3.805934</c:v>
                </c:pt>
                <c:pt idx="180">
                  <c:v>3.82158</c:v>
                </c:pt>
                <c:pt idx="181">
                  <c:v>3.864983</c:v>
                </c:pt>
                <c:pt idx="182">
                  <c:v>3.866865</c:v>
                </c:pt>
                <c:pt idx="183">
                  <c:v>3.867864</c:v>
                </c:pt>
                <c:pt idx="184">
                  <c:v>3.881586</c:v>
                </c:pt>
                <c:pt idx="185">
                  <c:v>3.881845</c:v>
                </c:pt>
                <c:pt idx="186">
                  <c:v>3.889347</c:v>
                </c:pt>
                <c:pt idx="187">
                  <c:v>3.952748</c:v>
                </c:pt>
                <c:pt idx="188">
                  <c:v>3.972043</c:v>
                </c:pt>
                <c:pt idx="189">
                  <c:v>3.985654</c:v>
                </c:pt>
                <c:pt idx="190">
                  <c:v>3.989587</c:v>
                </c:pt>
                <c:pt idx="191">
                  <c:v>4.009683</c:v>
                </c:pt>
                <c:pt idx="192">
                  <c:v>4.010924</c:v>
                </c:pt>
                <c:pt idx="193">
                  <c:v>4.024994</c:v>
                </c:pt>
                <c:pt idx="194">
                  <c:v>4.065516</c:v>
                </c:pt>
                <c:pt idx="195">
                  <c:v>4.065899</c:v>
                </c:pt>
                <c:pt idx="196">
                  <c:v>4.129956</c:v>
                </c:pt>
                <c:pt idx="197">
                  <c:v>4.137948</c:v>
                </c:pt>
                <c:pt idx="198">
                  <c:v>4.145487</c:v>
                </c:pt>
                <c:pt idx="199">
                  <c:v>4.157549</c:v>
                </c:pt>
                <c:pt idx="200">
                  <c:v>4.158449</c:v>
                </c:pt>
                <c:pt idx="201">
                  <c:v>4.165634</c:v>
                </c:pt>
                <c:pt idx="202">
                  <c:v>4.176273</c:v>
                </c:pt>
                <c:pt idx="203">
                  <c:v>4.213488</c:v>
                </c:pt>
                <c:pt idx="204">
                  <c:v>4.240371</c:v>
                </c:pt>
                <c:pt idx="205">
                  <c:v>4.24736</c:v>
                </c:pt>
                <c:pt idx="206">
                  <c:v>4.296014</c:v>
                </c:pt>
                <c:pt idx="207">
                  <c:v>4.31863</c:v>
                </c:pt>
                <c:pt idx="208">
                  <c:v>4.323059</c:v>
                </c:pt>
                <c:pt idx="209">
                  <c:v>4.39389</c:v>
                </c:pt>
                <c:pt idx="210">
                  <c:v>4.396559</c:v>
                </c:pt>
                <c:pt idx="211">
                  <c:v>4.40445</c:v>
                </c:pt>
                <c:pt idx="212">
                  <c:v>4.40583</c:v>
                </c:pt>
                <c:pt idx="213">
                  <c:v>4.425343</c:v>
                </c:pt>
                <c:pt idx="214">
                  <c:v>4.429155</c:v>
                </c:pt>
                <c:pt idx="215">
                  <c:v>4.437195</c:v>
                </c:pt>
                <c:pt idx="216">
                  <c:v>4.439972</c:v>
                </c:pt>
                <c:pt idx="217">
                  <c:v>4.451241</c:v>
                </c:pt>
                <c:pt idx="218">
                  <c:v>4.462614</c:v>
                </c:pt>
                <c:pt idx="219">
                  <c:v>4.486371</c:v>
                </c:pt>
                <c:pt idx="220">
                  <c:v>4.541952</c:v>
                </c:pt>
                <c:pt idx="221">
                  <c:v>4.54655</c:v>
                </c:pt>
                <c:pt idx="222">
                  <c:v>4.556931</c:v>
                </c:pt>
                <c:pt idx="223">
                  <c:v>4.588121</c:v>
                </c:pt>
                <c:pt idx="224">
                  <c:v>4.63244</c:v>
                </c:pt>
                <c:pt idx="225">
                  <c:v>4.656779</c:v>
                </c:pt>
                <c:pt idx="226">
                  <c:v>4.700098</c:v>
                </c:pt>
                <c:pt idx="227">
                  <c:v>4.716936</c:v>
                </c:pt>
                <c:pt idx="228">
                  <c:v>4.724667</c:v>
                </c:pt>
                <c:pt idx="229">
                  <c:v>4.785473</c:v>
                </c:pt>
                <c:pt idx="230">
                  <c:v>4.82029</c:v>
                </c:pt>
                <c:pt idx="231">
                  <c:v>4.829223</c:v>
                </c:pt>
                <c:pt idx="232">
                  <c:v>4.838882</c:v>
                </c:pt>
                <c:pt idx="233">
                  <c:v>4.840524</c:v>
                </c:pt>
                <c:pt idx="234">
                  <c:v>4.864472</c:v>
                </c:pt>
                <c:pt idx="235">
                  <c:v>4.873679</c:v>
                </c:pt>
                <c:pt idx="236">
                  <c:v>4.904031</c:v>
                </c:pt>
                <c:pt idx="237">
                  <c:v>4.909099</c:v>
                </c:pt>
                <c:pt idx="238">
                  <c:v>5.037439</c:v>
                </c:pt>
                <c:pt idx="239">
                  <c:v>5.04642</c:v>
                </c:pt>
                <c:pt idx="240">
                  <c:v>5.047333</c:v>
                </c:pt>
                <c:pt idx="241">
                  <c:v>5.057794</c:v>
                </c:pt>
                <c:pt idx="242">
                  <c:v>5.074031</c:v>
                </c:pt>
                <c:pt idx="243">
                  <c:v>5.126696</c:v>
                </c:pt>
                <c:pt idx="244">
                  <c:v>5.136834</c:v>
                </c:pt>
                <c:pt idx="245">
                  <c:v>5.170483</c:v>
                </c:pt>
                <c:pt idx="246">
                  <c:v>5.191144</c:v>
                </c:pt>
                <c:pt idx="247">
                  <c:v>5.228687</c:v>
                </c:pt>
                <c:pt idx="248">
                  <c:v>5.238738</c:v>
                </c:pt>
                <c:pt idx="249">
                  <c:v>5.298432</c:v>
                </c:pt>
                <c:pt idx="250">
                  <c:v>5.301872</c:v>
                </c:pt>
                <c:pt idx="251">
                  <c:v>5.318917</c:v>
                </c:pt>
                <c:pt idx="252">
                  <c:v>5.326122</c:v>
                </c:pt>
                <c:pt idx="253">
                  <c:v>5.354759</c:v>
                </c:pt>
                <c:pt idx="254">
                  <c:v>5.376868</c:v>
                </c:pt>
                <c:pt idx="255">
                  <c:v>5.391544</c:v>
                </c:pt>
                <c:pt idx="256">
                  <c:v>5.406865</c:v>
                </c:pt>
                <c:pt idx="257">
                  <c:v>5.413975</c:v>
                </c:pt>
                <c:pt idx="258">
                  <c:v>5.46623</c:v>
                </c:pt>
                <c:pt idx="259">
                  <c:v>5.47722</c:v>
                </c:pt>
                <c:pt idx="260">
                  <c:v>5.479139</c:v>
                </c:pt>
                <c:pt idx="261">
                  <c:v>5.522149</c:v>
                </c:pt>
                <c:pt idx="262">
                  <c:v>5.553282</c:v>
                </c:pt>
                <c:pt idx="263">
                  <c:v>5.556096</c:v>
                </c:pt>
                <c:pt idx="264">
                  <c:v>5.571771</c:v>
                </c:pt>
                <c:pt idx="265">
                  <c:v>5.58831</c:v>
                </c:pt>
                <c:pt idx="266">
                  <c:v>5.604507</c:v>
                </c:pt>
                <c:pt idx="267">
                  <c:v>5.676697</c:v>
                </c:pt>
                <c:pt idx="268">
                  <c:v>5.720914</c:v>
                </c:pt>
                <c:pt idx="269">
                  <c:v>5.73443</c:v>
                </c:pt>
                <c:pt idx="270">
                  <c:v>5.739066</c:v>
                </c:pt>
                <c:pt idx="271">
                  <c:v>5.747654</c:v>
                </c:pt>
                <c:pt idx="272">
                  <c:v>5.763401</c:v>
                </c:pt>
                <c:pt idx="273">
                  <c:v>5.806361</c:v>
                </c:pt>
                <c:pt idx="274">
                  <c:v>5.871997</c:v>
                </c:pt>
                <c:pt idx="275">
                  <c:v>5.903453</c:v>
                </c:pt>
                <c:pt idx="276">
                  <c:v>5.939947</c:v>
                </c:pt>
                <c:pt idx="277">
                  <c:v>5.943639</c:v>
                </c:pt>
                <c:pt idx="278">
                  <c:v>5.968718</c:v>
                </c:pt>
                <c:pt idx="279">
                  <c:v>5.973613</c:v>
                </c:pt>
                <c:pt idx="280">
                  <c:v>5.975837</c:v>
                </c:pt>
                <c:pt idx="281">
                  <c:v>5.982207</c:v>
                </c:pt>
                <c:pt idx="282">
                  <c:v>6.008827</c:v>
                </c:pt>
                <c:pt idx="283">
                  <c:v>6.016818</c:v>
                </c:pt>
                <c:pt idx="284">
                  <c:v>6.056481</c:v>
                </c:pt>
                <c:pt idx="285">
                  <c:v>6.094753</c:v>
                </c:pt>
                <c:pt idx="286">
                  <c:v>6.181563</c:v>
                </c:pt>
                <c:pt idx="287">
                  <c:v>6.183276</c:v>
                </c:pt>
                <c:pt idx="288">
                  <c:v>6.195421</c:v>
                </c:pt>
                <c:pt idx="289">
                  <c:v>6.267874</c:v>
                </c:pt>
                <c:pt idx="290">
                  <c:v>6.280889</c:v>
                </c:pt>
                <c:pt idx="291">
                  <c:v>6.303236</c:v>
                </c:pt>
                <c:pt idx="292">
                  <c:v>6.308329</c:v>
                </c:pt>
                <c:pt idx="293">
                  <c:v>6.311747</c:v>
                </c:pt>
                <c:pt idx="294">
                  <c:v>6.367031</c:v>
                </c:pt>
                <c:pt idx="295">
                  <c:v>6.444759</c:v>
                </c:pt>
                <c:pt idx="296">
                  <c:v>6.525359</c:v>
                </c:pt>
                <c:pt idx="297">
                  <c:v>6.532115</c:v>
                </c:pt>
                <c:pt idx="298">
                  <c:v>6.573925</c:v>
                </c:pt>
                <c:pt idx="299">
                  <c:v>6.639748</c:v>
                </c:pt>
                <c:pt idx="300">
                  <c:v>6.64621</c:v>
                </c:pt>
                <c:pt idx="301">
                  <c:v>6.652274</c:v>
                </c:pt>
                <c:pt idx="302">
                  <c:v>6.662596</c:v>
                </c:pt>
                <c:pt idx="303">
                  <c:v>6.673444</c:v>
                </c:pt>
                <c:pt idx="304">
                  <c:v>6.684315</c:v>
                </c:pt>
                <c:pt idx="305">
                  <c:v>6.699499</c:v>
                </c:pt>
                <c:pt idx="306">
                  <c:v>6.743915</c:v>
                </c:pt>
                <c:pt idx="307">
                  <c:v>6.791652</c:v>
                </c:pt>
                <c:pt idx="308">
                  <c:v>6.808975</c:v>
                </c:pt>
                <c:pt idx="309">
                  <c:v>6.88451</c:v>
                </c:pt>
                <c:pt idx="310">
                  <c:v>6.902755</c:v>
                </c:pt>
                <c:pt idx="311">
                  <c:v>6.917001</c:v>
                </c:pt>
                <c:pt idx="312">
                  <c:v>6.919652</c:v>
                </c:pt>
                <c:pt idx="313">
                  <c:v>6.919717</c:v>
                </c:pt>
                <c:pt idx="314">
                  <c:v>6.920785</c:v>
                </c:pt>
                <c:pt idx="315">
                  <c:v>6.946536</c:v>
                </c:pt>
                <c:pt idx="316">
                  <c:v>6.951299</c:v>
                </c:pt>
                <c:pt idx="317">
                  <c:v>6.992772</c:v>
                </c:pt>
                <c:pt idx="318">
                  <c:v>7.006458</c:v>
                </c:pt>
                <c:pt idx="319">
                  <c:v>7.039172</c:v>
                </c:pt>
                <c:pt idx="320">
                  <c:v>7.046025</c:v>
                </c:pt>
                <c:pt idx="321">
                  <c:v>7.05026</c:v>
                </c:pt>
                <c:pt idx="322">
                  <c:v>7.05423</c:v>
                </c:pt>
                <c:pt idx="323">
                  <c:v>7.075004</c:v>
                </c:pt>
                <c:pt idx="324">
                  <c:v>7.111886</c:v>
                </c:pt>
                <c:pt idx="325">
                  <c:v>7.111932</c:v>
                </c:pt>
                <c:pt idx="326">
                  <c:v>7.123059</c:v>
                </c:pt>
                <c:pt idx="327">
                  <c:v>7.123612</c:v>
                </c:pt>
                <c:pt idx="328">
                  <c:v>7.125028</c:v>
                </c:pt>
                <c:pt idx="329">
                  <c:v>7.140189</c:v>
                </c:pt>
                <c:pt idx="330">
                  <c:v>7.141122</c:v>
                </c:pt>
                <c:pt idx="331">
                  <c:v>7.146659</c:v>
                </c:pt>
                <c:pt idx="332">
                  <c:v>7.173486</c:v>
                </c:pt>
                <c:pt idx="333">
                  <c:v>7.177356</c:v>
                </c:pt>
                <c:pt idx="334">
                  <c:v>7.183936</c:v>
                </c:pt>
                <c:pt idx="335">
                  <c:v>7.220026</c:v>
                </c:pt>
                <c:pt idx="336">
                  <c:v>7.255366</c:v>
                </c:pt>
                <c:pt idx="337">
                  <c:v>7.268292</c:v>
                </c:pt>
                <c:pt idx="338">
                  <c:v>7.316063</c:v>
                </c:pt>
                <c:pt idx="339">
                  <c:v>7.321114</c:v>
                </c:pt>
                <c:pt idx="340">
                  <c:v>7.333587</c:v>
                </c:pt>
                <c:pt idx="341">
                  <c:v>7.333611</c:v>
                </c:pt>
                <c:pt idx="342">
                  <c:v>7.366598</c:v>
                </c:pt>
                <c:pt idx="343">
                  <c:v>7.39016</c:v>
                </c:pt>
                <c:pt idx="344">
                  <c:v>7.402771</c:v>
                </c:pt>
                <c:pt idx="345">
                  <c:v>7.438299</c:v>
                </c:pt>
                <c:pt idx="346">
                  <c:v>7.456717</c:v>
                </c:pt>
                <c:pt idx="347">
                  <c:v>7.470313</c:v>
                </c:pt>
                <c:pt idx="348">
                  <c:v>7.477882</c:v>
                </c:pt>
                <c:pt idx="349">
                  <c:v>7.498538</c:v>
                </c:pt>
                <c:pt idx="350">
                  <c:v>7.507435</c:v>
                </c:pt>
                <c:pt idx="351">
                  <c:v>7.514924</c:v>
                </c:pt>
                <c:pt idx="352">
                  <c:v>7.523135</c:v>
                </c:pt>
                <c:pt idx="353">
                  <c:v>7.530235</c:v>
                </c:pt>
                <c:pt idx="354">
                  <c:v>7.547758</c:v>
                </c:pt>
                <c:pt idx="355">
                  <c:v>7.552418</c:v>
                </c:pt>
                <c:pt idx="356">
                  <c:v>7.566478</c:v>
                </c:pt>
                <c:pt idx="357">
                  <c:v>7.567628</c:v>
                </c:pt>
                <c:pt idx="358">
                  <c:v>7.571779</c:v>
                </c:pt>
                <c:pt idx="359">
                  <c:v>7.613197</c:v>
                </c:pt>
                <c:pt idx="360">
                  <c:v>7.625457</c:v>
                </c:pt>
                <c:pt idx="361">
                  <c:v>7.6638</c:v>
                </c:pt>
                <c:pt idx="362">
                  <c:v>7.68841</c:v>
                </c:pt>
                <c:pt idx="363">
                  <c:v>7.726861</c:v>
                </c:pt>
                <c:pt idx="364">
                  <c:v>7.763278</c:v>
                </c:pt>
                <c:pt idx="365">
                  <c:v>7.773972</c:v>
                </c:pt>
                <c:pt idx="366">
                  <c:v>7.794978</c:v>
                </c:pt>
                <c:pt idx="367">
                  <c:v>7.808241</c:v>
                </c:pt>
                <c:pt idx="368">
                  <c:v>7.908847</c:v>
                </c:pt>
                <c:pt idx="369">
                  <c:v>7.919945</c:v>
                </c:pt>
                <c:pt idx="370">
                  <c:v>7.97486</c:v>
                </c:pt>
                <c:pt idx="371">
                  <c:v>8.004405</c:v>
                </c:pt>
                <c:pt idx="372">
                  <c:v>8.006939</c:v>
                </c:pt>
                <c:pt idx="373">
                  <c:v>8.027317</c:v>
                </c:pt>
                <c:pt idx="374">
                  <c:v>8.038745</c:v>
                </c:pt>
                <c:pt idx="375">
                  <c:v>8.087088</c:v>
                </c:pt>
                <c:pt idx="376">
                  <c:v>8.091116</c:v>
                </c:pt>
                <c:pt idx="377">
                  <c:v>8.1201</c:v>
                </c:pt>
                <c:pt idx="378">
                  <c:v>8.134548</c:v>
                </c:pt>
                <c:pt idx="379">
                  <c:v>8.138873</c:v>
                </c:pt>
                <c:pt idx="380">
                  <c:v>8.172163</c:v>
                </c:pt>
                <c:pt idx="381">
                  <c:v>8.184527</c:v>
                </c:pt>
                <c:pt idx="382">
                  <c:v>8.235703</c:v>
                </c:pt>
                <c:pt idx="383">
                  <c:v>8.28292</c:v>
                </c:pt>
                <c:pt idx="384">
                  <c:v>8.319531</c:v>
                </c:pt>
                <c:pt idx="385">
                  <c:v>8.349408</c:v>
                </c:pt>
                <c:pt idx="386">
                  <c:v>8.350212</c:v>
                </c:pt>
                <c:pt idx="387">
                  <c:v>8.369866</c:v>
                </c:pt>
                <c:pt idx="388">
                  <c:v>8.388021</c:v>
                </c:pt>
                <c:pt idx="389">
                  <c:v>8.392095</c:v>
                </c:pt>
                <c:pt idx="390">
                  <c:v>8.405623</c:v>
                </c:pt>
                <c:pt idx="391">
                  <c:v>8.418038</c:v>
                </c:pt>
                <c:pt idx="392">
                  <c:v>8.495994</c:v>
                </c:pt>
                <c:pt idx="393">
                  <c:v>8.516471</c:v>
                </c:pt>
                <c:pt idx="394">
                  <c:v>8.539448</c:v>
                </c:pt>
                <c:pt idx="395">
                  <c:v>8.542032</c:v>
                </c:pt>
                <c:pt idx="396">
                  <c:v>8.558976</c:v>
                </c:pt>
                <c:pt idx="397">
                  <c:v>8.585311</c:v>
                </c:pt>
                <c:pt idx="398">
                  <c:v>8.624843</c:v>
                </c:pt>
                <c:pt idx="399">
                  <c:v>8.652141</c:v>
                </c:pt>
                <c:pt idx="400">
                  <c:v>8.679923</c:v>
                </c:pt>
                <c:pt idx="401">
                  <c:v>8.685341</c:v>
                </c:pt>
                <c:pt idx="402">
                  <c:v>8.699151</c:v>
                </c:pt>
                <c:pt idx="403">
                  <c:v>8.701663</c:v>
                </c:pt>
                <c:pt idx="404">
                  <c:v>8.714784</c:v>
                </c:pt>
                <c:pt idx="405">
                  <c:v>8.725955</c:v>
                </c:pt>
                <c:pt idx="406">
                  <c:v>8.732433</c:v>
                </c:pt>
                <c:pt idx="407">
                  <c:v>8.775366</c:v>
                </c:pt>
                <c:pt idx="408">
                  <c:v>8.830471</c:v>
                </c:pt>
                <c:pt idx="409">
                  <c:v>8.90382</c:v>
                </c:pt>
                <c:pt idx="410">
                  <c:v>8.92762</c:v>
                </c:pt>
                <c:pt idx="411">
                  <c:v>8.949271</c:v>
                </c:pt>
                <c:pt idx="412">
                  <c:v>8.960259</c:v>
                </c:pt>
                <c:pt idx="413">
                  <c:v>8.979473</c:v>
                </c:pt>
                <c:pt idx="414">
                  <c:v>9.011916</c:v>
                </c:pt>
                <c:pt idx="415">
                  <c:v>9.017035</c:v>
                </c:pt>
                <c:pt idx="416">
                  <c:v>9.041245</c:v>
                </c:pt>
                <c:pt idx="417">
                  <c:v>9.100744</c:v>
                </c:pt>
                <c:pt idx="418">
                  <c:v>9.113187</c:v>
                </c:pt>
                <c:pt idx="419">
                  <c:v>9.146028</c:v>
                </c:pt>
                <c:pt idx="420">
                  <c:v>9.151114</c:v>
                </c:pt>
                <c:pt idx="421">
                  <c:v>9.189524</c:v>
                </c:pt>
                <c:pt idx="422">
                  <c:v>9.194176</c:v>
                </c:pt>
                <c:pt idx="423">
                  <c:v>9.309632</c:v>
                </c:pt>
                <c:pt idx="424">
                  <c:v>9.309729</c:v>
                </c:pt>
                <c:pt idx="425">
                  <c:v>9.377033</c:v>
                </c:pt>
                <c:pt idx="426">
                  <c:v>9.408323</c:v>
                </c:pt>
                <c:pt idx="427">
                  <c:v>9.427963</c:v>
                </c:pt>
                <c:pt idx="428">
                  <c:v>9.498729</c:v>
                </c:pt>
                <c:pt idx="429">
                  <c:v>9.521335</c:v>
                </c:pt>
                <c:pt idx="430">
                  <c:v>9.531792</c:v>
                </c:pt>
                <c:pt idx="431">
                  <c:v>9.533666</c:v>
                </c:pt>
                <c:pt idx="432">
                  <c:v>9.578016</c:v>
                </c:pt>
                <c:pt idx="433">
                  <c:v>9.612884</c:v>
                </c:pt>
                <c:pt idx="434">
                  <c:v>9.732547</c:v>
                </c:pt>
                <c:pt idx="435">
                  <c:v>9.759302</c:v>
                </c:pt>
                <c:pt idx="436">
                  <c:v>9.760576</c:v>
                </c:pt>
                <c:pt idx="437">
                  <c:v>9.80052</c:v>
                </c:pt>
                <c:pt idx="438">
                  <c:v>9.800985</c:v>
                </c:pt>
                <c:pt idx="439">
                  <c:v>9.831352</c:v>
                </c:pt>
                <c:pt idx="440">
                  <c:v>9.908622</c:v>
                </c:pt>
                <c:pt idx="441">
                  <c:v>9.96595</c:v>
                </c:pt>
                <c:pt idx="442">
                  <c:v>9.967754</c:v>
                </c:pt>
                <c:pt idx="443">
                  <c:v>9.978729</c:v>
                </c:pt>
                <c:pt idx="444">
                  <c:v>10.003426</c:v>
                </c:pt>
                <c:pt idx="445">
                  <c:v>10.006079</c:v>
                </c:pt>
                <c:pt idx="446">
                  <c:v>10.044686</c:v>
                </c:pt>
                <c:pt idx="447">
                  <c:v>10.054412</c:v>
                </c:pt>
                <c:pt idx="448">
                  <c:v>10.057947</c:v>
                </c:pt>
                <c:pt idx="449">
                  <c:v>10.075136</c:v>
                </c:pt>
                <c:pt idx="450">
                  <c:v>10.097741</c:v>
                </c:pt>
                <c:pt idx="451">
                  <c:v>10.104248</c:v>
                </c:pt>
                <c:pt idx="452">
                  <c:v>10.110948</c:v>
                </c:pt>
                <c:pt idx="453">
                  <c:v>10.113337</c:v>
                </c:pt>
                <c:pt idx="454">
                  <c:v>10.117138</c:v>
                </c:pt>
                <c:pt idx="455">
                  <c:v>10.139347</c:v>
                </c:pt>
                <c:pt idx="456">
                  <c:v>10.140547</c:v>
                </c:pt>
                <c:pt idx="457">
                  <c:v>10.14513</c:v>
                </c:pt>
                <c:pt idx="458">
                  <c:v>10.152196</c:v>
                </c:pt>
                <c:pt idx="459">
                  <c:v>10.183705</c:v>
                </c:pt>
                <c:pt idx="460">
                  <c:v>10.207632</c:v>
                </c:pt>
                <c:pt idx="461">
                  <c:v>10.219217</c:v>
                </c:pt>
                <c:pt idx="462">
                  <c:v>10.230325</c:v>
                </c:pt>
                <c:pt idx="463">
                  <c:v>10.275287</c:v>
                </c:pt>
                <c:pt idx="464">
                  <c:v>10.332274</c:v>
                </c:pt>
                <c:pt idx="465">
                  <c:v>10.345707</c:v>
                </c:pt>
                <c:pt idx="466">
                  <c:v>10.359459</c:v>
                </c:pt>
                <c:pt idx="467">
                  <c:v>10.399126</c:v>
                </c:pt>
                <c:pt idx="468">
                  <c:v>10.404199</c:v>
                </c:pt>
                <c:pt idx="469">
                  <c:v>10.404619</c:v>
                </c:pt>
                <c:pt idx="470">
                  <c:v>10.407507</c:v>
                </c:pt>
                <c:pt idx="471">
                  <c:v>10.431244</c:v>
                </c:pt>
                <c:pt idx="472">
                  <c:v>10.433302</c:v>
                </c:pt>
                <c:pt idx="473">
                  <c:v>10.433843</c:v>
                </c:pt>
                <c:pt idx="474">
                  <c:v>10.490552</c:v>
                </c:pt>
                <c:pt idx="475">
                  <c:v>10.498891</c:v>
                </c:pt>
                <c:pt idx="476">
                  <c:v>10.575527</c:v>
                </c:pt>
                <c:pt idx="477">
                  <c:v>10.591732</c:v>
                </c:pt>
                <c:pt idx="478">
                  <c:v>10.592377</c:v>
                </c:pt>
                <c:pt idx="479">
                  <c:v>10.623232</c:v>
                </c:pt>
                <c:pt idx="480">
                  <c:v>10.629455</c:v>
                </c:pt>
                <c:pt idx="481">
                  <c:v>10.642613</c:v>
                </c:pt>
                <c:pt idx="482">
                  <c:v>10.648992</c:v>
                </c:pt>
                <c:pt idx="483">
                  <c:v>10.665305</c:v>
                </c:pt>
                <c:pt idx="484">
                  <c:v>10.66895</c:v>
                </c:pt>
                <c:pt idx="485">
                  <c:v>10.695359</c:v>
                </c:pt>
                <c:pt idx="486">
                  <c:v>10.754207</c:v>
                </c:pt>
                <c:pt idx="487">
                  <c:v>10.773954</c:v>
                </c:pt>
                <c:pt idx="488">
                  <c:v>10.827752</c:v>
                </c:pt>
                <c:pt idx="489">
                  <c:v>10.837762</c:v>
                </c:pt>
                <c:pt idx="490">
                  <c:v>10.847499</c:v>
                </c:pt>
                <c:pt idx="491">
                  <c:v>10.861282</c:v>
                </c:pt>
                <c:pt idx="492">
                  <c:v>10.866889</c:v>
                </c:pt>
                <c:pt idx="493">
                  <c:v>10.889401</c:v>
                </c:pt>
                <c:pt idx="494">
                  <c:v>10.890543</c:v>
                </c:pt>
                <c:pt idx="495">
                  <c:v>10.897883</c:v>
                </c:pt>
                <c:pt idx="496">
                  <c:v>10.908772</c:v>
                </c:pt>
                <c:pt idx="497">
                  <c:v>10.92299</c:v>
                </c:pt>
                <c:pt idx="498">
                  <c:v>10.949866</c:v>
                </c:pt>
                <c:pt idx="499">
                  <c:v>10.958282</c:v>
                </c:pt>
                <c:pt idx="500">
                  <c:v>10.969241</c:v>
                </c:pt>
                <c:pt idx="501">
                  <c:v>10.970805</c:v>
                </c:pt>
                <c:pt idx="502">
                  <c:v>10.985996</c:v>
                </c:pt>
                <c:pt idx="503">
                  <c:v>11.00495</c:v>
                </c:pt>
                <c:pt idx="504">
                  <c:v>11.035333</c:v>
                </c:pt>
                <c:pt idx="505">
                  <c:v>11.083191</c:v>
                </c:pt>
                <c:pt idx="506">
                  <c:v>11.084373</c:v>
                </c:pt>
                <c:pt idx="507">
                  <c:v>11.131095</c:v>
                </c:pt>
                <c:pt idx="508">
                  <c:v>11.189386</c:v>
                </c:pt>
                <c:pt idx="509">
                  <c:v>11.212912</c:v>
                </c:pt>
                <c:pt idx="510">
                  <c:v>11.274452</c:v>
                </c:pt>
                <c:pt idx="511">
                  <c:v>11.287484</c:v>
                </c:pt>
                <c:pt idx="512">
                  <c:v>11.318615</c:v>
                </c:pt>
                <c:pt idx="513">
                  <c:v>11.393612</c:v>
                </c:pt>
                <c:pt idx="514">
                  <c:v>11.477614</c:v>
                </c:pt>
                <c:pt idx="515">
                  <c:v>11.509896</c:v>
                </c:pt>
                <c:pt idx="516">
                  <c:v>11.513029</c:v>
                </c:pt>
                <c:pt idx="517">
                  <c:v>11.553176</c:v>
                </c:pt>
                <c:pt idx="518">
                  <c:v>11.657465</c:v>
                </c:pt>
                <c:pt idx="519">
                  <c:v>11.662881</c:v>
                </c:pt>
                <c:pt idx="520">
                  <c:v>11.676361</c:v>
                </c:pt>
                <c:pt idx="521">
                  <c:v>11.688391</c:v>
                </c:pt>
                <c:pt idx="522">
                  <c:v>11.699072</c:v>
                </c:pt>
                <c:pt idx="523">
                  <c:v>11.718598</c:v>
                </c:pt>
                <c:pt idx="524">
                  <c:v>11.734943</c:v>
                </c:pt>
                <c:pt idx="525">
                  <c:v>11.802845</c:v>
                </c:pt>
                <c:pt idx="526">
                  <c:v>11.814479</c:v>
                </c:pt>
                <c:pt idx="527">
                  <c:v>11.82215</c:v>
                </c:pt>
                <c:pt idx="528">
                  <c:v>11.831087</c:v>
                </c:pt>
                <c:pt idx="529">
                  <c:v>11.882783</c:v>
                </c:pt>
                <c:pt idx="530">
                  <c:v>11.888016</c:v>
                </c:pt>
                <c:pt idx="531">
                  <c:v>11.898216</c:v>
                </c:pt>
                <c:pt idx="532">
                  <c:v>11.938534</c:v>
                </c:pt>
                <c:pt idx="533">
                  <c:v>11.96067</c:v>
                </c:pt>
                <c:pt idx="534">
                  <c:v>11.965077</c:v>
                </c:pt>
                <c:pt idx="535">
                  <c:v>11.990708</c:v>
                </c:pt>
                <c:pt idx="536">
                  <c:v>12.103327</c:v>
                </c:pt>
                <c:pt idx="537">
                  <c:v>12.106784</c:v>
                </c:pt>
                <c:pt idx="538">
                  <c:v>12.126337</c:v>
                </c:pt>
                <c:pt idx="539">
                  <c:v>12.157506</c:v>
                </c:pt>
                <c:pt idx="540">
                  <c:v>12.157676</c:v>
                </c:pt>
                <c:pt idx="541">
                  <c:v>12.158092</c:v>
                </c:pt>
                <c:pt idx="542">
                  <c:v>12.221011</c:v>
                </c:pt>
                <c:pt idx="543">
                  <c:v>12.225929</c:v>
                </c:pt>
                <c:pt idx="544">
                  <c:v>12.308912</c:v>
                </c:pt>
                <c:pt idx="545">
                  <c:v>12.330724</c:v>
                </c:pt>
                <c:pt idx="546">
                  <c:v>12.354507</c:v>
                </c:pt>
                <c:pt idx="547">
                  <c:v>12.385367</c:v>
                </c:pt>
                <c:pt idx="548">
                  <c:v>12.426234</c:v>
                </c:pt>
                <c:pt idx="549">
                  <c:v>12.429406</c:v>
                </c:pt>
                <c:pt idx="550">
                  <c:v>12.43748</c:v>
                </c:pt>
                <c:pt idx="551">
                  <c:v>12.484032</c:v>
                </c:pt>
                <c:pt idx="552">
                  <c:v>12.489192</c:v>
                </c:pt>
                <c:pt idx="553">
                  <c:v>12.498284</c:v>
                </c:pt>
                <c:pt idx="554">
                  <c:v>12.508572</c:v>
                </c:pt>
                <c:pt idx="555">
                  <c:v>12.523975</c:v>
                </c:pt>
                <c:pt idx="556">
                  <c:v>12.562512</c:v>
                </c:pt>
                <c:pt idx="557">
                  <c:v>12.571814</c:v>
                </c:pt>
                <c:pt idx="558">
                  <c:v>12.62449</c:v>
                </c:pt>
                <c:pt idx="559">
                  <c:v>12.744729</c:v>
                </c:pt>
                <c:pt idx="560">
                  <c:v>12.776075</c:v>
                </c:pt>
                <c:pt idx="561">
                  <c:v>12.804771</c:v>
                </c:pt>
                <c:pt idx="562">
                  <c:v>12.86488</c:v>
                </c:pt>
                <c:pt idx="563">
                  <c:v>12.939765</c:v>
                </c:pt>
                <c:pt idx="564">
                  <c:v>12.954153</c:v>
                </c:pt>
                <c:pt idx="565">
                  <c:v>12.961096</c:v>
                </c:pt>
                <c:pt idx="566">
                  <c:v>12.963766</c:v>
                </c:pt>
                <c:pt idx="567">
                  <c:v>12.975807</c:v>
                </c:pt>
                <c:pt idx="568">
                  <c:v>12.980186</c:v>
                </c:pt>
                <c:pt idx="569">
                  <c:v>12.9911</c:v>
                </c:pt>
                <c:pt idx="570">
                  <c:v>13.060506</c:v>
                </c:pt>
                <c:pt idx="571">
                  <c:v>13.064198</c:v>
                </c:pt>
                <c:pt idx="572">
                  <c:v>13.078977</c:v>
                </c:pt>
                <c:pt idx="573">
                  <c:v>13.179767</c:v>
                </c:pt>
                <c:pt idx="574">
                  <c:v>13.243661</c:v>
                </c:pt>
                <c:pt idx="575">
                  <c:v>13.336827</c:v>
                </c:pt>
                <c:pt idx="576">
                  <c:v>13.344174</c:v>
                </c:pt>
                <c:pt idx="577">
                  <c:v>13.353501</c:v>
                </c:pt>
                <c:pt idx="578">
                  <c:v>13.364728</c:v>
                </c:pt>
                <c:pt idx="579">
                  <c:v>13.414034</c:v>
                </c:pt>
                <c:pt idx="580">
                  <c:v>13.421126</c:v>
                </c:pt>
                <c:pt idx="581">
                  <c:v>13.444013</c:v>
                </c:pt>
                <c:pt idx="582">
                  <c:v>13.460994</c:v>
                </c:pt>
                <c:pt idx="583">
                  <c:v>13.462741</c:v>
                </c:pt>
                <c:pt idx="584">
                  <c:v>13.479214</c:v>
                </c:pt>
                <c:pt idx="585">
                  <c:v>13.509581</c:v>
                </c:pt>
                <c:pt idx="586">
                  <c:v>13.565309</c:v>
                </c:pt>
                <c:pt idx="587">
                  <c:v>13.619668</c:v>
                </c:pt>
                <c:pt idx="588">
                  <c:v>13.632652</c:v>
                </c:pt>
                <c:pt idx="589">
                  <c:v>13.644048</c:v>
                </c:pt>
                <c:pt idx="590">
                  <c:v>13.66756</c:v>
                </c:pt>
                <c:pt idx="591">
                  <c:v>13.68395</c:v>
                </c:pt>
                <c:pt idx="592">
                  <c:v>13.724235</c:v>
                </c:pt>
                <c:pt idx="593">
                  <c:v>13.7492</c:v>
                </c:pt>
                <c:pt idx="594">
                  <c:v>13.754677</c:v>
                </c:pt>
                <c:pt idx="595">
                  <c:v>13.755088</c:v>
                </c:pt>
                <c:pt idx="596">
                  <c:v>13.761632</c:v>
                </c:pt>
                <c:pt idx="597">
                  <c:v>13.782597</c:v>
                </c:pt>
                <c:pt idx="598">
                  <c:v>13.855507</c:v>
                </c:pt>
                <c:pt idx="599">
                  <c:v>13.875305</c:v>
                </c:pt>
                <c:pt idx="600">
                  <c:v>13.967909</c:v>
                </c:pt>
                <c:pt idx="601">
                  <c:v>14.04654</c:v>
                </c:pt>
                <c:pt idx="602">
                  <c:v>14.072459</c:v>
                </c:pt>
                <c:pt idx="603">
                  <c:v>14.110137</c:v>
                </c:pt>
                <c:pt idx="604">
                  <c:v>14.111339</c:v>
                </c:pt>
                <c:pt idx="605">
                  <c:v>14.121102</c:v>
                </c:pt>
                <c:pt idx="606">
                  <c:v>14.149062</c:v>
                </c:pt>
                <c:pt idx="607">
                  <c:v>14.172389</c:v>
                </c:pt>
                <c:pt idx="608">
                  <c:v>14.227535</c:v>
                </c:pt>
                <c:pt idx="609">
                  <c:v>14.265568</c:v>
                </c:pt>
                <c:pt idx="610">
                  <c:v>14.330045</c:v>
                </c:pt>
                <c:pt idx="611">
                  <c:v>14.353979</c:v>
                </c:pt>
                <c:pt idx="612">
                  <c:v>14.457941</c:v>
                </c:pt>
                <c:pt idx="613">
                  <c:v>14.493737</c:v>
                </c:pt>
                <c:pt idx="614">
                  <c:v>14.515733</c:v>
                </c:pt>
                <c:pt idx="615">
                  <c:v>14.531266</c:v>
                </c:pt>
                <c:pt idx="616">
                  <c:v>14.556477</c:v>
                </c:pt>
                <c:pt idx="617">
                  <c:v>14.577935</c:v>
                </c:pt>
                <c:pt idx="618">
                  <c:v>14.58149</c:v>
                </c:pt>
                <c:pt idx="619">
                  <c:v>14.644095</c:v>
                </c:pt>
                <c:pt idx="620">
                  <c:v>14.669055</c:v>
                </c:pt>
                <c:pt idx="621">
                  <c:v>14.684946</c:v>
                </c:pt>
                <c:pt idx="622">
                  <c:v>14.715789</c:v>
                </c:pt>
                <c:pt idx="623">
                  <c:v>14.72803</c:v>
                </c:pt>
                <c:pt idx="624">
                  <c:v>14.746146</c:v>
                </c:pt>
                <c:pt idx="625">
                  <c:v>14.797269</c:v>
                </c:pt>
                <c:pt idx="626">
                  <c:v>14.812991</c:v>
                </c:pt>
                <c:pt idx="627">
                  <c:v>14.816681</c:v>
                </c:pt>
                <c:pt idx="628">
                  <c:v>14.98735</c:v>
                </c:pt>
                <c:pt idx="629">
                  <c:v>15.071953</c:v>
                </c:pt>
                <c:pt idx="630">
                  <c:v>15.07513</c:v>
                </c:pt>
                <c:pt idx="631">
                  <c:v>15.077338</c:v>
                </c:pt>
                <c:pt idx="632">
                  <c:v>15.138794</c:v>
                </c:pt>
                <c:pt idx="633">
                  <c:v>15.233488</c:v>
                </c:pt>
                <c:pt idx="634">
                  <c:v>15.244202</c:v>
                </c:pt>
                <c:pt idx="635">
                  <c:v>15.361112</c:v>
                </c:pt>
                <c:pt idx="636">
                  <c:v>15.412284</c:v>
                </c:pt>
                <c:pt idx="637">
                  <c:v>15.4285</c:v>
                </c:pt>
                <c:pt idx="638">
                  <c:v>15.441745</c:v>
                </c:pt>
                <c:pt idx="639">
                  <c:v>15.478505</c:v>
                </c:pt>
                <c:pt idx="640">
                  <c:v>15.478771</c:v>
                </c:pt>
                <c:pt idx="641">
                  <c:v>15.49603</c:v>
                </c:pt>
                <c:pt idx="642">
                  <c:v>15.521923</c:v>
                </c:pt>
                <c:pt idx="643">
                  <c:v>15.584782</c:v>
                </c:pt>
                <c:pt idx="644">
                  <c:v>15.599848</c:v>
                </c:pt>
                <c:pt idx="645">
                  <c:v>15.625691</c:v>
                </c:pt>
                <c:pt idx="646">
                  <c:v>15.639932</c:v>
                </c:pt>
                <c:pt idx="647">
                  <c:v>15.673049</c:v>
                </c:pt>
                <c:pt idx="648">
                  <c:v>15.676513</c:v>
                </c:pt>
                <c:pt idx="649">
                  <c:v>15.698817</c:v>
                </c:pt>
                <c:pt idx="650">
                  <c:v>15.718009</c:v>
                </c:pt>
                <c:pt idx="651">
                  <c:v>15.783288</c:v>
                </c:pt>
                <c:pt idx="652">
                  <c:v>15.796232</c:v>
                </c:pt>
                <c:pt idx="653">
                  <c:v>15.800496</c:v>
                </c:pt>
                <c:pt idx="654">
                  <c:v>15.819228</c:v>
                </c:pt>
                <c:pt idx="655">
                  <c:v>15.821568</c:v>
                </c:pt>
                <c:pt idx="656">
                  <c:v>15.823325</c:v>
                </c:pt>
                <c:pt idx="657">
                  <c:v>15.847903</c:v>
                </c:pt>
                <c:pt idx="658">
                  <c:v>15.869986</c:v>
                </c:pt>
                <c:pt idx="659">
                  <c:v>15.871947</c:v>
                </c:pt>
                <c:pt idx="660">
                  <c:v>15.909344</c:v>
                </c:pt>
                <c:pt idx="661">
                  <c:v>15.923795</c:v>
                </c:pt>
                <c:pt idx="662">
                  <c:v>15.97058</c:v>
                </c:pt>
                <c:pt idx="663">
                  <c:v>15.984188</c:v>
                </c:pt>
                <c:pt idx="664">
                  <c:v>15.986826</c:v>
                </c:pt>
                <c:pt idx="665">
                  <c:v>16.016354</c:v>
                </c:pt>
                <c:pt idx="666">
                  <c:v>16.020133</c:v>
                </c:pt>
                <c:pt idx="667">
                  <c:v>16.111316</c:v>
                </c:pt>
                <c:pt idx="668">
                  <c:v>16.116802</c:v>
                </c:pt>
                <c:pt idx="669">
                  <c:v>16.174967</c:v>
                </c:pt>
                <c:pt idx="670">
                  <c:v>16.226243</c:v>
                </c:pt>
                <c:pt idx="671">
                  <c:v>16.240227</c:v>
                </c:pt>
                <c:pt idx="672">
                  <c:v>16.327205</c:v>
                </c:pt>
                <c:pt idx="673">
                  <c:v>16.375093</c:v>
                </c:pt>
                <c:pt idx="674">
                  <c:v>16.397363</c:v>
                </c:pt>
                <c:pt idx="675">
                  <c:v>16.408992</c:v>
                </c:pt>
                <c:pt idx="676">
                  <c:v>16.451475</c:v>
                </c:pt>
                <c:pt idx="677">
                  <c:v>16.500569</c:v>
                </c:pt>
                <c:pt idx="678">
                  <c:v>16.528255</c:v>
                </c:pt>
                <c:pt idx="679">
                  <c:v>16.594634</c:v>
                </c:pt>
                <c:pt idx="680">
                  <c:v>16.646581</c:v>
                </c:pt>
                <c:pt idx="681">
                  <c:v>16.695899</c:v>
                </c:pt>
                <c:pt idx="682">
                  <c:v>16.722697</c:v>
                </c:pt>
                <c:pt idx="683">
                  <c:v>16.728148</c:v>
                </c:pt>
                <c:pt idx="684">
                  <c:v>16.79203</c:v>
                </c:pt>
                <c:pt idx="685">
                  <c:v>16.805155</c:v>
                </c:pt>
                <c:pt idx="686">
                  <c:v>16.8332</c:v>
                </c:pt>
                <c:pt idx="687">
                  <c:v>16.892012</c:v>
                </c:pt>
                <c:pt idx="688">
                  <c:v>16.930459</c:v>
                </c:pt>
                <c:pt idx="689">
                  <c:v>16.932114</c:v>
                </c:pt>
                <c:pt idx="690">
                  <c:v>16.940567</c:v>
                </c:pt>
                <c:pt idx="691">
                  <c:v>17.079918</c:v>
                </c:pt>
                <c:pt idx="692">
                  <c:v>17.086912</c:v>
                </c:pt>
                <c:pt idx="693">
                  <c:v>17.100842</c:v>
                </c:pt>
                <c:pt idx="694">
                  <c:v>17.106102</c:v>
                </c:pt>
                <c:pt idx="695">
                  <c:v>17.145387</c:v>
                </c:pt>
                <c:pt idx="696">
                  <c:v>17.211153</c:v>
                </c:pt>
                <c:pt idx="697">
                  <c:v>17.222872</c:v>
                </c:pt>
                <c:pt idx="698">
                  <c:v>17.294705</c:v>
                </c:pt>
                <c:pt idx="699">
                  <c:v>17.427346</c:v>
                </c:pt>
                <c:pt idx="700">
                  <c:v>17.455989</c:v>
                </c:pt>
                <c:pt idx="701">
                  <c:v>17.473753</c:v>
                </c:pt>
                <c:pt idx="702">
                  <c:v>17.490711</c:v>
                </c:pt>
                <c:pt idx="703">
                  <c:v>17.523292</c:v>
                </c:pt>
                <c:pt idx="704">
                  <c:v>17.603324</c:v>
                </c:pt>
                <c:pt idx="705">
                  <c:v>17.654766</c:v>
                </c:pt>
                <c:pt idx="706">
                  <c:v>17.731563</c:v>
                </c:pt>
                <c:pt idx="707">
                  <c:v>17.741503</c:v>
                </c:pt>
                <c:pt idx="708">
                  <c:v>17.74469</c:v>
                </c:pt>
                <c:pt idx="709">
                  <c:v>17.785825</c:v>
                </c:pt>
                <c:pt idx="710">
                  <c:v>17.839221</c:v>
                </c:pt>
                <c:pt idx="711">
                  <c:v>17.839939</c:v>
                </c:pt>
                <c:pt idx="712">
                  <c:v>17.844476</c:v>
                </c:pt>
                <c:pt idx="713">
                  <c:v>17.93381</c:v>
                </c:pt>
                <c:pt idx="714">
                  <c:v>17.971109</c:v>
                </c:pt>
                <c:pt idx="715">
                  <c:v>18.017982</c:v>
                </c:pt>
                <c:pt idx="716">
                  <c:v>18.055521</c:v>
                </c:pt>
                <c:pt idx="717">
                  <c:v>18.060545</c:v>
                </c:pt>
                <c:pt idx="718">
                  <c:v>18.060932</c:v>
                </c:pt>
                <c:pt idx="719">
                  <c:v>18.083679</c:v>
                </c:pt>
                <c:pt idx="720">
                  <c:v>18.182548</c:v>
                </c:pt>
                <c:pt idx="721">
                  <c:v>18.200278</c:v>
                </c:pt>
                <c:pt idx="722">
                  <c:v>18.206908</c:v>
                </c:pt>
                <c:pt idx="723">
                  <c:v>18.286728</c:v>
                </c:pt>
                <c:pt idx="724">
                  <c:v>18.318064</c:v>
                </c:pt>
                <c:pt idx="725">
                  <c:v>18.342115</c:v>
                </c:pt>
                <c:pt idx="726">
                  <c:v>18.344671</c:v>
                </c:pt>
                <c:pt idx="727">
                  <c:v>18.355144</c:v>
                </c:pt>
                <c:pt idx="728">
                  <c:v>18.365359</c:v>
                </c:pt>
                <c:pt idx="729">
                  <c:v>18.388126</c:v>
                </c:pt>
                <c:pt idx="730">
                  <c:v>18.409301</c:v>
                </c:pt>
                <c:pt idx="731">
                  <c:v>18.418206</c:v>
                </c:pt>
                <c:pt idx="732">
                  <c:v>18.464677</c:v>
                </c:pt>
                <c:pt idx="733">
                  <c:v>18.473283</c:v>
                </c:pt>
                <c:pt idx="734">
                  <c:v>18.506042</c:v>
                </c:pt>
                <c:pt idx="735">
                  <c:v>18.673269</c:v>
                </c:pt>
                <c:pt idx="736">
                  <c:v>18.730803</c:v>
                </c:pt>
                <c:pt idx="737">
                  <c:v>18.769675</c:v>
                </c:pt>
                <c:pt idx="738">
                  <c:v>18.77594</c:v>
                </c:pt>
                <c:pt idx="739">
                  <c:v>18.802428</c:v>
                </c:pt>
                <c:pt idx="740">
                  <c:v>18.822419</c:v>
                </c:pt>
                <c:pt idx="741">
                  <c:v>18.862015</c:v>
                </c:pt>
                <c:pt idx="742">
                  <c:v>18.885096</c:v>
                </c:pt>
                <c:pt idx="743">
                  <c:v>18.906926</c:v>
                </c:pt>
                <c:pt idx="744">
                  <c:v>18.923791</c:v>
                </c:pt>
                <c:pt idx="745">
                  <c:v>18.954247</c:v>
                </c:pt>
                <c:pt idx="746">
                  <c:v>18.978579</c:v>
                </c:pt>
                <c:pt idx="747">
                  <c:v>18.998621</c:v>
                </c:pt>
                <c:pt idx="748">
                  <c:v>19.000975</c:v>
                </c:pt>
                <c:pt idx="749">
                  <c:v>19.078715</c:v>
                </c:pt>
                <c:pt idx="750">
                  <c:v>19.097849</c:v>
                </c:pt>
                <c:pt idx="751">
                  <c:v>19.274947</c:v>
                </c:pt>
                <c:pt idx="752">
                  <c:v>19.282827</c:v>
                </c:pt>
                <c:pt idx="753">
                  <c:v>19.293851</c:v>
                </c:pt>
                <c:pt idx="754">
                  <c:v>19.305019</c:v>
                </c:pt>
                <c:pt idx="755">
                  <c:v>19.307588</c:v>
                </c:pt>
                <c:pt idx="756">
                  <c:v>19.334372</c:v>
                </c:pt>
                <c:pt idx="757">
                  <c:v>19.399872</c:v>
                </c:pt>
                <c:pt idx="758">
                  <c:v>19.400771</c:v>
                </c:pt>
                <c:pt idx="759">
                  <c:v>19.417874</c:v>
                </c:pt>
                <c:pt idx="760">
                  <c:v>19.45091</c:v>
                </c:pt>
                <c:pt idx="761">
                  <c:v>19.475686</c:v>
                </c:pt>
                <c:pt idx="762">
                  <c:v>19.5089</c:v>
                </c:pt>
                <c:pt idx="763">
                  <c:v>19.510027</c:v>
                </c:pt>
                <c:pt idx="764">
                  <c:v>19.547135</c:v>
                </c:pt>
                <c:pt idx="765">
                  <c:v>19.56008</c:v>
                </c:pt>
                <c:pt idx="766">
                  <c:v>19.577351</c:v>
                </c:pt>
                <c:pt idx="767">
                  <c:v>19.595425</c:v>
                </c:pt>
                <c:pt idx="768">
                  <c:v>19.608975</c:v>
                </c:pt>
                <c:pt idx="769">
                  <c:v>19.618471</c:v>
                </c:pt>
                <c:pt idx="770">
                  <c:v>19.646028</c:v>
                </c:pt>
                <c:pt idx="771">
                  <c:v>19.67668</c:v>
                </c:pt>
                <c:pt idx="772">
                  <c:v>19.780231</c:v>
                </c:pt>
                <c:pt idx="773">
                  <c:v>19.788607</c:v>
                </c:pt>
                <c:pt idx="774">
                  <c:v>19.79306</c:v>
                </c:pt>
                <c:pt idx="775">
                  <c:v>19.815714</c:v>
                </c:pt>
                <c:pt idx="776">
                  <c:v>19.837588</c:v>
                </c:pt>
                <c:pt idx="777">
                  <c:v>19.844306</c:v>
                </c:pt>
                <c:pt idx="778">
                  <c:v>19.909114</c:v>
                </c:pt>
                <c:pt idx="779">
                  <c:v>19.915787</c:v>
                </c:pt>
                <c:pt idx="780">
                  <c:v>19.958754</c:v>
                </c:pt>
                <c:pt idx="781">
                  <c:v>19.963028</c:v>
                </c:pt>
                <c:pt idx="782">
                  <c:v>19.999552</c:v>
                </c:pt>
                <c:pt idx="783">
                  <c:v>20.059894</c:v>
                </c:pt>
                <c:pt idx="784">
                  <c:v>20.115365</c:v>
                </c:pt>
                <c:pt idx="785">
                  <c:v>20.156021</c:v>
                </c:pt>
                <c:pt idx="786">
                  <c:v>20.260016</c:v>
                </c:pt>
                <c:pt idx="787">
                  <c:v>20.277648</c:v>
                </c:pt>
                <c:pt idx="788">
                  <c:v>20.280621</c:v>
                </c:pt>
                <c:pt idx="789">
                  <c:v>20.284558</c:v>
                </c:pt>
                <c:pt idx="790">
                  <c:v>20.341962</c:v>
                </c:pt>
                <c:pt idx="791">
                  <c:v>20.380277</c:v>
                </c:pt>
                <c:pt idx="792">
                  <c:v>20.398997</c:v>
                </c:pt>
                <c:pt idx="793">
                  <c:v>20.442445</c:v>
                </c:pt>
                <c:pt idx="794">
                  <c:v>20.445076</c:v>
                </c:pt>
                <c:pt idx="795">
                  <c:v>20.568679</c:v>
                </c:pt>
                <c:pt idx="796">
                  <c:v>20.583777</c:v>
                </c:pt>
                <c:pt idx="797">
                  <c:v>20.603179</c:v>
                </c:pt>
                <c:pt idx="798">
                  <c:v>20.617445</c:v>
                </c:pt>
                <c:pt idx="799">
                  <c:v>20.61945</c:v>
                </c:pt>
                <c:pt idx="800">
                  <c:v>20.640183</c:v>
                </c:pt>
                <c:pt idx="801">
                  <c:v>20.676923</c:v>
                </c:pt>
                <c:pt idx="802">
                  <c:v>20.692184</c:v>
                </c:pt>
                <c:pt idx="803">
                  <c:v>20.719219</c:v>
                </c:pt>
                <c:pt idx="804">
                  <c:v>20.719973</c:v>
                </c:pt>
                <c:pt idx="805">
                  <c:v>20.792844</c:v>
                </c:pt>
                <c:pt idx="806">
                  <c:v>20.81379</c:v>
                </c:pt>
                <c:pt idx="807">
                  <c:v>20.834863</c:v>
                </c:pt>
                <c:pt idx="808">
                  <c:v>20.881473</c:v>
                </c:pt>
                <c:pt idx="809">
                  <c:v>20.911841</c:v>
                </c:pt>
                <c:pt idx="810">
                  <c:v>20.93808</c:v>
                </c:pt>
                <c:pt idx="811">
                  <c:v>20.950412</c:v>
                </c:pt>
                <c:pt idx="812">
                  <c:v>20.952775</c:v>
                </c:pt>
                <c:pt idx="813">
                  <c:v>20.979225</c:v>
                </c:pt>
                <c:pt idx="814">
                  <c:v>20.996892</c:v>
                </c:pt>
                <c:pt idx="815">
                  <c:v>21.008796</c:v>
                </c:pt>
                <c:pt idx="816">
                  <c:v>21.018899</c:v>
                </c:pt>
                <c:pt idx="817">
                  <c:v>21.022962</c:v>
                </c:pt>
                <c:pt idx="818">
                  <c:v>21.040636</c:v>
                </c:pt>
                <c:pt idx="819">
                  <c:v>21.054345</c:v>
                </c:pt>
                <c:pt idx="820">
                  <c:v>21.108293</c:v>
                </c:pt>
                <c:pt idx="821">
                  <c:v>21.121415</c:v>
                </c:pt>
                <c:pt idx="822">
                  <c:v>21.252524</c:v>
                </c:pt>
                <c:pt idx="823">
                  <c:v>21.271739</c:v>
                </c:pt>
                <c:pt idx="824">
                  <c:v>21.318769</c:v>
                </c:pt>
                <c:pt idx="825">
                  <c:v>21.362426</c:v>
                </c:pt>
                <c:pt idx="826">
                  <c:v>21.367304</c:v>
                </c:pt>
                <c:pt idx="827">
                  <c:v>21.378582</c:v>
                </c:pt>
                <c:pt idx="828">
                  <c:v>21.465233</c:v>
                </c:pt>
                <c:pt idx="829">
                  <c:v>21.503202</c:v>
                </c:pt>
                <c:pt idx="830">
                  <c:v>21.509449</c:v>
                </c:pt>
                <c:pt idx="831">
                  <c:v>21.535312</c:v>
                </c:pt>
                <c:pt idx="832">
                  <c:v>21.565189</c:v>
                </c:pt>
                <c:pt idx="833">
                  <c:v>21.75666</c:v>
                </c:pt>
                <c:pt idx="834">
                  <c:v>21.77128</c:v>
                </c:pt>
                <c:pt idx="835">
                  <c:v>21.806191</c:v>
                </c:pt>
                <c:pt idx="836">
                  <c:v>21.832154</c:v>
                </c:pt>
                <c:pt idx="837">
                  <c:v>21.8477</c:v>
                </c:pt>
                <c:pt idx="838">
                  <c:v>21.861864</c:v>
                </c:pt>
                <c:pt idx="839">
                  <c:v>21.897551</c:v>
                </c:pt>
                <c:pt idx="840">
                  <c:v>21.929551</c:v>
                </c:pt>
                <c:pt idx="841">
                  <c:v>21.940298</c:v>
                </c:pt>
                <c:pt idx="842">
                  <c:v>22.015586</c:v>
                </c:pt>
                <c:pt idx="843">
                  <c:v>22.016785</c:v>
                </c:pt>
                <c:pt idx="844">
                  <c:v>22.029215</c:v>
                </c:pt>
                <c:pt idx="845">
                  <c:v>22.040974</c:v>
                </c:pt>
                <c:pt idx="846">
                  <c:v>22.13027</c:v>
                </c:pt>
                <c:pt idx="847">
                  <c:v>22.164527</c:v>
                </c:pt>
                <c:pt idx="848">
                  <c:v>22.223608</c:v>
                </c:pt>
                <c:pt idx="849">
                  <c:v>22.223626</c:v>
                </c:pt>
                <c:pt idx="850">
                  <c:v>22.280102</c:v>
                </c:pt>
                <c:pt idx="851">
                  <c:v>22.384682</c:v>
                </c:pt>
                <c:pt idx="852">
                  <c:v>22.402607</c:v>
                </c:pt>
                <c:pt idx="853">
                  <c:v>22.451127</c:v>
                </c:pt>
                <c:pt idx="854">
                  <c:v>22.504563</c:v>
                </c:pt>
                <c:pt idx="855">
                  <c:v>22.606997</c:v>
                </c:pt>
                <c:pt idx="856">
                  <c:v>22.676583</c:v>
                </c:pt>
                <c:pt idx="857">
                  <c:v>22.705629</c:v>
                </c:pt>
                <c:pt idx="858">
                  <c:v>22.710279</c:v>
                </c:pt>
                <c:pt idx="859">
                  <c:v>22.716697</c:v>
                </c:pt>
                <c:pt idx="860">
                  <c:v>22.783955</c:v>
                </c:pt>
                <c:pt idx="861">
                  <c:v>22.788048</c:v>
                </c:pt>
                <c:pt idx="862">
                  <c:v>22.861492</c:v>
                </c:pt>
                <c:pt idx="863">
                  <c:v>22.890571</c:v>
                </c:pt>
                <c:pt idx="864">
                  <c:v>23.017506</c:v>
                </c:pt>
                <c:pt idx="865">
                  <c:v>23.186713</c:v>
                </c:pt>
                <c:pt idx="866">
                  <c:v>23.205757</c:v>
                </c:pt>
                <c:pt idx="867">
                  <c:v>23.221423</c:v>
                </c:pt>
                <c:pt idx="868">
                  <c:v>23.327652</c:v>
                </c:pt>
                <c:pt idx="869">
                  <c:v>23.331629</c:v>
                </c:pt>
                <c:pt idx="870">
                  <c:v>23.367448</c:v>
                </c:pt>
                <c:pt idx="871">
                  <c:v>23.380469</c:v>
                </c:pt>
                <c:pt idx="872">
                  <c:v>23.381164</c:v>
                </c:pt>
                <c:pt idx="873">
                  <c:v>23.417462</c:v>
                </c:pt>
                <c:pt idx="874">
                  <c:v>23.418188</c:v>
                </c:pt>
                <c:pt idx="875">
                  <c:v>23.420528</c:v>
                </c:pt>
                <c:pt idx="876">
                  <c:v>23.43917</c:v>
                </c:pt>
                <c:pt idx="877">
                  <c:v>23.459868</c:v>
                </c:pt>
                <c:pt idx="878">
                  <c:v>23.485842</c:v>
                </c:pt>
                <c:pt idx="879">
                  <c:v>23.52123</c:v>
                </c:pt>
                <c:pt idx="880">
                  <c:v>23.52631</c:v>
                </c:pt>
                <c:pt idx="881">
                  <c:v>23.599687</c:v>
                </c:pt>
                <c:pt idx="882">
                  <c:v>23.600207</c:v>
                </c:pt>
                <c:pt idx="883">
                  <c:v>23.606129</c:v>
                </c:pt>
                <c:pt idx="884">
                  <c:v>23.610745</c:v>
                </c:pt>
                <c:pt idx="885">
                  <c:v>23.640933</c:v>
                </c:pt>
                <c:pt idx="886">
                  <c:v>23.651833</c:v>
                </c:pt>
                <c:pt idx="887">
                  <c:v>23.659413</c:v>
                </c:pt>
                <c:pt idx="888">
                  <c:v>23.722715</c:v>
                </c:pt>
                <c:pt idx="889">
                  <c:v>23.745911</c:v>
                </c:pt>
                <c:pt idx="890">
                  <c:v>23.74961</c:v>
                </c:pt>
                <c:pt idx="891">
                  <c:v>23.756898</c:v>
                </c:pt>
                <c:pt idx="892">
                  <c:v>23.805067</c:v>
                </c:pt>
                <c:pt idx="893">
                  <c:v>23.876151</c:v>
                </c:pt>
                <c:pt idx="894">
                  <c:v>23.931575</c:v>
                </c:pt>
                <c:pt idx="895">
                  <c:v>23.931739</c:v>
                </c:pt>
                <c:pt idx="896">
                  <c:v>23.939562</c:v>
                </c:pt>
                <c:pt idx="897">
                  <c:v>23.952428</c:v>
                </c:pt>
                <c:pt idx="898">
                  <c:v>23.957774</c:v>
                </c:pt>
                <c:pt idx="899">
                  <c:v>23.995254</c:v>
                </c:pt>
                <c:pt idx="900">
                  <c:v>23.995993</c:v>
                </c:pt>
                <c:pt idx="901">
                  <c:v>24.013098</c:v>
                </c:pt>
                <c:pt idx="902">
                  <c:v>24.04569</c:v>
                </c:pt>
                <c:pt idx="903">
                  <c:v>24.052946</c:v>
                </c:pt>
                <c:pt idx="904">
                  <c:v>24.083826</c:v>
                </c:pt>
                <c:pt idx="905">
                  <c:v>24.109002</c:v>
                </c:pt>
                <c:pt idx="906">
                  <c:v>24.131401</c:v>
                </c:pt>
                <c:pt idx="907">
                  <c:v>24.188498</c:v>
                </c:pt>
                <c:pt idx="908">
                  <c:v>24.239193</c:v>
                </c:pt>
                <c:pt idx="909">
                  <c:v>24.245005</c:v>
                </c:pt>
                <c:pt idx="910">
                  <c:v>24.267085</c:v>
                </c:pt>
                <c:pt idx="911">
                  <c:v>24.562007</c:v>
                </c:pt>
                <c:pt idx="912">
                  <c:v>24.642774</c:v>
                </c:pt>
                <c:pt idx="913">
                  <c:v>24.663515</c:v>
                </c:pt>
                <c:pt idx="914">
                  <c:v>24.834428</c:v>
                </c:pt>
                <c:pt idx="915">
                  <c:v>24.95046</c:v>
                </c:pt>
                <c:pt idx="916">
                  <c:v>24.958571</c:v>
                </c:pt>
                <c:pt idx="917">
                  <c:v>25.021754</c:v>
                </c:pt>
                <c:pt idx="918">
                  <c:v>25.074983</c:v>
                </c:pt>
                <c:pt idx="919">
                  <c:v>25.154161</c:v>
                </c:pt>
                <c:pt idx="920">
                  <c:v>25.190367</c:v>
                </c:pt>
                <c:pt idx="921">
                  <c:v>25.296459</c:v>
                </c:pt>
                <c:pt idx="922">
                  <c:v>25.38015</c:v>
                </c:pt>
                <c:pt idx="923">
                  <c:v>25.440944</c:v>
                </c:pt>
                <c:pt idx="924">
                  <c:v>25.443492</c:v>
                </c:pt>
                <c:pt idx="925">
                  <c:v>25.451118</c:v>
                </c:pt>
                <c:pt idx="926">
                  <c:v>25.464947</c:v>
                </c:pt>
                <c:pt idx="927">
                  <c:v>25.575027</c:v>
                </c:pt>
                <c:pt idx="928">
                  <c:v>25.622692</c:v>
                </c:pt>
                <c:pt idx="929">
                  <c:v>25.642177</c:v>
                </c:pt>
                <c:pt idx="930">
                  <c:v>25.686395</c:v>
                </c:pt>
                <c:pt idx="931">
                  <c:v>25.688132</c:v>
                </c:pt>
                <c:pt idx="932">
                  <c:v>25.728285</c:v>
                </c:pt>
                <c:pt idx="933">
                  <c:v>25.735856</c:v>
                </c:pt>
                <c:pt idx="934">
                  <c:v>25.738327</c:v>
                </c:pt>
                <c:pt idx="935">
                  <c:v>25.76559</c:v>
                </c:pt>
                <c:pt idx="936">
                  <c:v>25.765674</c:v>
                </c:pt>
                <c:pt idx="937">
                  <c:v>25.84548</c:v>
                </c:pt>
                <c:pt idx="938">
                  <c:v>25.855136</c:v>
                </c:pt>
                <c:pt idx="939">
                  <c:v>25.867176</c:v>
                </c:pt>
                <c:pt idx="940">
                  <c:v>25.873257</c:v>
                </c:pt>
                <c:pt idx="941">
                  <c:v>25.879842</c:v>
                </c:pt>
                <c:pt idx="942">
                  <c:v>25.886721</c:v>
                </c:pt>
                <c:pt idx="943">
                  <c:v>25.925547</c:v>
                </c:pt>
                <c:pt idx="944">
                  <c:v>25.94131</c:v>
                </c:pt>
                <c:pt idx="945">
                  <c:v>25.957679</c:v>
                </c:pt>
                <c:pt idx="946">
                  <c:v>26.066286</c:v>
                </c:pt>
                <c:pt idx="947">
                  <c:v>26.122715</c:v>
                </c:pt>
                <c:pt idx="948">
                  <c:v>26.321472</c:v>
                </c:pt>
                <c:pt idx="949">
                  <c:v>26.333762</c:v>
                </c:pt>
                <c:pt idx="950">
                  <c:v>26.360346</c:v>
                </c:pt>
                <c:pt idx="951">
                  <c:v>26.37372</c:v>
                </c:pt>
                <c:pt idx="952">
                  <c:v>26.422914</c:v>
                </c:pt>
                <c:pt idx="953">
                  <c:v>26.443797</c:v>
                </c:pt>
                <c:pt idx="954">
                  <c:v>26.494737</c:v>
                </c:pt>
                <c:pt idx="955">
                  <c:v>26.530916</c:v>
                </c:pt>
                <c:pt idx="956">
                  <c:v>26.584964</c:v>
                </c:pt>
                <c:pt idx="957">
                  <c:v>26.691951</c:v>
                </c:pt>
                <c:pt idx="958">
                  <c:v>26.701696</c:v>
                </c:pt>
                <c:pt idx="959">
                  <c:v>26.720337</c:v>
                </c:pt>
                <c:pt idx="960">
                  <c:v>26.751619</c:v>
                </c:pt>
                <c:pt idx="961">
                  <c:v>26.760732</c:v>
                </c:pt>
                <c:pt idx="962">
                  <c:v>26.763646</c:v>
                </c:pt>
                <c:pt idx="963">
                  <c:v>26.848654</c:v>
                </c:pt>
                <c:pt idx="964">
                  <c:v>26.853719</c:v>
                </c:pt>
                <c:pt idx="965">
                  <c:v>26.899923</c:v>
                </c:pt>
                <c:pt idx="966">
                  <c:v>26.907074</c:v>
                </c:pt>
                <c:pt idx="967">
                  <c:v>26.9232</c:v>
                </c:pt>
                <c:pt idx="968">
                  <c:v>26.938278</c:v>
                </c:pt>
                <c:pt idx="969">
                  <c:v>27.018075</c:v>
                </c:pt>
                <c:pt idx="970">
                  <c:v>27.082231</c:v>
                </c:pt>
                <c:pt idx="971">
                  <c:v>27.085479</c:v>
                </c:pt>
                <c:pt idx="972">
                  <c:v>27.089926</c:v>
                </c:pt>
                <c:pt idx="973">
                  <c:v>27.190791</c:v>
                </c:pt>
                <c:pt idx="974">
                  <c:v>27.196797</c:v>
                </c:pt>
                <c:pt idx="975">
                  <c:v>27.270157</c:v>
                </c:pt>
                <c:pt idx="976">
                  <c:v>27.464849</c:v>
                </c:pt>
                <c:pt idx="977">
                  <c:v>27.574859</c:v>
                </c:pt>
                <c:pt idx="978">
                  <c:v>27.576561</c:v>
                </c:pt>
                <c:pt idx="979">
                  <c:v>27.577725</c:v>
                </c:pt>
                <c:pt idx="980">
                  <c:v>27.679922</c:v>
                </c:pt>
                <c:pt idx="981">
                  <c:v>27.680769</c:v>
                </c:pt>
                <c:pt idx="982">
                  <c:v>27.690311</c:v>
                </c:pt>
                <c:pt idx="983">
                  <c:v>27.738566</c:v>
                </c:pt>
                <c:pt idx="984">
                  <c:v>27.795825</c:v>
                </c:pt>
                <c:pt idx="985">
                  <c:v>27.88387</c:v>
                </c:pt>
                <c:pt idx="986">
                  <c:v>28.013529</c:v>
                </c:pt>
                <c:pt idx="987">
                  <c:v>28.022085</c:v>
                </c:pt>
                <c:pt idx="988">
                  <c:v>28.060414</c:v>
                </c:pt>
                <c:pt idx="989">
                  <c:v>28.103495</c:v>
                </c:pt>
                <c:pt idx="990">
                  <c:v>28.107225</c:v>
                </c:pt>
                <c:pt idx="991">
                  <c:v>28.21657</c:v>
                </c:pt>
                <c:pt idx="992">
                  <c:v>28.279632</c:v>
                </c:pt>
                <c:pt idx="993">
                  <c:v>28.415006</c:v>
                </c:pt>
                <c:pt idx="994">
                  <c:v>28.474838</c:v>
                </c:pt>
                <c:pt idx="995">
                  <c:v>28.501257</c:v>
                </c:pt>
                <c:pt idx="996">
                  <c:v>28.502871</c:v>
                </c:pt>
                <c:pt idx="997">
                  <c:v>28.505321</c:v>
                </c:pt>
                <c:pt idx="998">
                  <c:v>28.59984</c:v>
                </c:pt>
                <c:pt idx="999">
                  <c:v>28.617378</c:v>
                </c:pt>
                <c:pt idx="1000">
                  <c:v>28.641969</c:v>
                </c:pt>
                <c:pt idx="1001">
                  <c:v>28.642241</c:v>
                </c:pt>
                <c:pt idx="1002">
                  <c:v>28.664439</c:v>
                </c:pt>
                <c:pt idx="1003">
                  <c:v>28.677086</c:v>
                </c:pt>
                <c:pt idx="1004">
                  <c:v>28.698909</c:v>
                </c:pt>
                <c:pt idx="1005">
                  <c:v>28.775012</c:v>
                </c:pt>
                <c:pt idx="1006">
                  <c:v>28.821046</c:v>
                </c:pt>
                <c:pt idx="1007">
                  <c:v>28.989422</c:v>
                </c:pt>
                <c:pt idx="1008">
                  <c:v>28.999558</c:v>
                </c:pt>
                <c:pt idx="1009">
                  <c:v>29.122589</c:v>
                </c:pt>
                <c:pt idx="1010">
                  <c:v>29.150499</c:v>
                </c:pt>
                <c:pt idx="1011">
                  <c:v>29.213602</c:v>
                </c:pt>
                <c:pt idx="1012">
                  <c:v>29.289402</c:v>
                </c:pt>
                <c:pt idx="1013">
                  <c:v>29.427409</c:v>
                </c:pt>
                <c:pt idx="1014">
                  <c:v>29.44726</c:v>
                </c:pt>
                <c:pt idx="1015">
                  <c:v>29.44731</c:v>
                </c:pt>
                <c:pt idx="1016">
                  <c:v>29.608621</c:v>
                </c:pt>
                <c:pt idx="1017">
                  <c:v>29.694118</c:v>
                </c:pt>
                <c:pt idx="1018">
                  <c:v>29.699004</c:v>
                </c:pt>
                <c:pt idx="1019">
                  <c:v>29.720618</c:v>
                </c:pt>
                <c:pt idx="1020">
                  <c:v>29.739448</c:v>
                </c:pt>
                <c:pt idx="1021">
                  <c:v>29.838948</c:v>
                </c:pt>
                <c:pt idx="1022">
                  <c:v>29.861005</c:v>
                </c:pt>
                <c:pt idx="1023">
                  <c:v>29.957839</c:v>
                </c:pt>
                <c:pt idx="1024">
                  <c:v>29.994065</c:v>
                </c:pt>
                <c:pt idx="1025">
                  <c:v>30.00321</c:v>
                </c:pt>
                <c:pt idx="1026">
                  <c:v>30.066918</c:v>
                </c:pt>
                <c:pt idx="1027">
                  <c:v>30.083179</c:v>
                </c:pt>
                <c:pt idx="1028">
                  <c:v>30.097743</c:v>
                </c:pt>
                <c:pt idx="1029">
                  <c:v>30.126904</c:v>
                </c:pt>
                <c:pt idx="1030">
                  <c:v>30.158637</c:v>
                </c:pt>
                <c:pt idx="1031">
                  <c:v>30.161152</c:v>
                </c:pt>
                <c:pt idx="1032">
                  <c:v>30.172066</c:v>
                </c:pt>
                <c:pt idx="1033">
                  <c:v>30.214203</c:v>
                </c:pt>
                <c:pt idx="1034">
                  <c:v>30.339946</c:v>
                </c:pt>
                <c:pt idx="1035">
                  <c:v>30.47801</c:v>
                </c:pt>
                <c:pt idx="1036">
                  <c:v>30.54907</c:v>
                </c:pt>
                <c:pt idx="1037">
                  <c:v>30.562619</c:v>
                </c:pt>
                <c:pt idx="1038">
                  <c:v>30.603225</c:v>
                </c:pt>
                <c:pt idx="1039">
                  <c:v>30.702743</c:v>
                </c:pt>
                <c:pt idx="1040">
                  <c:v>30.709188</c:v>
                </c:pt>
                <c:pt idx="1041">
                  <c:v>30.723652</c:v>
                </c:pt>
                <c:pt idx="1042">
                  <c:v>30.740659</c:v>
                </c:pt>
                <c:pt idx="1043">
                  <c:v>30.777381</c:v>
                </c:pt>
                <c:pt idx="1044">
                  <c:v>30.99321</c:v>
                </c:pt>
                <c:pt idx="1045">
                  <c:v>31.007274</c:v>
                </c:pt>
                <c:pt idx="1046">
                  <c:v>31.007404</c:v>
                </c:pt>
                <c:pt idx="1047">
                  <c:v>31.05342</c:v>
                </c:pt>
                <c:pt idx="1048">
                  <c:v>31.065498</c:v>
                </c:pt>
                <c:pt idx="1049">
                  <c:v>31.070312</c:v>
                </c:pt>
                <c:pt idx="1050">
                  <c:v>31.103638</c:v>
                </c:pt>
                <c:pt idx="1051">
                  <c:v>31.421296</c:v>
                </c:pt>
                <c:pt idx="1052">
                  <c:v>31.472323</c:v>
                </c:pt>
                <c:pt idx="1053">
                  <c:v>31.496203</c:v>
                </c:pt>
                <c:pt idx="1054">
                  <c:v>31.565282</c:v>
                </c:pt>
                <c:pt idx="1055">
                  <c:v>31.652401</c:v>
                </c:pt>
                <c:pt idx="1056">
                  <c:v>31.668256</c:v>
                </c:pt>
                <c:pt idx="1057">
                  <c:v>31.698078</c:v>
                </c:pt>
                <c:pt idx="1058">
                  <c:v>31.721069</c:v>
                </c:pt>
                <c:pt idx="1059">
                  <c:v>31.729779</c:v>
                </c:pt>
                <c:pt idx="1060">
                  <c:v>31.738425</c:v>
                </c:pt>
                <c:pt idx="1061">
                  <c:v>31.791635</c:v>
                </c:pt>
                <c:pt idx="1062">
                  <c:v>32.005716</c:v>
                </c:pt>
                <c:pt idx="1063">
                  <c:v>32.054434</c:v>
                </c:pt>
                <c:pt idx="1064">
                  <c:v>32.104779</c:v>
                </c:pt>
                <c:pt idx="1065">
                  <c:v>32.145078</c:v>
                </c:pt>
                <c:pt idx="1066">
                  <c:v>32.309837</c:v>
                </c:pt>
                <c:pt idx="1067">
                  <c:v>32.323465</c:v>
                </c:pt>
                <c:pt idx="1068">
                  <c:v>32.42149</c:v>
                </c:pt>
                <c:pt idx="1069">
                  <c:v>32.524802</c:v>
                </c:pt>
                <c:pt idx="1070">
                  <c:v>32.604147</c:v>
                </c:pt>
                <c:pt idx="1071">
                  <c:v>32.647822</c:v>
                </c:pt>
                <c:pt idx="1072">
                  <c:v>32.694758</c:v>
                </c:pt>
                <c:pt idx="1073">
                  <c:v>32.718941</c:v>
                </c:pt>
                <c:pt idx="1074">
                  <c:v>32.738686</c:v>
                </c:pt>
                <c:pt idx="1075">
                  <c:v>32.821558</c:v>
                </c:pt>
                <c:pt idx="1076">
                  <c:v>32.860624</c:v>
                </c:pt>
                <c:pt idx="1077">
                  <c:v>33.011828</c:v>
                </c:pt>
                <c:pt idx="1078">
                  <c:v>33.254792</c:v>
                </c:pt>
                <c:pt idx="1079">
                  <c:v>33.266007</c:v>
                </c:pt>
                <c:pt idx="1080">
                  <c:v>33.543027</c:v>
                </c:pt>
                <c:pt idx="1081">
                  <c:v>33.571052</c:v>
                </c:pt>
                <c:pt idx="1082">
                  <c:v>33.626742</c:v>
                </c:pt>
                <c:pt idx="1083">
                  <c:v>33.702581</c:v>
                </c:pt>
                <c:pt idx="1084">
                  <c:v>33.714681</c:v>
                </c:pt>
                <c:pt idx="1085">
                  <c:v>33.718946</c:v>
                </c:pt>
                <c:pt idx="1086">
                  <c:v>33.827755</c:v>
                </c:pt>
                <c:pt idx="1087">
                  <c:v>33.834071</c:v>
                </c:pt>
                <c:pt idx="1088">
                  <c:v>33.924292</c:v>
                </c:pt>
                <c:pt idx="1089">
                  <c:v>33.934979</c:v>
                </c:pt>
                <c:pt idx="1090">
                  <c:v>33.963298</c:v>
                </c:pt>
                <c:pt idx="1091">
                  <c:v>34.048422</c:v>
                </c:pt>
                <c:pt idx="1092">
                  <c:v>34.130407</c:v>
                </c:pt>
                <c:pt idx="1093">
                  <c:v>34.225103</c:v>
                </c:pt>
                <c:pt idx="1094">
                  <c:v>34.263431</c:v>
                </c:pt>
                <c:pt idx="1095">
                  <c:v>34.345805</c:v>
                </c:pt>
                <c:pt idx="1096">
                  <c:v>34.366292</c:v>
                </c:pt>
                <c:pt idx="1097">
                  <c:v>34.601135</c:v>
                </c:pt>
                <c:pt idx="1098">
                  <c:v>34.610317</c:v>
                </c:pt>
                <c:pt idx="1099">
                  <c:v>34.622856</c:v>
                </c:pt>
                <c:pt idx="1100">
                  <c:v>34.706893</c:v>
                </c:pt>
                <c:pt idx="1101">
                  <c:v>34.707506</c:v>
                </c:pt>
                <c:pt idx="1102">
                  <c:v>34.768033</c:v>
                </c:pt>
                <c:pt idx="1103">
                  <c:v>34.984209</c:v>
                </c:pt>
                <c:pt idx="1104">
                  <c:v>35.002671</c:v>
                </c:pt>
                <c:pt idx="1105">
                  <c:v>35.059258</c:v>
                </c:pt>
                <c:pt idx="1106">
                  <c:v>35.090622</c:v>
                </c:pt>
                <c:pt idx="1107">
                  <c:v>35.144216</c:v>
                </c:pt>
                <c:pt idx="1108">
                  <c:v>35.146915</c:v>
                </c:pt>
                <c:pt idx="1109">
                  <c:v>35.349341</c:v>
                </c:pt>
                <c:pt idx="1110">
                  <c:v>35.417494</c:v>
                </c:pt>
                <c:pt idx="1111">
                  <c:v>35.423498</c:v>
                </c:pt>
                <c:pt idx="1112">
                  <c:v>35.633709</c:v>
                </c:pt>
                <c:pt idx="1113">
                  <c:v>35.800483</c:v>
                </c:pt>
                <c:pt idx="1114">
                  <c:v>35.802011</c:v>
                </c:pt>
                <c:pt idx="1115">
                  <c:v>35.899049</c:v>
                </c:pt>
                <c:pt idx="1116">
                  <c:v>35.918733</c:v>
                </c:pt>
                <c:pt idx="1117">
                  <c:v>36.041644</c:v>
                </c:pt>
                <c:pt idx="1118">
                  <c:v>36.169134</c:v>
                </c:pt>
                <c:pt idx="1119">
                  <c:v>36.197426</c:v>
                </c:pt>
                <c:pt idx="1120">
                  <c:v>36.200762</c:v>
                </c:pt>
                <c:pt idx="1121">
                  <c:v>36.206949</c:v>
                </c:pt>
                <c:pt idx="1122">
                  <c:v>36.304164</c:v>
                </c:pt>
                <c:pt idx="1123">
                  <c:v>36.314927</c:v>
                </c:pt>
                <c:pt idx="1124">
                  <c:v>36.386824</c:v>
                </c:pt>
                <c:pt idx="1125">
                  <c:v>36.402142</c:v>
                </c:pt>
                <c:pt idx="1126">
                  <c:v>36.451608</c:v>
                </c:pt>
                <c:pt idx="1127">
                  <c:v>36.582051</c:v>
                </c:pt>
                <c:pt idx="1128">
                  <c:v>36.618438</c:v>
                </c:pt>
                <c:pt idx="1129">
                  <c:v>36.652345</c:v>
                </c:pt>
                <c:pt idx="1130">
                  <c:v>36.694545</c:v>
                </c:pt>
                <c:pt idx="1131">
                  <c:v>36.878937</c:v>
                </c:pt>
                <c:pt idx="1132">
                  <c:v>36.914856</c:v>
                </c:pt>
                <c:pt idx="1133">
                  <c:v>36.988007</c:v>
                </c:pt>
                <c:pt idx="1134">
                  <c:v>37.034164</c:v>
                </c:pt>
                <c:pt idx="1135">
                  <c:v>37.17089</c:v>
                </c:pt>
                <c:pt idx="1136">
                  <c:v>37.196732</c:v>
                </c:pt>
                <c:pt idx="1137">
                  <c:v>37.199585</c:v>
                </c:pt>
                <c:pt idx="1138">
                  <c:v>37.200766</c:v>
                </c:pt>
                <c:pt idx="1139">
                  <c:v>37.227347</c:v>
                </c:pt>
                <c:pt idx="1140">
                  <c:v>37.304543</c:v>
                </c:pt>
                <c:pt idx="1141">
                  <c:v>37.450198</c:v>
                </c:pt>
                <c:pt idx="1142">
                  <c:v>37.554315</c:v>
                </c:pt>
                <c:pt idx="1143">
                  <c:v>37.704875</c:v>
                </c:pt>
                <c:pt idx="1144">
                  <c:v>37.79041</c:v>
                </c:pt>
                <c:pt idx="1145">
                  <c:v>37.835529</c:v>
                </c:pt>
                <c:pt idx="1146">
                  <c:v>37.875939</c:v>
                </c:pt>
                <c:pt idx="1147">
                  <c:v>37.925265</c:v>
                </c:pt>
                <c:pt idx="1148">
                  <c:v>38.000066</c:v>
                </c:pt>
                <c:pt idx="1149">
                  <c:v>38.047331</c:v>
                </c:pt>
                <c:pt idx="1150">
                  <c:v>38.06528</c:v>
                </c:pt>
                <c:pt idx="1151">
                  <c:v>38.083976</c:v>
                </c:pt>
                <c:pt idx="1152">
                  <c:v>38.348726</c:v>
                </c:pt>
                <c:pt idx="1153">
                  <c:v>38.389408</c:v>
                </c:pt>
                <c:pt idx="1154">
                  <c:v>38.547234</c:v>
                </c:pt>
                <c:pt idx="1155">
                  <c:v>38.599636</c:v>
                </c:pt>
                <c:pt idx="1156">
                  <c:v>38.697922</c:v>
                </c:pt>
                <c:pt idx="1157">
                  <c:v>38.919924</c:v>
                </c:pt>
                <c:pt idx="1158">
                  <c:v>38.929377</c:v>
                </c:pt>
                <c:pt idx="1159">
                  <c:v>39.074027</c:v>
                </c:pt>
                <c:pt idx="1160">
                  <c:v>39.42298</c:v>
                </c:pt>
                <c:pt idx="1161">
                  <c:v>39.502906</c:v>
                </c:pt>
                <c:pt idx="1162">
                  <c:v>39.532715</c:v>
                </c:pt>
                <c:pt idx="1163">
                  <c:v>39.581365</c:v>
                </c:pt>
                <c:pt idx="1164">
                  <c:v>39.664956</c:v>
                </c:pt>
                <c:pt idx="1165">
                  <c:v>39.678757</c:v>
                </c:pt>
                <c:pt idx="1166">
                  <c:v>40.034661</c:v>
                </c:pt>
                <c:pt idx="1167">
                  <c:v>40.102751</c:v>
                </c:pt>
                <c:pt idx="1168">
                  <c:v>40.224865</c:v>
                </c:pt>
                <c:pt idx="1169">
                  <c:v>40.286162</c:v>
                </c:pt>
                <c:pt idx="1170">
                  <c:v>40.362396</c:v>
                </c:pt>
                <c:pt idx="1171">
                  <c:v>40.380844</c:v>
                </c:pt>
                <c:pt idx="1172">
                  <c:v>40.420651</c:v>
                </c:pt>
                <c:pt idx="1173">
                  <c:v>40.456329</c:v>
                </c:pt>
                <c:pt idx="1174">
                  <c:v>40.688649</c:v>
                </c:pt>
                <c:pt idx="1175">
                  <c:v>40.803783</c:v>
                </c:pt>
                <c:pt idx="1176">
                  <c:v>40.816909</c:v>
                </c:pt>
                <c:pt idx="1177">
                  <c:v>41.00423</c:v>
                </c:pt>
                <c:pt idx="1178">
                  <c:v>41.097423</c:v>
                </c:pt>
                <c:pt idx="1179">
                  <c:v>41.10642</c:v>
                </c:pt>
                <c:pt idx="1180">
                  <c:v>41.117465</c:v>
                </c:pt>
                <c:pt idx="1181">
                  <c:v>41.155544</c:v>
                </c:pt>
                <c:pt idx="1182">
                  <c:v>41.208874</c:v>
                </c:pt>
                <c:pt idx="1183">
                  <c:v>41.268792</c:v>
                </c:pt>
                <c:pt idx="1184">
                  <c:v>41.378885</c:v>
                </c:pt>
                <c:pt idx="1185">
                  <c:v>41.516276</c:v>
                </c:pt>
                <c:pt idx="1186">
                  <c:v>41.630268</c:v>
                </c:pt>
                <c:pt idx="1187">
                  <c:v>41.722949</c:v>
                </c:pt>
                <c:pt idx="1188">
                  <c:v>41.746543</c:v>
                </c:pt>
                <c:pt idx="1189">
                  <c:v>41.767179</c:v>
                </c:pt>
                <c:pt idx="1190">
                  <c:v>41.868078</c:v>
                </c:pt>
                <c:pt idx="1191">
                  <c:v>41.952492</c:v>
                </c:pt>
                <c:pt idx="1192">
                  <c:v>42.403865</c:v>
                </c:pt>
                <c:pt idx="1193">
                  <c:v>42.430029</c:v>
                </c:pt>
                <c:pt idx="1194">
                  <c:v>42.586569</c:v>
                </c:pt>
                <c:pt idx="1195">
                  <c:v>42.614933</c:v>
                </c:pt>
                <c:pt idx="1196">
                  <c:v>42.845781</c:v>
                </c:pt>
                <c:pt idx="1197">
                  <c:v>42.986682</c:v>
                </c:pt>
                <c:pt idx="1198">
                  <c:v>43.272283</c:v>
                </c:pt>
                <c:pt idx="1199">
                  <c:v>43.333614</c:v>
                </c:pt>
                <c:pt idx="1200">
                  <c:v>43.387799</c:v>
                </c:pt>
                <c:pt idx="1201">
                  <c:v>43.446271</c:v>
                </c:pt>
                <c:pt idx="1202">
                  <c:v>43.478359</c:v>
                </c:pt>
                <c:pt idx="1203">
                  <c:v>43.57677</c:v>
                </c:pt>
                <c:pt idx="1204">
                  <c:v>43.927987</c:v>
                </c:pt>
                <c:pt idx="1205">
                  <c:v>43.940703</c:v>
                </c:pt>
                <c:pt idx="1206">
                  <c:v>43.980713</c:v>
                </c:pt>
                <c:pt idx="1207">
                  <c:v>43.988217</c:v>
                </c:pt>
                <c:pt idx="1208">
                  <c:v>44.074843</c:v>
                </c:pt>
                <c:pt idx="1209">
                  <c:v>44.270522</c:v>
                </c:pt>
                <c:pt idx="1210">
                  <c:v>44.604289</c:v>
                </c:pt>
                <c:pt idx="1211">
                  <c:v>44.714218</c:v>
                </c:pt>
                <c:pt idx="1212">
                  <c:v>44.725378</c:v>
                </c:pt>
                <c:pt idx="1213">
                  <c:v>44.826676</c:v>
                </c:pt>
                <c:pt idx="1214">
                  <c:v>44.835839</c:v>
                </c:pt>
                <c:pt idx="1215">
                  <c:v>44.881801</c:v>
                </c:pt>
                <c:pt idx="1216">
                  <c:v>44.925124</c:v>
                </c:pt>
                <c:pt idx="1217">
                  <c:v>45.069636</c:v>
                </c:pt>
                <c:pt idx="1218">
                  <c:v>45.087304</c:v>
                </c:pt>
                <c:pt idx="1219">
                  <c:v>45.097308</c:v>
                </c:pt>
                <c:pt idx="1220">
                  <c:v>45.112175</c:v>
                </c:pt>
                <c:pt idx="1221">
                  <c:v>45.148384</c:v>
                </c:pt>
                <c:pt idx="1222">
                  <c:v>45.504557</c:v>
                </c:pt>
                <c:pt idx="1223">
                  <c:v>45.721101</c:v>
                </c:pt>
                <c:pt idx="1224">
                  <c:v>45.754518</c:v>
                </c:pt>
                <c:pt idx="1225">
                  <c:v>45.819705</c:v>
                </c:pt>
                <c:pt idx="1226">
                  <c:v>45.852261</c:v>
                </c:pt>
                <c:pt idx="1227">
                  <c:v>45.963354</c:v>
                </c:pt>
                <c:pt idx="1228">
                  <c:v>46.046571</c:v>
                </c:pt>
                <c:pt idx="1229">
                  <c:v>46.275921</c:v>
                </c:pt>
                <c:pt idx="1230">
                  <c:v>46.51527</c:v>
                </c:pt>
                <c:pt idx="1231">
                  <c:v>46.762451</c:v>
                </c:pt>
                <c:pt idx="1232">
                  <c:v>46.887415</c:v>
                </c:pt>
                <c:pt idx="1233">
                  <c:v>46.948374</c:v>
                </c:pt>
                <c:pt idx="1234">
                  <c:v>47.013037</c:v>
                </c:pt>
                <c:pt idx="1235">
                  <c:v>47.109066</c:v>
                </c:pt>
                <c:pt idx="1236">
                  <c:v>47.139168</c:v>
                </c:pt>
                <c:pt idx="1237">
                  <c:v>47.274515</c:v>
                </c:pt>
                <c:pt idx="1238">
                  <c:v>47.388052</c:v>
                </c:pt>
                <c:pt idx="1239">
                  <c:v>47.517704</c:v>
                </c:pt>
                <c:pt idx="1240">
                  <c:v>47.528915</c:v>
                </c:pt>
                <c:pt idx="1241">
                  <c:v>47.657363</c:v>
                </c:pt>
                <c:pt idx="1242">
                  <c:v>47.769003</c:v>
                </c:pt>
                <c:pt idx="1243">
                  <c:v>47.961038</c:v>
                </c:pt>
                <c:pt idx="1244">
                  <c:v>47.966548</c:v>
                </c:pt>
                <c:pt idx="1245">
                  <c:v>48.091029</c:v>
                </c:pt>
                <c:pt idx="1246">
                  <c:v>48.152759</c:v>
                </c:pt>
                <c:pt idx="1247">
                  <c:v>48.286771</c:v>
                </c:pt>
                <c:pt idx="1248">
                  <c:v>48.421016</c:v>
                </c:pt>
                <c:pt idx="1249">
                  <c:v>48.618609</c:v>
                </c:pt>
                <c:pt idx="1250">
                  <c:v>48.637427</c:v>
                </c:pt>
                <c:pt idx="1251">
                  <c:v>48.929024</c:v>
                </c:pt>
                <c:pt idx="1252">
                  <c:v>49.180384</c:v>
                </c:pt>
                <c:pt idx="1253">
                  <c:v>49.726297</c:v>
                </c:pt>
                <c:pt idx="1254">
                  <c:v>49.73903</c:v>
                </c:pt>
                <c:pt idx="1255">
                  <c:v>49.819157</c:v>
                </c:pt>
                <c:pt idx="1256">
                  <c:v>50.066007</c:v>
                </c:pt>
                <c:pt idx="1257">
                  <c:v>50.215785</c:v>
                </c:pt>
                <c:pt idx="1258">
                  <c:v>50.321559</c:v>
                </c:pt>
                <c:pt idx="1259">
                  <c:v>50.416989</c:v>
                </c:pt>
                <c:pt idx="1260">
                  <c:v>50.606773</c:v>
                </c:pt>
                <c:pt idx="1261">
                  <c:v>50.643543</c:v>
                </c:pt>
                <c:pt idx="1262">
                  <c:v>50.810566</c:v>
                </c:pt>
                <c:pt idx="1263">
                  <c:v>51.278742</c:v>
                </c:pt>
                <c:pt idx="1264">
                  <c:v>51.426876</c:v>
                </c:pt>
                <c:pt idx="1265">
                  <c:v>51.522833</c:v>
                </c:pt>
                <c:pt idx="1266">
                  <c:v>51.640948</c:v>
                </c:pt>
                <c:pt idx="1267">
                  <c:v>51.743231</c:v>
                </c:pt>
                <c:pt idx="1268">
                  <c:v>51.930468</c:v>
                </c:pt>
                <c:pt idx="1269">
                  <c:v>52.033368</c:v>
                </c:pt>
                <c:pt idx="1270">
                  <c:v>52.249417</c:v>
                </c:pt>
                <c:pt idx="1271">
                  <c:v>52.549872</c:v>
                </c:pt>
                <c:pt idx="1272">
                  <c:v>52.733055</c:v>
                </c:pt>
                <c:pt idx="1273">
                  <c:v>52.981258</c:v>
                </c:pt>
                <c:pt idx="1274">
                  <c:v>53.021104</c:v>
                </c:pt>
                <c:pt idx="1275">
                  <c:v>53.303568</c:v>
                </c:pt>
                <c:pt idx="1276">
                  <c:v>53.432743</c:v>
                </c:pt>
                <c:pt idx="1277">
                  <c:v>53.637059</c:v>
                </c:pt>
                <c:pt idx="1278">
                  <c:v>53.874961</c:v>
                </c:pt>
                <c:pt idx="1279">
                  <c:v>53.953105</c:v>
                </c:pt>
                <c:pt idx="1280">
                  <c:v>54.346132</c:v>
                </c:pt>
                <c:pt idx="1281">
                  <c:v>54.736022</c:v>
                </c:pt>
                <c:pt idx="1282">
                  <c:v>54.803434</c:v>
                </c:pt>
                <c:pt idx="1283">
                  <c:v>55.509671</c:v>
                </c:pt>
                <c:pt idx="1284">
                  <c:v>55.621787</c:v>
                </c:pt>
                <c:pt idx="1285">
                  <c:v>55.654852</c:v>
                </c:pt>
                <c:pt idx="1286">
                  <c:v>55.737577</c:v>
                </c:pt>
                <c:pt idx="1287">
                  <c:v>55.743809</c:v>
                </c:pt>
                <c:pt idx="1288">
                  <c:v>56.043956</c:v>
                </c:pt>
                <c:pt idx="1289">
                  <c:v>56.345733</c:v>
                </c:pt>
                <c:pt idx="1290">
                  <c:v>56.522499</c:v>
                </c:pt>
                <c:pt idx="1291">
                  <c:v>56.662172</c:v>
                </c:pt>
                <c:pt idx="1292">
                  <c:v>56.762624</c:v>
                </c:pt>
                <c:pt idx="1293">
                  <c:v>56.959139</c:v>
                </c:pt>
                <c:pt idx="1294">
                  <c:v>57.10291</c:v>
                </c:pt>
                <c:pt idx="1295">
                  <c:v>57.130965</c:v>
                </c:pt>
                <c:pt idx="1296">
                  <c:v>57.750645</c:v>
                </c:pt>
                <c:pt idx="1297">
                  <c:v>58.321199</c:v>
                </c:pt>
                <c:pt idx="1298">
                  <c:v>58.322616</c:v>
                </c:pt>
                <c:pt idx="1299">
                  <c:v>58.347696</c:v>
                </c:pt>
                <c:pt idx="1300">
                  <c:v>58.438845</c:v>
                </c:pt>
                <c:pt idx="1301">
                  <c:v>58.527645</c:v>
                </c:pt>
                <c:pt idx="1302">
                  <c:v>58.845353</c:v>
                </c:pt>
                <c:pt idx="1303">
                  <c:v>59.113628</c:v>
                </c:pt>
                <c:pt idx="1304">
                  <c:v>59.12022</c:v>
                </c:pt>
                <c:pt idx="1305">
                  <c:v>59.342695</c:v>
                </c:pt>
                <c:pt idx="1306">
                  <c:v>59.781414</c:v>
                </c:pt>
                <c:pt idx="1307">
                  <c:v>60.035989</c:v>
                </c:pt>
                <c:pt idx="1308">
                  <c:v>60.564482</c:v>
                </c:pt>
                <c:pt idx="1309">
                  <c:v>61.198916</c:v>
                </c:pt>
                <c:pt idx="1310">
                  <c:v>61.212857</c:v>
                </c:pt>
                <c:pt idx="1311">
                  <c:v>61.625281</c:v>
                </c:pt>
                <c:pt idx="1312">
                  <c:v>62.017228</c:v>
                </c:pt>
                <c:pt idx="1313">
                  <c:v>62.09421</c:v>
                </c:pt>
                <c:pt idx="1314">
                  <c:v>62.422089</c:v>
                </c:pt>
                <c:pt idx="1315">
                  <c:v>62.576416</c:v>
                </c:pt>
                <c:pt idx="1316">
                  <c:v>62.860656</c:v>
                </c:pt>
                <c:pt idx="1317">
                  <c:v>62.973071</c:v>
                </c:pt>
                <c:pt idx="1318">
                  <c:v>63.098342</c:v>
                </c:pt>
                <c:pt idx="1319">
                  <c:v>63.778197</c:v>
                </c:pt>
                <c:pt idx="1320">
                  <c:v>65.068291</c:v>
                </c:pt>
                <c:pt idx="1321">
                  <c:v>65.720418</c:v>
                </c:pt>
                <c:pt idx="1322">
                  <c:v>66.18722</c:v>
                </c:pt>
                <c:pt idx="1323">
                  <c:v>66.917244</c:v>
                </c:pt>
                <c:pt idx="1324">
                  <c:v>67.565449</c:v>
                </c:pt>
                <c:pt idx="1325">
                  <c:v>67.829516</c:v>
                </c:pt>
                <c:pt idx="1326">
                  <c:v>67.940702</c:v>
                </c:pt>
                <c:pt idx="1327">
                  <c:v>68.208583</c:v>
                </c:pt>
                <c:pt idx="1328">
                  <c:v>69.238621</c:v>
                </c:pt>
                <c:pt idx="1329">
                  <c:v>69.33493</c:v>
                </c:pt>
                <c:pt idx="1330">
                  <c:v>69.365661</c:v>
                </c:pt>
                <c:pt idx="1331">
                  <c:v>70.185575</c:v>
                </c:pt>
                <c:pt idx="1332">
                  <c:v>70.385486</c:v>
                </c:pt>
                <c:pt idx="1333">
                  <c:v>70.472578</c:v>
                </c:pt>
                <c:pt idx="1334">
                  <c:v>70.855458</c:v>
                </c:pt>
                <c:pt idx="1335">
                  <c:v>71.164659</c:v>
                </c:pt>
                <c:pt idx="1336">
                  <c:v>71.75699</c:v>
                </c:pt>
                <c:pt idx="1337">
                  <c:v>71.808053</c:v>
                </c:pt>
                <c:pt idx="1338">
                  <c:v>71.94092</c:v>
                </c:pt>
                <c:pt idx="1339">
                  <c:v>72.257103</c:v>
                </c:pt>
                <c:pt idx="1340">
                  <c:v>72.644921</c:v>
                </c:pt>
                <c:pt idx="1341">
                  <c:v>72.667543</c:v>
                </c:pt>
                <c:pt idx="1342">
                  <c:v>73.162659</c:v>
                </c:pt>
                <c:pt idx="1343">
                  <c:v>73.358466</c:v>
                </c:pt>
                <c:pt idx="1344">
                  <c:v>75.154396</c:v>
                </c:pt>
                <c:pt idx="1345">
                  <c:v>75.334363</c:v>
                </c:pt>
                <c:pt idx="1346">
                  <c:v>76.208328</c:v>
                </c:pt>
                <c:pt idx="1347">
                  <c:v>76.911611</c:v>
                </c:pt>
                <c:pt idx="1348">
                  <c:v>77.713411</c:v>
                </c:pt>
                <c:pt idx="1349">
                  <c:v>77.897362</c:v>
                </c:pt>
                <c:pt idx="1350">
                  <c:v>78.012193</c:v>
                </c:pt>
                <c:pt idx="1351">
                  <c:v>78.22776</c:v>
                </c:pt>
                <c:pt idx="1352">
                  <c:v>78.342928</c:v>
                </c:pt>
                <c:pt idx="1353">
                  <c:v>79.093138</c:v>
                </c:pt>
                <c:pt idx="1354">
                  <c:v>79.53983</c:v>
                </c:pt>
                <c:pt idx="1355">
                  <c:v>79.919075</c:v>
                </c:pt>
                <c:pt idx="1356">
                  <c:v>80.375108</c:v>
                </c:pt>
                <c:pt idx="1357">
                  <c:v>80.603132</c:v>
                </c:pt>
                <c:pt idx="1358">
                  <c:v>80.918398</c:v>
                </c:pt>
                <c:pt idx="1359">
                  <c:v>81.658797</c:v>
                </c:pt>
                <c:pt idx="1360">
                  <c:v>82.395272</c:v>
                </c:pt>
                <c:pt idx="1361">
                  <c:v>82.412928</c:v>
                </c:pt>
                <c:pt idx="1362">
                  <c:v>82.587649</c:v>
                </c:pt>
                <c:pt idx="1363">
                  <c:v>86.647641</c:v>
                </c:pt>
                <c:pt idx="1364">
                  <c:v>87.120468</c:v>
                </c:pt>
                <c:pt idx="1365">
                  <c:v>88.439628</c:v>
                </c:pt>
                <c:pt idx="1366">
                  <c:v>89.033761</c:v>
                </c:pt>
                <c:pt idx="1367">
                  <c:v>89.690795</c:v>
                </c:pt>
                <c:pt idx="1368">
                  <c:v>91.269406</c:v>
                </c:pt>
                <c:pt idx="1369">
                  <c:v>91.766447</c:v>
                </c:pt>
                <c:pt idx="1370">
                  <c:v>92.130102</c:v>
                </c:pt>
                <c:pt idx="1371">
                  <c:v>92.528915</c:v>
                </c:pt>
                <c:pt idx="1372">
                  <c:v>93.793507</c:v>
                </c:pt>
                <c:pt idx="1373">
                  <c:v>97.557322</c:v>
                </c:pt>
                <c:pt idx="1374">
                  <c:v>100.469976</c:v>
                </c:pt>
                <c:pt idx="1375">
                  <c:v>102.047971</c:v>
                </c:pt>
                <c:pt idx="1376">
                  <c:v>108.828202</c:v>
                </c:pt>
                <c:pt idx="1377">
                  <c:v>111.547853</c:v>
                </c:pt>
                <c:pt idx="1378">
                  <c:v>121.616428</c:v>
                </c:pt>
                <c:pt idx="1379">
                  <c:v>127.181399</c:v>
                </c:pt>
                <c:pt idx="1380">
                  <c:v>134.15469</c:v>
                </c:pt>
                <c:pt idx="1381">
                  <c:v>143.516494</c:v>
                </c:pt>
                <c:pt idx="1382">
                  <c:v>144.22146</c:v>
                </c:pt>
              </c:numCache>
            </c:numRef>
          </c:yVal>
        </c:ser>
        <c:ser>
          <c:idx val="1"/>
          <c:order val="1"/>
          <c:tx>
            <c:v>Oberhalb der Schwelle</c:v>
          </c:tx>
          <c:spPr>
            <a:ln xmlns:a="http://schemas.openxmlformats.org/drawingml/2006/main" w="28575">
              <a:solidFill>
                <a:srgbClr val="B3261E"/>
              </a:solidFill>
              <a:prstDash val="solid"/>
            </a:ln>
          </c:spPr>
          <c:marker>
            <c:symbol val="none"/>
          </c:marker>
          <c:xVal>
            <c:numRef>
              <c:f>'Chart Data'!$C$2:$C$16</c:f>
              <c:numCache>
                <c:formatCode>General</c:formatCode>
                <c:ptCount val="15"/>
                <c:pt idx="0">
                  <c:v>98.997135</c:v>
                </c:pt>
                <c:pt idx="1">
                  <c:v>99.068768</c:v>
                </c:pt>
                <c:pt idx="2">
                  <c:v>99.140401</c:v>
                </c:pt>
                <c:pt idx="3">
                  <c:v>99.212034</c:v>
                </c:pt>
                <c:pt idx="4">
                  <c:v>99.283668</c:v>
                </c:pt>
                <c:pt idx="5">
                  <c:v>99.355301</c:v>
                </c:pt>
                <c:pt idx="6">
                  <c:v>99.426934</c:v>
                </c:pt>
                <c:pt idx="7">
                  <c:v>99.498567</c:v>
                </c:pt>
                <c:pt idx="8">
                  <c:v>99.570201</c:v>
                </c:pt>
                <c:pt idx="9">
                  <c:v>99.641834</c:v>
                </c:pt>
                <c:pt idx="10">
                  <c:v>99.713467</c:v>
                </c:pt>
                <c:pt idx="11">
                  <c:v>99.7851</c:v>
                </c:pt>
                <c:pt idx="12">
                  <c:v>99.856734</c:v>
                </c:pt>
                <c:pt idx="13">
                  <c:v>99.928367</c:v>
                </c:pt>
                <c:pt idx="14">
                  <c:v>100</c:v>
                </c:pt>
              </c:numCache>
            </c:numRef>
          </c:xVal>
          <c:yVal>
            <c:numRef>
              <c:f>'Chart Data'!$D$2:$D$16</c:f>
              <c:numCache>
                <c:formatCode>0</c:formatCode>
                <c:ptCount val="15"/>
                <c:pt idx="0">
                  <c:v>144.22146</c:v>
                </c:pt>
                <c:pt idx="1">
                  <c:v>147.552574</c:v>
                </c:pt>
                <c:pt idx="2">
                  <c:v>150.125268</c:v>
                </c:pt>
                <c:pt idx="3">
                  <c:v>151.639044</c:v>
                </c:pt>
                <c:pt idx="4">
                  <c:v>163.035531</c:v>
                </c:pt>
                <c:pt idx="5">
                  <c:v>170.278047</c:v>
                </c:pt>
                <c:pt idx="6">
                  <c:v>194.276935</c:v>
                </c:pt>
                <c:pt idx="7">
                  <c:v>196.152573</c:v>
                </c:pt>
                <c:pt idx="8">
                  <c:v>203.441668</c:v>
                </c:pt>
                <c:pt idx="9">
                  <c:v>216.302834</c:v>
                </c:pt>
                <c:pt idx="10">
                  <c:v>296.298351</c:v>
                </c:pt>
                <c:pt idx="11">
                  <c:v>319.815587</c:v>
                </c:pt>
                <c:pt idx="12">
                  <c:v>425.738501</c:v>
                </c:pt>
                <c:pt idx="13">
                  <c:v>460.610531</c:v>
                </c:pt>
                <c:pt idx="14">
                  <c:v>481.744893</c:v>
                </c:pt>
              </c:numCache>
            </c:numRef>
          </c:yVal>
        </c:ser>
        <c:ser>
          <c:idx val="2"/>
          <c:order val="2"/>
          <c:tx>
            <c:v>99-%-Schwelle</c:v>
          </c:tx>
          <c:spPr>
            <a:ln xmlns:a="http://schemas.openxmlformats.org/drawingml/2006/main" w="19050">
              <a:solidFill>
                <a:srgbClr val="A86505"/>
              </a:solidFill>
              <a:prstDash val="dot"/>
            </a:ln>
          </c:spPr>
          <c:marker>
            <c:symbol val="none"/>
          </c:marker>
          <c:xVal>
            <c:numRef>
              <c:f>'Chart Data'!$E$2:$E$3</c:f>
              <c:numCache>
                <c:formatCode>General</c:formatCode>
                <c:ptCount val="2"/>
                <c:pt idx="0">
                  <c:v>0</c:v>
                </c:pt>
                <c:pt idx="1">
                  <c:v>100</c:v>
                </c:pt>
              </c:numCache>
            </c:numRef>
          </c:xVal>
          <c:yVal>
            <c:numRef>
              <c:f>'Chart Data'!$F$2:$F$3</c:f>
              <c:numCache>
                <c:formatCode>0</c:formatCode>
                <c:ptCount val="2"/>
                <c:pt idx="0">
                  <c:v>144.354705</c:v>
                </c:pt>
                <c:pt idx="1">
                  <c:v>144.354705</c:v>
                </c:pt>
              </c:numCache>
            </c:numRef>
          </c:yVal>
        </c:ser>
        <c:axId val="48650112"/>
        <c:axId val="48672768"/>
      </c:scatterChart>
      <c:valAx>
        <c:axId val="48672768"/>
        <c:scaling>
          <c:orientation val="minMax"/>
          <c:max val="5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Absoluter Fehler (VLS-h)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majorUnit val="100"/>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Perzentil der Kalibrierungsfehler</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quot; %&quot;"/>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de-DE"/>
  <c:chart>
    <c:plotArea>
      <c:barChart>
        <c:barDir val="col"/>
        <c:grouping val="clustered"/>
        <c:varyColors val="0"/>
        <c:ser>
          <c:idx val="0"/>
          <c:order val="0"/>
          <c:tx>
            <c:v>Prüfhinweise</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084878"/>
              </a:solidFill>
              <a:ln xmlns:a="http://schemas.openxmlformats.org/drawingml/2006/main" w="0">
                <a:noFill/>
              </a:ln>
            </c:spPr>
          </c:dPt>
          <c:dPt>
            <c:idx val="1"/>
            <c:invertIfNegative val="0"/>
            <c:spPr>
              <a:solidFill xmlns:a="http://schemas.openxmlformats.org/drawingml/2006/main">
                <a:srgbClr val="084878"/>
              </a:solidFill>
              <a:ln xmlns:a="http://schemas.openxmlformats.org/drawingml/2006/main" w="0">
                <a:noFill/>
              </a:ln>
            </c:spPr>
          </c:dPt>
          <c:dPt>
            <c:idx val="2"/>
            <c:invertIfNegative val="0"/>
            <c:spPr>
              <a:solidFill xmlns:a="http://schemas.openxmlformats.org/drawingml/2006/main">
                <a:srgbClr val="084878"/>
              </a:solidFill>
              <a:ln xmlns:a="http://schemas.openxmlformats.org/drawingml/2006/main" w="0">
                <a:noFill/>
              </a:ln>
            </c:spPr>
          </c:dPt>
          <c:dPt>
            <c:idx val="3"/>
            <c:invertIfNegative val="0"/>
            <c:spPr>
              <a:solidFill xmlns:a="http://schemas.openxmlformats.org/drawingml/2006/main">
                <a:srgbClr val="084878"/>
              </a:solidFill>
              <a:ln xmlns:a="http://schemas.openxmlformats.org/drawingml/2006/main" w="0">
                <a:noFill/>
              </a:ln>
            </c:spPr>
          </c:dPt>
          <c:dPt>
            <c:idx val="4"/>
            <c:invertIfNegative val="0"/>
            <c:spPr>
              <a:solidFill xmlns:a="http://schemas.openxmlformats.org/drawingml/2006/main">
                <a:srgbClr val="084878"/>
              </a:solidFill>
              <a:ln xmlns:a="http://schemas.openxmlformats.org/drawingml/2006/main" w="0">
                <a:noFill/>
              </a:ln>
            </c:spPr>
          </c:dPt>
          <c:dPt>
            <c:idx val="5"/>
            <c:invertIfNegative val="0"/>
            <c:spPr>
              <a:solidFill xmlns:a="http://schemas.openxmlformats.org/drawingml/2006/main">
                <a:srgbClr val="B3261E"/>
              </a:solidFill>
              <a:ln xmlns:a="http://schemas.openxmlformats.org/drawingml/2006/main" w="0">
                <a:noFill/>
              </a:ln>
            </c:spPr>
          </c:dPt>
          <c:dPt>
            <c:idx val="6"/>
            <c:invertIfNegative val="0"/>
            <c:spPr>
              <a:solidFill xmlns:a="http://schemas.openxmlformats.org/drawingml/2006/main">
                <a:srgbClr val="084878"/>
              </a:solidFill>
              <a:ln xmlns:a="http://schemas.openxmlformats.org/drawingml/2006/main" w="0">
                <a:noFill/>
              </a:ln>
            </c:spPr>
          </c:dPt>
          <c:dPt>
            <c:idx val="7"/>
            <c:invertIfNegative val="0"/>
            <c:spPr>
              <a:solidFill xmlns:a="http://schemas.openxmlformats.org/drawingml/2006/main">
                <a:srgbClr val="084878"/>
              </a:solidFill>
              <a:ln xmlns:a="http://schemas.openxmlformats.org/drawingml/2006/main" w="0">
                <a:noFill/>
              </a:ln>
            </c:spPr>
          </c:dPt>
          <c:dPt>
            <c:idx val="8"/>
            <c:invertIfNegative val="0"/>
            <c:spPr>
              <a:solidFill xmlns:a="http://schemas.openxmlformats.org/drawingml/2006/main">
                <a:srgbClr val="084878"/>
              </a:solidFill>
              <a:ln xmlns:a="http://schemas.openxmlformats.org/drawingml/2006/main" w="0">
                <a:noFill/>
              </a:ln>
            </c:spPr>
          </c:dPt>
          <c:dPt>
            <c:idx val="9"/>
            <c:invertIfNegative val="0"/>
            <c:spPr>
              <a:solidFill xmlns:a="http://schemas.openxmlformats.org/drawingml/2006/main">
                <a:srgbClr val="084878"/>
              </a:solidFill>
              <a:ln xmlns:a="http://schemas.openxmlformats.org/drawingml/2006/main" w="0">
                <a:noFill/>
              </a:ln>
            </c:spPr>
          </c:dPt>
          <c:dPt>
            <c:idx val="10"/>
            <c:invertIfNegative val="0"/>
            <c:spPr>
              <a:solidFill xmlns:a="http://schemas.openxmlformats.org/drawingml/2006/main">
                <a:srgbClr val="084878"/>
              </a:solidFill>
              <a:ln xmlns:a="http://schemas.openxmlformats.org/drawingml/2006/main" w="0">
                <a:noFill/>
              </a:ln>
            </c:spPr>
          </c:dPt>
          <c:dPt>
            <c:idx val="11"/>
            <c:invertIfNegative val="0"/>
            <c:spPr>
              <a:solidFill xmlns:a="http://schemas.openxmlformats.org/drawingml/2006/main">
                <a:srgbClr val="084878"/>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7</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11</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5"/>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6"/>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7"/>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8"/>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9"/>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4</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Data'!$A$2:$A$13</c:f>
              <c:strCache>
                <c:ptCount val="12"/>
                <c:pt idx="0">
                  <c:v>Jan</c:v>
                </c:pt>
                <c:pt idx="1">
                  <c:v>Feb</c:v>
                </c:pt>
                <c:pt idx="2">
                  <c:v>Mär</c:v>
                </c:pt>
                <c:pt idx="3">
                  <c:v>Apr</c:v>
                </c:pt>
                <c:pt idx="4">
                  <c:v>Mai</c:v>
                </c:pt>
                <c:pt idx="5">
                  <c:v>Jun</c:v>
                </c:pt>
                <c:pt idx="6">
                  <c:v>Jul</c:v>
                </c:pt>
                <c:pt idx="7">
                  <c:v>Aug</c:v>
                </c:pt>
                <c:pt idx="8">
                  <c:v>Sep</c:v>
                </c:pt>
                <c:pt idx="9">
                  <c:v>Okt</c:v>
                </c:pt>
                <c:pt idx="10">
                  <c:v>Nov</c:v>
                </c:pt>
                <c:pt idx="11">
                  <c:v>Dez</c:v>
                </c:pt>
              </c:strCache>
            </c:strRef>
          </c:cat>
          <c:val>
            <c:numRef>
              <c:f>'Chart Data'!$B$2:$B$13</c:f>
              <c:numCache>
                <c:formatCode>#,##0</c:formatCode>
                <c:ptCount val="12"/>
                <c:pt idx="0">
                  <c:v>7</c:v>
                </c:pt>
                <c:pt idx="1">
                  <c:v>11</c:v>
                </c:pt>
                <c:pt idx="2">
                  <c:v>9</c:v>
                </c:pt>
                <c:pt idx="3">
                  <c:v>10</c:v>
                </c:pt>
                <c:pt idx="4">
                  <c:v>12</c:v>
                </c:pt>
                <c:pt idx="5">
                  <c:v>16</c:v>
                </c:pt>
                <c:pt idx="6">
                  <c:v>6</c:v>
                </c:pt>
                <c:pt idx="7">
                  <c:v>8</c:v>
                </c:pt>
                <c:pt idx="8">
                  <c:v>8</c:v>
                </c:pt>
                <c:pt idx="9">
                  <c:v>13</c:v>
                </c:pt>
                <c:pt idx="10">
                  <c:v>4</c:v>
                </c:pt>
                <c:pt idx="11">
                  <c:v>10</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Prüfhinweise</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de-DE"/>
  <c:chart>
    <c:plotArea>
      <c:lineChart>
        <c:grouping val="standard"/>
        <c:varyColors val="0"/>
        <c:ser>
          <c:idx val="0"/>
          <c:order val="0"/>
          <c:tx>
            <c:v>Ist</c:v>
          </c:tx>
          <c:spPr>
            <a:solidFill xmlns:a="http://schemas.openxmlformats.org/drawingml/2006/main">
              <a:srgbClr val="084878"/>
            </a:solidFill>
            <a:ln xmlns:a="http://schemas.openxmlformats.org/drawingml/2006/main" w="28575">
              <a:solidFill>
                <a:srgbClr val="084878"/>
              </a:solidFill>
              <a:prstDash val="solid"/>
            </a:ln>
          </c:spPr>
          <c:marker>
            <c:symbol val="circle"/>
            <c:size val="6"/>
            <c:spPr>
              <a:solidFill xmlns:a="http://schemas.openxmlformats.org/drawingml/2006/main">
                <a:srgbClr val="084878"/>
              </a:solidFill>
            </c:spPr>
          </c:marker>
          <c:dPt>
            <c:idx val="7"/>
            <c:spPr>
              <a:solidFill xmlns:a="http://schemas.openxmlformats.org/drawingml/2006/main">
                <a:srgbClr val="B3261E"/>
              </a:solidFill>
              <a:ln xmlns:a="http://schemas.openxmlformats.org/drawingml/2006/main" w="19050">
                <a:solidFill>
                  <a:srgbClr val="B3261E"/>
                </a:solidFill>
              </a:ln>
            </c:spPr>
          </c:dPt>
          <c:dLbls>
            <c:dLbl>
              <c:idx val="7"/>
              <c:tx>
                <c:rich>
                  <a:bodyPr xmlns:a="http://schemas.openxmlformats.org/drawingml/2006/main"/>
                  <a:lstStyle xmlns:a="http://schemas.openxmlformats.org/drawingml/2006/main"/>
                  <a:p xmlns:a="http://schemas.openxmlformats.org/drawingml/2006/main">
                    <a:r>
                      <a:rPr sz="1725" b="1">
                        <a:solidFill>
                          <a:srgbClr val="B3261E"/>
                        </a:solidFill>
                        <a:latin typeface="IBM Plex Sans"/>
                        <a:ea typeface="IBM Plex Sans"/>
                        <a:cs typeface="IBM Plex Sans"/>
                      </a:rPr>
                      <a:t>23.563</a:t>
                    </a:r>
                  </a:p>
                </c:rich>
              </c:tx>
              <c:txPr>
                <a:bodyPr xmlns:a="http://schemas.openxmlformats.org/drawingml/2006/main" anchorCtr="1"/>
                <a:lstStyle xmlns:a="http://schemas.openxmlformats.org/drawingml/2006/main"/>
                <a:p xmlns:a="http://schemas.openxmlformats.org/drawingml/2006/main">
                  <a:pPr>
                    <a:defRPr sz="1725" b="1">
                      <a:solidFill>
                        <a:srgbClr val="B3261E"/>
                      </a:solidFill>
                      <a:latin typeface="IBM Plex Sans"/>
                      <a:ea typeface="IBM Plex Sans"/>
                      <a:cs typeface="IBM Plex Sans"/>
                    </a:defRPr>
                  </a:pPr>
                </a:p>
              </c:txPr>
              <c:showLegendKey val="0"/>
              <c:showVal val="1"/>
              <c:showCatName val="0"/>
              <c:showSerName val="0"/>
              <c:showPercent val="0"/>
              <c:showBubbleSize val="0"/>
            </c:dLbl>
          </c:dLbls>
          <c:cat>
            <c:strRef>
              <c:f>'Chart Data'!$A$2:$A$13</c:f>
              <c:strCache>
                <c:ptCount val="12"/>
                <c:pt idx="0">
                  <c:v>Jan</c:v>
                </c:pt>
                <c:pt idx="1">
                  <c:v>Feb</c:v>
                </c:pt>
                <c:pt idx="2">
                  <c:v>Mär</c:v>
                </c:pt>
                <c:pt idx="3">
                  <c:v>Apr</c:v>
                </c:pt>
                <c:pt idx="4">
                  <c:v>Mai</c:v>
                </c:pt>
                <c:pt idx="5">
                  <c:v>Jun</c:v>
                </c:pt>
                <c:pt idx="6">
                  <c:v>Jul</c:v>
                </c:pt>
                <c:pt idx="7">
                  <c:v>Aug</c:v>
                </c:pt>
                <c:pt idx="8">
                  <c:v>Sep</c:v>
                </c:pt>
                <c:pt idx="9">
                  <c:v>Okt</c:v>
                </c:pt>
                <c:pt idx="10">
                  <c:v>Nov</c:v>
                </c:pt>
                <c:pt idx="11">
                  <c:v>Dez</c:v>
                </c:pt>
              </c:strCache>
            </c:strRef>
          </c:cat>
          <c:val>
            <c:numRef>
              <c:f>'Chart Data'!$B$2:$B$13</c:f>
              <c:numCache>
                <c:formatCode>#,##0</c:formatCode>
                <c:ptCount val="12"/>
                <c:pt idx="0">
                  <c:v>8866</c:v>
                </c:pt>
                <c:pt idx="1">
                  <c:v>8334</c:v>
                </c:pt>
                <c:pt idx="2">
                  <c:v>9538</c:v>
                </c:pt>
                <c:pt idx="3">
                  <c:v>9577</c:v>
                </c:pt>
                <c:pt idx="4">
                  <c:v>7268</c:v>
                </c:pt>
                <c:pt idx="5">
                  <c:v>6517</c:v>
                </c:pt>
                <c:pt idx="6">
                  <c:v>8837</c:v>
                </c:pt>
                <c:pt idx="7">
                  <c:v>23563.490116</c:v>
                </c:pt>
                <c:pt idx="8">
                  <c:v>5915</c:v>
                </c:pt>
                <c:pt idx="9">
                  <c:v>6566</c:v>
                </c:pt>
                <c:pt idx="10">
                  <c:v>6543</c:v>
                </c:pt>
                <c:pt idx="11">
                  <c:v>8585</c:v>
                </c:pt>
              </c:numCache>
            </c:numRef>
          </c:val>
          <c:smooth val="0"/>
        </c:ser>
        <c:ser>
          <c:idx val="1"/>
          <c:order val="1"/>
          <c:tx>
            <c:v>Prognose</c:v>
          </c:tx>
          <c:spPr>
            <a:solidFill xmlns:a="http://schemas.openxmlformats.org/drawingml/2006/main">
              <a:srgbClr val="0090C8"/>
            </a:solidFill>
            <a:ln xmlns:a="http://schemas.openxmlformats.org/drawingml/2006/main" w="28575">
              <a:solidFill>
                <a:srgbClr val="0090C8"/>
              </a:solidFill>
              <a:prstDash val="dash"/>
            </a:ln>
          </c:spPr>
          <c:marker>
            <c:symbol val="none"/>
          </c:marker>
          <c:cat>
            <c:strRef>
              <c:f>'Chart Data'!$C$2:$C$13</c:f>
              <c:strCache>
                <c:ptCount val="12"/>
                <c:pt idx="0">
                  <c:v>Jan</c:v>
                </c:pt>
                <c:pt idx="1">
                  <c:v>Feb</c:v>
                </c:pt>
                <c:pt idx="2">
                  <c:v>Mär</c:v>
                </c:pt>
                <c:pt idx="3">
                  <c:v>Apr</c:v>
                </c:pt>
                <c:pt idx="4">
                  <c:v>Mai</c:v>
                </c:pt>
                <c:pt idx="5">
                  <c:v>Jun</c:v>
                </c:pt>
                <c:pt idx="6">
                  <c:v>Jul</c:v>
                </c:pt>
                <c:pt idx="7">
                  <c:v>Aug</c:v>
                </c:pt>
                <c:pt idx="8">
                  <c:v>Sep</c:v>
                </c:pt>
                <c:pt idx="9">
                  <c:v>Okt</c:v>
                </c:pt>
                <c:pt idx="10">
                  <c:v>Nov</c:v>
                </c:pt>
                <c:pt idx="11">
                  <c:v>Dez</c:v>
                </c:pt>
              </c:strCache>
            </c:strRef>
          </c:cat>
          <c:val>
            <c:numRef>
              <c:f>'Chart Data'!$D$2:$D$13</c:f>
              <c:numCache>
                <c:formatCode>#,##0</c:formatCode>
                <c:ptCount val="12"/>
                <c:pt idx="0">
                  <c:v>8255.372408</c:v>
                </c:pt>
                <c:pt idx="1">
                  <c:v>8531.276384</c:v>
                </c:pt>
                <c:pt idx="2">
                  <c:v>9566.461669</c:v>
                </c:pt>
                <c:pt idx="3">
                  <c:v>10061.702172</c:v>
                </c:pt>
                <c:pt idx="4">
                  <c:v>9628.242893</c:v>
                </c:pt>
                <c:pt idx="5">
                  <c:v>7954.364071</c:v>
                </c:pt>
                <c:pt idx="6">
                  <c:v>7284.76654</c:v>
                </c:pt>
                <c:pt idx="7">
                  <c:v>7303.898358</c:v>
                </c:pt>
                <c:pt idx="8">
                  <c:v>10739.709291</c:v>
                </c:pt>
                <c:pt idx="9">
                  <c:v>8459.14479</c:v>
                </c:pt>
                <c:pt idx="10">
                  <c:v>9083.968456</c:v>
                </c:pt>
                <c:pt idx="11">
                  <c:v>7594.805811</c:v>
                </c:pt>
              </c:numCache>
            </c:numRef>
          </c:val>
          <c:smooth val="0"/>
        </c:ser>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50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Verbrauch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0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de-DE"/>
  <c:chart>
    <c:plotArea>
      <c:barChart>
        <c:barDir val="col"/>
        <c:grouping val="clustered"/>
        <c:varyColors val="0"/>
        <c:ser>
          <c:idx val="0"/>
          <c:order val="0"/>
          <c:tx>
            <c:v>MAE</c:v>
          </c:tx>
          <c:spPr>
            <a:solidFill xmlns:a="http://schemas.openxmlformats.org/drawingml/2006/main">
              <a:srgbClr val="084878"/>
            </a:solidFill>
            <a:ln xmlns:a="http://schemas.openxmlformats.org/drawingml/2006/main" w="0">
              <a:noFill/>
            </a:ln>
          </c:spPr>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Data'!$A$2:$A$3</c:f>
              <c:strCache>
                <c:ptCount val="2"/>
                <c:pt idx="0">
                  <c:v>A: gleichmäßige Fehler</c:v>
                </c:pt>
                <c:pt idx="1">
                  <c:v>B: ein großer Fehler</c:v>
                </c:pt>
              </c:strCache>
            </c:strRef>
          </c:cat>
          <c:val>
            <c:numRef>
              <c:f>'Chart Data'!$B$2:$B$3</c:f>
              <c:numCache>
                <c:formatCode>0</c:formatCode>
                <c:ptCount val="2"/>
                <c:pt idx="0">
                  <c:v>10</c:v>
                </c:pt>
                <c:pt idx="1">
                  <c:v>10</c:v>
                </c:pt>
              </c:numCache>
            </c:numRef>
          </c:val>
        </c:ser>
        <c:ser>
          <c:idx val="1"/>
          <c:order val="1"/>
          <c:tx>
            <c:v>RMSE</c:v>
          </c:tx>
          <c:spPr>
            <a:solidFill xmlns:a="http://schemas.openxmlformats.org/drawingml/2006/main">
              <a:srgbClr val="0080A0"/>
            </a:solidFill>
            <a:ln xmlns:a="http://schemas.openxmlformats.org/drawingml/2006/main" w="0">
              <a:noFill/>
            </a:ln>
          </c:spPr>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20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Data'!$C$2:$C$3</c:f>
              <c:strCache>
                <c:ptCount val="2"/>
                <c:pt idx="0">
                  <c:v>A: gleichmäßige Fehler</c:v>
                </c:pt>
                <c:pt idx="1">
                  <c:v>B: ein großer Fehler</c:v>
                </c:pt>
              </c:strCache>
            </c:strRef>
          </c:cat>
          <c:val>
            <c:numRef>
              <c:f>'Chart Data'!$D$2:$D$3</c:f>
              <c:numCache>
                <c:formatCode>0</c:formatCode>
                <c:ptCount val="2"/>
                <c:pt idx="0">
                  <c:v>10</c:v>
                </c:pt>
                <c:pt idx="1">
                  <c:v>20</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5"/>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Kennzahlenwert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de-DE"/>
  <c:chart>
    <c:plotArea>
      <c:barChart>
        <c:barDir val="col"/>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9.800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9.188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Data'!$A$2:$A$3</c:f>
              <c:strCache>
                <c:ptCount val="2"/>
                <c:pt idx="0">
                  <c:v>Direkt in kWh</c:v>
                </c:pt>
                <c:pt idx="1">
                  <c:v>VLS, zurück in kWh</c:v>
                </c:pt>
              </c:strCache>
            </c:strRef>
          </c:cat>
          <c:val>
            <c:numRef>
              <c:f>'Chart Data'!$B$2:$B$3</c:f>
              <c:numCache>
                <c:formatCode>#,##0</c:formatCode>
                <c:ptCount val="2"/>
                <c:pt idx="0">
                  <c:v>9799.9091</c:v>
                </c:pt>
                <c:pt idx="1">
                  <c:v>9188.397031</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120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RMSE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4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de-DE"/>
  <c:chart>
    <c:plotArea>
      <c:barChart>
        <c:barDir val="col"/>
        <c:grouping val="clustered"/>
        <c:varyColors val="0"/>
        <c:ser>
          <c:idx val="0"/>
          <c:order val="0"/>
          <c:tx>
            <c:v>Prüfhinweise je Monat</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A86505"/>
              </a:solidFill>
              <a:ln xmlns:a="http://schemas.openxmlformats.org/drawingml/2006/main" w="0">
                <a:noFill/>
              </a:ln>
            </c:spPr>
          </c:dPt>
          <c:dPt>
            <c:idx val="3"/>
            <c:invertIfNegative val="0"/>
            <c:spPr>
              <a:solidFill xmlns:a="http://schemas.openxmlformats.org/drawingml/2006/main">
                <a:srgbClr val="8C98A6"/>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33,3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21,3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9,5</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5,8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Data'!$A$2:$A$5</c:f>
              <c:strCache>
                <c:ptCount val="4"/>
                <c:pt idx="0">
                  <c:v>95 %</c:v>
                </c:pt>
                <c:pt idx="1">
                  <c:v>97,5 %</c:v>
                </c:pt>
                <c:pt idx="2">
                  <c:v>99 %</c:v>
                </c:pt>
                <c:pt idx="3">
                  <c:v>99,5 %</c:v>
                </c:pt>
              </c:strCache>
            </c:strRef>
          </c:cat>
          <c:val>
            <c:numRef>
              <c:f>'Chart Data'!$B$2:$B$5</c:f>
              <c:numCache>
                <c:formatCode>#,##0.0</c:formatCode>
                <c:ptCount val="4"/>
                <c:pt idx="0">
                  <c:v>33.333333</c:v>
                </c:pt>
                <c:pt idx="1">
                  <c:v>21.333333</c:v>
                </c:pt>
                <c:pt idx="2">
                  <c:v>9.5</c:v>
                </c:pt>
                <c:pt idx="3">
                  <c:v>5.75</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88"/>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4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Prüfhinweise je Monat</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de-DE"/>
  <c:chart>
    <c:plotArea>
      <c:barChart>
        <c:barDir val="col"/>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0080A0"/>
              </a:solidFill>
              <a:ln xmlns:a="http://schemas.openxmlformats.org/drawingml/2006/main" w="0">
                <a:noFill/>
              </a:ln>
            </c:spPr>
          </c:dPt>
          <c:dPt>
            <c:idx val="1"/>
            <c:invertIfNegative val="0"/>
            <c:spPr>
              <a:solidFill xmlns:a="http://schemas.openxmlformats.org/drawingml/2006/main">
                <a:srgbClr val="0080A0"/>
              </a:solidFill>
              <a:ln xmlns:a="http://schemas.openxmlformats.org/drawingml/2006/main" w="0">
                <a:noFill/>
              </a:ln>
            </c:spPr>
          </c:dPt>
          <c:dPt>
            <c:idx val="2"/>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17.538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8.223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14.056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Data'!$A$2:$A$4</c:f>
              <c:strCache>
                <c:ptCount val="3"/>
                <c:pt idx="0">
                  <c:v>Fold 1</c:v>
                </c:pt>
                <c:pt idx="1">
                  <c:v>Fold 2</c:v>
                </c:pt>
                <c:pt idx="2">
                  <c:v>Fold 3</c:v>
                </c:pt>
              </c:strCache>
            </c:strRef>
          </c:cat>
          <c:val>
            <c:numRef>
              <c:f>'Chart Data'!$B$2:$B$4</c:f>
              <c:numCache>
                <c:formatCode>#,##0</c:formatCode>
                <c:ptCount val="3"/>
                <c:pt idx="0">
                  <c:v>17537.58823</c:v>
                </c:pt>
                <c:pt idx="1">
                  <c:v>8223.484122</c:v>
                </c:pt>
                <c:pt idx="2">
                  <c:v>14056.149857</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20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RMSE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63659"/>
        </a:solidFill>
      </p:bgPr>
    </p:bg>
    <p:spTree>
      <p:nvGrpSpPr>
        <p:cNvPr id="1" name=""/>
        <p:cNvGrpSpPr/>
        <p:nvPr/>
      </p:nvGrpSpPr>
      <p:grpSpPr>
        <a:xfrm xmlns:a="http://schemas.openxmlformats.org/drawingml/2006/main"/>
      </p:grpSpPr>
      <p:sp>
        <p:nvSpPr>
          <p:cNvPr id="10" name="block-1">
            <a:extLst xmlns:a="http://schemas.openxmlformats.org/drawingml/2006/main">
              <a:ext uri="{FF2B5EF4-FFF2-40B4-BE49-F238E27FC236}">
                <a16:creationId xmlns:a16="http://schemas.microsoft.com/office/drawing/2014/main" id="{D54BCBE8-AF13-4EA9-A934-EC643D0E659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31607C"/>
          </a:solidFill>
          <a:ln xmlns:a="http://schemas.openxmlformats.org/drawingml/2006/main" w="0">
            <a:noFill/>
          </a:ln>
        </p:spPr>
      </p:sp>
      <p:sp>
        <p:nvSpPr>
          <p:cNvPr id="2" name="block-2">
            <a:extLst xmlns:a="http://schemas.openxmlformats.org/drawingml/2006/main">
              <a:ext uri="{FF2B5EF4-FFF2-40B4-BE49-F238E27FC236}">
                <a16:creationId xmlns:a16="http://schemas.microsoft.com/office/drawing/2014/main" id="{BC197A38-BC0D-4179-B5E3-DAE9AF459447}"/>
              </a:ext>
            </a:extLst>
          </p:cNvPr>
          <p:cNvSpPr>
            <a:spLocks xmlns:a="http://schemas.openxmlformats.org/drawingml/2006/main" noGrp="1"/>
          </p:cNvSpPr>
          <p:nvPr/>
        </p:nvSpPr>
        <p:spPr>
          <a:xfrm xmlns:a="http://schemas.openxmlformats.org/drawingml/2006/main">
            <a:off x="609600"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SWW  /  IHK-Projekt</a:t>
            </a:r>
          </a:p>
        </p:txBody>
      </p:sp>
      <p:sp>
        <p:nvSpPr>
          <p:cNvPr id="3" name="block-3">
            <a:extLst xmlns:a="http://schemas.openxmlformats.org/drawingml/2006/main">
              <a:ext uri="{FF2B5EF4-FFF2-40B4-BE49-F238E27FC236}">
                <a16:creationId xmlns:a16="http://schemas.microsoft.com/office/drawing/2014/main" id="{8BFD5645-0B57-4B85-B2AC-FB8DCF676283}"/>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01 / 18</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e14b7034176470f"/>
          <a:stretch xmlns:a="http://schemas.openxmlformats.org/drawingml/2006/main"/>
        </p:blipFill>
        <p:spPr>
          <a:xfrm xmlns:a="http://schemas.openxmlformats.org/drawingml/2006/main">
            <a:off x="9525000" y="611829"/>
            <a:ext cx="1676400" cy="1881491"/>
          </a:xfrm>
          <a:prstGeom xmlns:a="http://schemas.openxmlformats.org/drawingml/2006/main" prst="rect">
            <a:avLst/>
          </a:prstGeom>
        </p:spPr>
      </p:pic>
      <p:sp>
        <p:nvSpPr>
          <p:cNvPr id="5" name="block-4">
            <a:extLst xmlns:a="http://schemas.openxmlformats.org/drawingml/2006/main">
              <a:ext uri="{FF2B5EF4-FFF2-40B4-BE49-F238E27FC236}">
                <a16:creationId xmlns:a16="http://schemas.microsoft.com/office/drawing/2014/main" id="{013D13C0-8ED1-4050-9994-125ABF195011}"/>
              </a:ext>
            </a:extLst>
          </p:cNvPr>
          <p:cNvSpPr>
            <a:spLocks xmlns:a="http://schemas.openxmlformats.org/drawingml/2006/main" noGrp="1"/>
          </p:cNvSpPr>
          <p:nvPr/>
        </p:nvSpPr>
        <p:spPr>
          <a:xfrm xmlns:a="http://schemas.openxmlformats.org/drawingml/2006/main">
            <a:off x="609600" y="866775"/>
            <a:ext cx="847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99D7E5"/>
                </a:solidFill>
                <a:latin typeface="IBM Plex Sans"/>
                <a:ea typeface="IBM Plex Sans"/>
                <a:cs typeface="IBM Plex Sans"/>
              </a:defRPr>
            </a:pPr>
            <a:r>
              <a:rPr sz="1500" b="1">
                <a:solidFill>
                  <a:srgbClr val="99D7E5"/>
                </a:solidFill>
                <a:latin typeface="IBM Plex Sans"/>
                <a:ea typeface="IBM Plex Sans"/>
                <a:cs typeface="IBM Plex Sans"/>
              </a:rPr>
              <a:t>IHK-PROJEKT  /  MODELLIERUNG</a:t>
            </a:r>
          </a:p>
        </p:txBody>
      </p:sp>
      <p:sp>
        <p:nvSpPr>
          <p:cNvPr id="6" name="block-5">
            <a:extLst xmlns:a="http://schemas.openxmlformats.org/drawingml/2006/main">
              <a:ext uri="{FF2B5EF4-FFF2-40B4-BE49-F238E27FC236}">
                <a16:creationId xmlns:a16="http://schemas.microsoft.com/office/drawing/2014/main" id="{624497A6-D0B8-49CF-8123-DA79533FC304}"/>
              </a:ext>
            </a:extLst>
          </p:cNvPr>
          <p:cNvSpPr>
            <a:spLocks xmlns:a="http://schemas.openxmlformats.org/drawingml/2006/main" noGrp="1"/>
          </p:cNvSpPr>
          <p:nvPr/>
        </p:nvSpPr>
        <p:spPr>
          <a:xfrm xmlns:a="http://schemas.openxmlformats.org/drawingml/2006/main">
            <a:off x="609600" y="1809750"/>
            <a:ext cx="10191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FFFFFF"/>
                </a:solidFill>
                <a:latin typeface="IBM Plex Sans"/>
                <a:ea typeface="IBM Plex Sans"/>
                <a:cs typeface="IBM Plex Sans"/>
              </a:defRPr>
            </a:pPr>
            <a:r>
              <a:rPr sz="4800" b="1">
                <a:solidFill>
                  <a:srgbClr val="FFFFFF"/>
                </a:solidFill>
                <a:latin typeface="IBM Plex Sans"/>
                <a:ea typeface="IBM Plex Sans"/>
                <a:cs typeface="IBM Plex Sans"/>
              </a:rPr>
              <a:t>Energieverbräuche</a:t>
            </a:r>
          </a:p>
          <a:p xmlns:a="http://schemas.openxmlformats.org/drawingml/2006/main">
            <a:pPr>
              <a:defRPr sz="4800" b="1">
                <a:solidFill>
                  <a:srgbClr val="FFFFFF"/>
                </a:solidFill>
                <a:latin typeface="IBM Plex Sans"/>
                <a:ea typeface="IBM Plex Sans"/>
                <a:cs typeface="IBM Plex Sans"/>
              </a:defRPr>
            </a:pPr>
            <a:r>
              <a:rPr sz="4800" b="1">
                <a:solidFill>
                  <a:srgbClr val="FFFFFF"/>
                </a:solidFill>
                <a:latin typeface="IBM Plex Sans"/>
                <a:ea typeface="IBM Plex Sans"/>
                <a:cs typeface="IBM Plex Sans"/>
              </a:rPr>
              <a:t>prognostizieren.</a:t>
            </a:r>
          </a:p>
          <a:p xmlns:a="http://schemas.openxmlformats.org/drawingml/2006/main">
            <a:pPr>
              <a:defRPr sz="4800" b="1">
                <a:solidFill>
                  <a:srgbClr val="FFFFFF"/>
                </a:solidFill>
                <a:latin typeface="IBM Plex Sans"/>
                <a:ea typeface="IBM Plex Sans"/>
                <a:cs typeface="IBM Plex Sans"/>
              </a:defRPr>
            </a:pPr>
            <a:r>
              <a:rPr sz="4800" b="1">
                <a:solidFill>
                  <a:srgbClr val="FFFFFF"/>
                </a:solidFill>
                <a:latin typeface="IBM Plex Sans"/>
                <a:ea typeface="IBM Plex Sans"/>
                <a:cs typeface="IBM Plex Sans"/>
              </a:rPr>
              <a:t>Abweichungen prüfen.</a:t>
            </a:r>
          </a:p>
        </p:txBody>
      </p:sp>
      <p:sp>
        <p:nvSpPr>
          <p:cNvPr id="7" name="block-6">
            <a:extLst xmlns:a="http://schemas.openxmlformats.org/drawingml/2006/main">
              <a:ext uri="{FF2B5EF4-FFF2-40B4-BE49-F238E27FC236}">
                <a16:creationId xmlns:a16="http://schemas.microsoft.com/office/drawing/2014/main" id="{1E397101-6036-4A11-A9BE-FA4A0678C0F2}"/>
              </a:ext>
            </a:extLst>
          </p:cNvPr>
          <p:cNvSpPr>
            <a:spLocks xmlns:a="http://schemas.openxmlformats.org/drawingml/2006/main" noGrp="1"/>
          </p:cNvSpPr>
          <p:nvPr/>
        </p:nvSpPr>
        <p:spPr>
          <a:xfrm xmlns:a="http://schemas.openxmlformats.org/drawingml/2006/main">
            <a:off x="647700" y="447675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BED6E8"/>
                </a:solidFill>
                <a:latin typeface="IBM Plex Sans"/>
                <a:ea typeface="IBM Plex Sans"/>
                <a:cs typeface="IBM Plex Sans"/>
              </a:defRPr>
            </a:pPr>
            <a:r>
              <a:rPr sz="2100" b="0">
                <a:solidFill>
                  <a:srgbClr val="BED6E8"/>
                </a:solidFill>
                <a:latin typeface="IBM Plex Sans"/>
                <a:ea typeface="IBM Plex Sans"/>
                <a:cs typeface="IBM Plex Sans"/>
              </a:rPr>
              <a:t>Modeling, Kalibrierung und der Weg zur Fachprüfung</a:t>
            </a:r>
          </a:p>
        </p:txBody>
      </p:sp>
      <p:sp>
        <p:nvSpPr>
          <p:cNvPr id="8" name="block-7">
            <a:extLst xmlns:a="http://schemas.openxmlformats.org/drawingml/2006/main">
              <a:ext uri="{FF2B5EF4-FFF2-40B4-BE49-F238E27FC236}">
                <a16:creationId xmlns:a16="http://schemas.microsoft.com/office/drawing/2014/main" id="{8261868A-4AEE-4466-9558-477C6508130B}"/>
              </a:ext>
            </a:extLst>
          </p:cNvPr>
          <p:cNvSpPr>
            <a:spLocks xmlns:a="http://schemas.openxmlformats.org/drawingml/2006/main" noGrp="1"/>
          </p:cNvSpPr>
          <p:nvPr/>
        </p:nvSpPr>
        <p:spPr>
          <a:xfrm xmlns:a="http://schemas.openxmlformats.org/drawingml/2006/main">
            <a:off x="647700" y="5343525"/>
            <a:ext cx="609600" cy="38100"/>
          </a:xfrm>
          <a:prstGeom xmlns:a="http://schemas.openxmlformats.org/drawingml/2006/main" prst="rect">
            <a:avLst/>
          </a:prstGeom>
          <a:solidFill xmlns:a="http://schemas.openxmlformats.org/drawingml/2006/main">
            <a:srgbClr val="99D7E5"/>
          </a:solidFill>
          <a:ln xmlns:a="http://schemas.openxmlformats.org/drawingml/2006/main" w="0">
            <a:noFill/>
          </a:ln>
        </p:spPr>
      </p:sp>
      <p:sp>
        <p:nvSpPr>
          <p:cNvPr id="9" name="block-8">
            <a:extLst xmlns:a="http://schemas.openxmlformats.org/drawingml/2006/main">
              <a:ext uri="{FF2B5EF4-FFF2-40B4-BE49-F238E27FC236}">
                <a16:creationId xmlns:a16="http://schemas.microsoft.com/office/drawing/2014/main" id="{509BA327-EF4D-4592-AD39-8CC8C17EA887}"/>
              </a:ext>
            </a:extLst>
          </p:cNvPr>
          <p:cNvSpPr>
            <a:spLocks xmlns:a="http://schemas.openxmlformats.org/drawingml/2006/main" noGrp="1"/>
          </p:cNvSpPr>
          <p:nvPr/>
        </p:nvSpPr>
        <p:spPr>
          <a:xfrm xmlns:a="http://schemas.openxmlformats.org/drawingml/2006/main">
            <a:off x="1485900" y="52197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FFFFFF"/>
                </a:solidFill>
                <a:latin typeface="IBM Plex Sans"/>
                <a:ea typeface="IBM Plex Sans"/>
                <a:cs typeface="IBM Plex Sans"/>
              </a:defRPr>
            </a:pPr>
            <a:r>
              <a:rPr sz="2250" b="1">
                <a:solidFill>
                  <a:srgbClr val="FFFFFF"/>
                </a:solidFill>
                <a:latin typeface="IBM Plex Sans"/>
                <a:ea typeface="IBM Plex Sans"/>
                <a:cs typeface="IBM Plex Sans"/>
              </a:rPr>
              <a:t>Das Modell priorisiert. Die Fachprüfung entscheidet.</a:t>
            </a:r>
          </a:p>
        </p:txBody>
      </p:sp>
    </p:spTree>
    <p:extLst>
      <p:ext uri="{BB962C8B-B14F-4D97-AF65-F5344CB8AC3E}">
        <p14:creationId xmlns:p14="http://schemas.microsoft.com/office/powerpoint/2010/main" val="162674439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block-9">
            <a:extLst xmlns:a="http://schemas.openxmlformats.org/drawingml/2006/main">
              <a:ext uri="{FF2B5EF4-FFF2-40B4-BE49-F238E27FC236}">
                <a16:creationId xmlns:a16="http://schemas.microsoft.com/office/drawing/2014/main" id="{3C2EC09B-368A-46D3-B775-62E05D96E3AB}"/>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01  /  AUFGABE</a:t>
            </a:r>
          </a:p>
        </p:txBody>
      </p:sp>
      <p:sp>
        <p:nvSpPr>
          <p:cNvPr id="2" name="block-10">
            <a:extLst xmlns:a="http://schemas.openxmlformats.org/drawingml/2006/main">
              <a:ext uri="{FF2B5EF4-FFF2-40B4-BE49-F238E27FC236}">
                <a16:creationId xmlns:a16="http://schemas.microsoft.com/office/drawing/2014/main" id="{7C83AC73-4080-4D9A-B7FF-2C65F518300E}"/>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Vom Prognosewert zum Prüfauftrag</a:t>
            </a:r>
          </a:p>
        </p:txBody>
      </p:sp>
      <p:sp>
        <p:nvSpPr>
          <p:cNvPr id="3" name="block-11">
            <a:extLst xmlns:a="http://schemas.openxmlformats.org/drawingml/2006/main">
              <a:ext uri="{FF2B5EF4-FFF2-40B4-BE49-F238E27FC236}">
                <a16:creationId xmlns:a16="http://schemas.microsoft.com/office/drawing/2014/main" id="{48CAFF30-448A-4CE9-9378-36877017806F}"/>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Prognose und Prüfung greifen zu unterschiedlichen Zeitpunkten.</a:t>
            </a:r>
          </a:p>
        </p:txBody>
      </p:sp>
      <p:sp>
        <p:nvSpPr>
          <p:cNvPr id="4" name="block-12">
            <a:extLst xmlns:a="http://schemas.openxmlformats.org/drawingml/2006/main">
              <a:ext uri="{FF2B5EF4-FFF2-40B4-BE49-F238E27FC236}">
                <a16:creationId xmlns:a16="http://schemas.microsoft.com/office/drawing/2014/main" id="{EEEFE11F-0DFD-4080-A742-165DBA6C67E2}"/>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0afe0c10084944d2"/>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3">
            <a:extLst xmlns:a="http://schemas.openxmlformats.org/drawingml/2006/main">
              <a:ext uri="{FF2B5EF4-FFF2-40B4-BE49-F238E27FC236}">
                <a16:creationId xmlns:a16="http://schemas.microsoft.com/office/drawing/2014/main" id="{50E55389-20E0-4462-BC25-38C715646C1B}"/>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4">
            <a:extLst xmlns:a="http://schemas.openxmlformats.org/drawingml/2006/main">
              <a:ext uri="{FF2B5EF4-FFF2-40B4-BE49-F238E27FC236}">
                <a16:creationId xmlns:a16="http://schemas.microsoft.com/office/drawing/2014/main" id="{C97983B1-96C4-452B-9FCF-D5B68A123701}"/>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02 / 18</a:t>
            </a:r>
          </a:p>
        </p:txBody>
      </p:sp>
      <p:sp>
        <p:nvSpPr>
          <p:cNvPr id="8" name="block-15">
            <a:extLst xmlns:a="http://schemas.openxmlformats.org/drawingml/2006/main">
              <a:ext uri="{FF2B5EF4-FFF2-40B4-BE49-F238E27FC236}">
                <a16:creationId xmlns:a16="http://schemas.microsoft.com/office/drawing/2014/main" id="{60F49DFA-59EE-4231-8BBD-67A7EB589C28}"/>
              </a:ext>
            </a:extLst>
          </p:cNvPr>
          <p:cNvSpPr>
            <a:spLocks xmlns:a="http://schemas.openxmlformats.org/drawingml/2006/main" noGrp="1"/>
          </p:cNvSpPr>
          <p:nvPr/>
        </p:nvSpPr>
        <p:spPr>
          <a:xfrm xmlns:a="http://schemas.openxmlformats.org/drawingml/2006/main">
            <a:off x="609600" y="2714625"/>
            <a:ext cx="228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0080A0"/>
                </a:solidFill>
                <a:latin typeface="Geist Mono"/>
                <a:ea typeface="Geist Mono"/>
                <a:cs typeface="Geist Mono"/>
              </a:defRPr>
            </a:pPr>
            <a:r>
              <a:rPr sz="4200" b="1">
                <a:solidFill>
                  <a:srgbClr val="0080A0"/>
                </a:solidFill>
                <a:latin typeface="Geist Mono"/>
                <a:ea typeface="Geist Mono"/>
                <a:cs typeface="Geist Mono"/>
              </a:rPr>
              <a:t>01</a:t>
            </a:r>
          </a:p>
        </p:txBody>
      </p:sp>
      <p:sp>
        <p:nvSpPr>
          <p:cNvPr id="9" name="block-16">
            <a:extLst xmlns:a="http://schemas.openxmlformats.org/drawingml/2006/main">
              <a:ext uri="{FF2B5EF4-FFF2-40B4-BE49-F238E27FC236}">
                <a16:creationId xmlns:a16="http://schemas.microsoft.com/office/drawing/2014/main" id="{A3C95D00-8A7D-49EB-A915-E06AC58787AB}"/>
              </a:ext>
            </a:extLst>
          </p:cNvPr>
          <p:cNvSpPr>
            <a:spLocks xmlns:a="http://schemas.openxmlformats.org/drawingml/2006/main" noGrp="1"/>
          </p:cNvSpPr>
          <p:nvPr/>
        </p:nvSpPr>
        <p:spPr>
          <a:xfrm xmlns:a="http://schemas.openxmlformats.org/drawingml/2006/main">
            <a:off x="609600" y="3524250"/>
            <a:ext cx="245745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0" name="block-17">
            <a:extLst xmlns:a="http://schemas.openxmlformats.org/drawingml/2006/main">
              <a:ext uri="{FF2B5EF4-FFF2-40B4-BE49-F238E27FC236}">
                <a16:creationId xmlns:a16="http://schemas.microsoft.com/office/drawing/2014/main" id="{C174719B-6321-4731-AD3B-7360F75CB700}"/>
              </a:ext>
            </a:extLst>
          </p:cNvPr>
          <p:cNvSpPr>
            <a:spLocks xmlns:a="http://schemas.openxmlformats.org/drawingml/2006/main" noGrp="1"/>
          </p:cNvSpPr>
          <p:nvPr/>
        </p:nvSpPr>
        <p:spPr>
          <a:xfrm xmlns:a="http://schemas.openxmlformats.org/drawingml/2006/main">
            <a:off x="609600" y="372427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Prognose</a:t>
            </a:r>
          </a:p>
        </p:txBody>
      </p:sp>
      <p:sp>
        <p:nvSpPr>
          <p:cNvPr id="11" name="block-18">
            <a:extLst xmlns:a="http://schemas.openxmlformats.org/drawingml/2006/main">
              <a:ext uri="{FF2B5EF4-FFF2-40B4-BE49-F238E27FC236}">
                <a16:creationId xmlns:a16="http://schemas.microsoft.com/office/drawing/2014/main" id="{B7D08F09-57AF-440A-91C8-1AE8287B2297}"/>
              </a:ext>
            </a:extLst>
          </p:cNvPr>
          <p:cNvSpPr>
            <a:spLocks xmlns:a="http://schemas.openxmlformats.org/drawingml/2006/main" noGrp="1"/>
          </p:cNvSpPr>
          <p:nvPr/>
        </p:nvSpPr>
        <p:spPr>
          <a:xfrm xmlns:a="http://schemas.openxmlformats.org/drawingml/2006/main">
            <a:off x="609600" y="4295775"/>
            <a:ext cx="25431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Vor Monatsbeginn</a:t>
            </a:r>
          </a:p>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Verbrauch schätzen.</a:t>
            </a:r>
          </a:p>
        </p:txBody>
      </p:sp>
      <p:sp>
        <p:nvSpPr>
          <p:cNvPr id="12" name="block-19">
            <a:extLst xmlns:a="http://schemas.openxmlformats.org/drawingml/2006/main">
              <a:ext uri="{FF2B5EF4-FFF2-40B4-BE49-F238E27FC236}">
                <a16:creationId xmlns:a16="http://schemas.microsoft.com/office/drawing/2014/main" id="{E3EB4AD6-A272-4013-AAAA-DD26C53C1072}"/>
              </a:ext>
            </a:extLst>
          </p:cNvPr>
          <p:cNvSpPr>
            <a:spLocks xmlns:a="http://schemas.openxmlformats.org/drawingml/2006/main" noGrp="1"/>
          </p:cNvSpPr>
          <p:nvPr/>
        </p:nvSpPr>
        <p:spPr>
          <a:xfrm xmlns:a="http://schemas.openxmlformats.org/drawingml/2006/main">
            <a:off x="3381375" y="2714625"/>
            <a:ext cx="228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0080A0"/>
                </a:solidFill>
                <a:latin typeface="Geist Mono"/>
                <a:ea typeface="Geist Mono"/>
                <a:cs typeface="Geist Mono"/>
              </a:defRPr>
            </a:pPr>
            <a:r>
              <a:rPr sz="4200" b="1">
                <a:solidFill>
                  <a:srgbClr val="0080A0"/>
                </a:solidFill>
                <a:latin typeface="Geist Mono"/>
                <a:ea typeface="Geist Mono"/>
                <a:cs typeface="Geist Mono"/>
              </a:rPr>
              <a:t>02</a:t>
            </a:r>
          </a:p>
        </p:txBody>
      </p:sp>
      <p:sp>
        <p:nvSpPr>
          <p:cNvPr id="13" name="block-20">
            <a:extLst xmlns:a="http://schemas.openxmlformats.org/drawingml/2006/main">
              <a:ext uri="{FF2B5EF4-FFF2-40B4-BE49-F238E27FC236}">
                <a16:creationId xmlns:a16="http://schemas.microsoft.com/office/drawing/2014/main" id="{386CCAAE-33D5-4D25-ACFD-8B35D0380D17}"/>
              </a:ext>
            </a:extLst>
          </p:cNvPr>
          <p:cNvSpPr>
            <a:spLocks xmlns:a="http://schemas.openxmlformats.org/drawingml/2006/main" noGrp="1"/>
          </p:cNvSpPr>
          <p:nvPr/>
        </p:nvSpPr>
        <p:spPr>
          <a:xfrm xmlns:a="http://schemas.openxmlformats.org/drawingml/2006/main">
            <a:off x="3381375" y="3524250"/>
            <a:ext cx="245745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4" name="block-21">
            <a:extLst xmlns:a="http://schemas.openxmlformats.org/drawingml/2006/main">
              <a:ext uri="{FF2B5EF4-FFF2-40B4-BE49-F238E27FC236}">
                <a16:creationId xmlns:a16="http://schemas.microsoft.com/office/drawing/2014/main" id="{06F373EA-0B9A-474D-BCBA-4158C65CC055}"/>
              </a:ext>
            </a:extLst>
          </p:cNvPr>
          <p:cNvSpPr>
            <a:spLocks xmlns:a="http://schemas.openxmlformats.org/drawingml/2006/main" noGrp="1"/>
          </p:cNvSpPr>
          <p:nvPr/>
        </p:nvSpPr>
        <p:spPr>
          <a:xfrm xmlns:a="http://schemas.openxmlformats.org/drawingml/2006/main">
            <a:off x="3381375" y="372427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Istwert</a:t>
            </a:r>
          </a:p>
        </p:txBody>
      </p:sp>
      <p:sp>
        <p:nvSpPr>
          <p:cNvPr id="15" name="block-22">
            <a:extLst xmlns:a="http://schemas.openxmlformats.org/drawingml/2006/main">
              <a:ext uri="{FF2B5EF4-FFF2-40B4-BE49-F238E27FC236}">
                <a16:creationId xmlns:a16="http://schemas.microsoft.com/office/drawing/2014/main" id="{12C51F4F-EDE1-4BDF-A587-DBA5124BDE1E}"/>
              </a:ext>
            </a:extLst>
          </p:cNvPr>
          <p:cNvSpPr>
            <a:spLocks xmlns:a="http://schemas.openxmlformats.org/drawingml/2006/main" noGrp="1"/>
          </p:cNvSpPr>
          <p:nvPr/>
        </p:nvSpPr>
        <p:spPr>
          <a:xfrm xmlns:a="http://schemas.openxmlformats.org/drawingml/2006/main">
            <a:off x="3381375" y="4295775"/>
            <a:ext cx="25431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Nach Monatsende</a:t>
            </a:r>
          </a:p>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Messwert übernehmen.</a:t>
            </a:r>
          </a:p>
        </p:txBody>
      </p:sp>
      <p:sp>
        <p:nvSpPr>
          <p:cNvPr id="16" name="block-23">
            <a:extLst xmlns:a="http://schemas.openxmlformats.org/drawingml/2006/main">
              <a:ext uri="{FF2B5EF4-FFF2-40B4-BE49-F238E27FC236}">
                <a16:creationId xmlns:a16="http://schemas.microsoft.com/office/drawing/2014/main" id="{65CF7E5B-6BA0-46EA-A136-2467A5F16482}"/>
              </a:ext>
            </a:extLst>
          </p:cNvPr>
          <p:cNvSpPr>
            <a:spLocks xmlns:a="http://schemas.openxmlformats.org/drawingml/2006/main" noGrp="1"/>
          </p:cNvSpPr>
          <p:nvPr/>
        </p:nvSpPr>
        <p:spPr>
          <a:xfrm xmlns:a="http://schemas.openxmlformats.org/drawingml/2006/main">
            <a:off x="6153150" y="2714625"/>
            <a:ext cx="228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0080A0"/>
                </a:solidFill>
                <a:latin typeface="Geist Mono"/>
                <a:ea typeface="Geist Mono"/>
                <a:cs typeface="Geist Mono"/>
              </a:defRPr>
            </a:pPr>
            <a:r>
              <a:rPr sz="4200" b="1">
                <a:solidFill>
                  <a:srgbClr val="0080A0"/>
                </a:solidFill>
                <a:latin typeface="Geist Mono"/>
                <a:ea typeface="Geist Mono"/>
                <a:cs typeface="Geist Mono"/>
              </a:rPr>
              <a:t>03</a:t>
            </a:r>
          </a:p>
        </p:txBody>
      </p:sp>
      <p:sp>
        <p:nvSpPr>
          <p:cNvPr id="17" name="block-24">
            <a:extLst xmlns:a="http://schemas.openxmlformats.org/drawingml/2006/main">
              <a:ext uri="{FF2B5EF4-FFF2-40B4-BE49-F238E27FC236}">
                <a16:creationId xmlns:a16="http://schemas.microsoft.com/office/drawing/2014/main" id="{D87D2C9E-EEDD-41C6-BC66-5DFA70FE26E5}"/>
              </a:ext>
            </a:extLst>
          </p:cNvPr>
          <p:cNvSpPr>
            <a:spLocks xmlns:a="http://schemas.openxmlformats.org/drawingml/2006/main" noGrp="1"/>
          </p:cNvSpPr>
          <p:nvPr/>
        </p:nvSpPr>
        <p:spPr>
          <a:xfrm xmlns:a="http://schemas.openxmlformats.org/drawingml/2006/main">
            <a:off x="6153150" y="3524250"/>
            <a:ext cx="245745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8" name="block-25">
            <a:extLst xmlns:a="http://schemas.openxmlformats.org/drawingml/2006/main">
              <a:ext uri="{FF2B5EF4-FFF2-40B4-BE49-F238E27FC236}">
                <a16:creationId xmlns:a16="http://schemas.microsoft.com/office/drawing/2014/main" id="{75B72216-A5A1-45C4-869D-6E853479670C}"/>
              </a:ext>
            </a:extLst>
          </p:cNvPr>
          <p:cNvSpPr>
            <a:spLocks xmlns:a="http://schemas.openxmlformats.org/drawingml/2006/main" noGrp="1"/>
          </p:cNvSpPr>
          <p:nvPr/>
        </p:nvSpPr>
        <p:spPr>
          <a:xfrm xmlns:a="http://schemas.openxmlformats.org/drawingml/2006/main">
            <a:off x="6153150" y="372427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Residuum</a:t>
            </a:r>
          </a:p>
        </p:txBody>
      </p:sp>
      <p:sp>
        <p:nvSpPr>
          <p:cNvPr id="19" name="block-26">
            <a:extLst xmlns:a="http://schemas.openxmlformats.org/drawingml/2006/main">
              <a:ext uri="{FF2B5EF4-FFF2-40B4-BE49-F238E27FC236}">
                <a16:creationId xmlns:a16="http://schemas.microsoft.com/office/drawing/2014/main" id="{DE96F891-285B-4D4F-9B1F-C471F7516625}"/>
              </a:ext>
            </a:extLst>
          </p:cNvPr>
          <p:cNvSpPr>
            <a:spLocks xmlns:a="http://schemas.openxmlformats.org/drawingml/2006/main" noGrp="1"/>
          </p:cNvSpPr>
          <p:nvPr/>
        </p:nvSpPr>
        <p:spPr>
          <a:xfrm xmlns:a="http://schemas.openxmlformats.org/drawingml/2006/main">
            <a:off x="6153150" y="4295775"/>
            <a:ext cx="25431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Ist minus Prognose</a:t>
            </a:r>
          </a:p>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Richtung und Stärke.</a:t>
            </a:r>
          </a:p>
        </p:txBody>
      </p:sp>
      <p:sp>
        <p:nvSpPr>
          <p:cNvPr id="20" name="block-27">
            <a:extLst xmlns:a="http://schemas.openxmlformats.org/drawingml/2006/main">
              <a:ext uri="{FF2B5EF4-FFF2-40B4-BE49-F238E27FC236}">
                <a16:creationId xmlns:a16="http://schemas.microsoft.com/office/drawing/2014/main" id="{EBA697CB-C60E-45C5-AA9C-4F7942BCC561}"/>
              </a:ext>
            </a:extLst>
          </p:cNvPr>
          <p:cNvSpPr>
            <a:spLocks xmlns:a="http://schemas.openxmlformats.org/drawingml/2006/main" noGrp="1"/>
          </p:cNvSpPr>
          <p:nvPr/>
        </p:nvSpPr>
        <p:spPr>
          <a:xfrm xmlns:a="http://schemas.openxmlformats.org/drawingml/2006/main">
            <a:off x="8924925" y="2714625"/>
            <a:ext cx="228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A86505"/>
                </a:solidFill>
                <a:latin typeface="Geist Mono"/>
                <a:ea typeface="Geist Mono"/>
                <a:cs typeface="Geist Mono"/>
              </a:defRPr>
            </a:pPr>
            <a:r>
              <a:rPr sz="4200" b="1">
                <a:solidFill>
                  <a:srgbClr val="A86505"/>
                </a:solidFill>
                <a:latin typeface="Geist Mono"/>
                <a:ea typeface="Geist Mono"/>
                <a:cs typeface="Geist Mono"/>
              </a:rPr>
              <a:t>04</a:t>
            </a:r>
          </a:p>
        </p:txBody>
      </p:sp>
      <p:sp>
        <p:nvSpPr>
          <p:cNvPr id="21" name="block-28">
            <a:extLst xmlns:a="http://schemas.openxmlformats.org/drawingml/2006/main">
              <a:ext uri="{FF2B5EF4-FFF2-40B4-BE49-F238E27FC236}">
                <a16:creationId xmlns:a16="http://schemas.microsoft.com/office/drawing/2014/main" id="{72E2A125-1EB5-452D-AF62-128321A4F7FE}"/>
              </a:ext>
            </a:extLst>
          </p:cNvPr>
          <p:cNvSpPr>
            <a:spLocks xmlns:a="http://schemas.openxmlformats.org/drawingml/2006/main" noGrp="1"/>
          </p:cNvSpPr>
          <p:nvPr/>
        </p:nvSpPr>
        <p:spPr>
          <a:xfrm xmlns:a="http://schemas.openxmlformats.org/drawingml/2006/main">
            <a:off x="8924925" y="3524250"/>
            <a:ext cx="2457450" cy="38100"/>
          </a:xfrm>
          <a:prstGeom xmlns:a="http://schemas.openxmlformats.org/drawingml/2006/main" prst="rect">
            <a:avLst/>
          </a:prstGeom>
          <a:solidFill xmlns:a="http://schemas.openxmlformats.org/drawingml/2006/main">
            <a:srgbClr val="A86505"/>
          </a:solidFill>
          <a:ln xmlns:a="http://schemas.openxmlformats.org/drawingml/2006/main" w="0">
            <a:noFill/>
          </a:ln>
        </p:spPr>
      </p:sp>
      <p:sp>
        <p:nvSpPr>
          <p:cNvPr id="22" name="block-29">
            <a:extLst xmlns:a="http://schemas.openxmlformats.org/drawingml/2006/main">
              <a:ext uri="{FF2B5EF4-FFF2-40B4-BE49-F238E27FC236}">
                <a16:creationId xmlns:a16="http://schemas.microsoft.com/office/drawing/2014/main" id="{88817F17-1327-44A6-B723-B1958EBD73CA}"/>
              </a:ext>
            </a:extLst>
          </p:cNvPr>
          <p:cNvSpPr>
            <a:spLocks xmlns:a="http://schemas.openxmlformats.org/drawingml/2006/main" noGrp="1"/>
          </p:cNvSpPr>
          <p:nvPr/>
        </p:nvSpPr>
        <p:spPr>
          <a:xfrm xmlns:a="http://schemas.openxmlformats.org/drawingml/2006/main">
            <a:off x="8924925" y="372427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Fachprüfung</a:t>
            </a:r>
          </a:p>
        </p:txBody>
      </p:sp>
      <p:sp>
        <p:nvSpPr>
          <p:cNvPr id="23" name="block-30">
            <a:extLst xmlns:a="http://schemas.openxmlformats.org/drawingml/2006/main">
              <a:ext uri="{FF2B5EF4-FFF2-40B4-BE49-F238E27FC236}">
                <a16:creationId xmlns:a16="http://schemas.microsoft.com/office/drawing/2014/main" id="{205BEA5D-D1D5-4944-98A7-FC0C716AF3C2}"/>
              </a:ext>
            </a:extLst>
          </p:cNvPr>
          <p:cNvSpPr>
            <a:spLocks xmlns:a="http://schemas.openxmlformats.org/drawingml/2006/main" noGrp="1"/>
          </p:cNvSpPr>
          <p:nvPr/>
        </p:nvSpPr>
        <p:spPr>
          <a:xfrm xmlns:a="http://schemas.openxmlformats.org/drawingml/2006/main">
            <a:off x="8924925" y="4295775"/>
            <a:ext cx="25431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Ursache und Relevanz</a:t>
            </a:r>
          </a:p>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menschlich klären.</a:t>
            </a:r>
          </a:p>
        </p:txBody>
      </p:sp>
      <p:sp>
        <p:nvSpPr>
          <p:cNvPr id="24" name="block-31">
            <a:extLst xmlns:a="http://schemas.openxmlformats.org/drawingml/2006/main">
              <a:ext uri="{FF2B5EF4-FFF2-40B4-BE49-F238E27FC236}">
                <a16:creationId xmlns:a16="http://schemas.microsoft.com/office/drawing/2014/main" id="{BFBDCF21-EF56-4847-B763-A3EC427D437B}"/>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5" name="block-32">
            <a:extLst xmlns:a="http://schemas.openxmlformats.org/drawingml/2006/main">
              <a:ext uri="{FF2B5EF4-FFF2-40B4-BE49-F238E27FC236}">
                <a16:creationId xmlns:a16="http://schemas.microsoft.com/office/drawing/2014/main" id="{67D7320F-2927-488E-90B0-116C69A21084}"/>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Schwelle überschritten = Prüfhinweis. Die Diagnose bleibt offen.</a:t>
            </a:r>
          </a:p>
        </p:txBody>
      </p:sp>
    </p:spTree>
    <p:extLst>
      <p:ext uri="{BB962C8B-B14F-4D97-AF65-F5344CB8AC3E}">
        <p14:creationId xmlns:p14="http://schemas.microsoft.com/office/powerpoint/2010/main" val="16253671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block-33">
            <a:extLst xmlns:a="http://schemas.openxmlformats.org/drawingml/2006/main">
              <a:ext uri="{FF2B5EF4-FFF2-40B4-BE49-F238E27FC236}">
                <a16:creationId xmlns:a16="http://schemas.microsoft.com/office/drawing/2014/main" id="{D1FCB0B1-DBDC-45C7-8D6C-FC1793E67279}"/>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01  /  ZIELVARIABLE</a:t>
            </a:r>
          </a:p>
        </p:txBody>
      </p:sp>
      <p:sp>
        <p:nvSpPr>
          <p:cNvPr id="2" name="block-34">
            <a:extLst xmlns:a="http://schemas.openxmlformats.org/drawingml/2006/main">
              <a:ext uri="{FF2B5EF4-FFF2-40B4-BE49-F238E27FC236}">
                <a16:creationId xmlns:a16="http://schemas.microsoft.com/office/drawing/2014/main" id="{CAC6630F-9AAE-41C6-A494-0B0F5C5C3691}"/>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Volllaststunden machen Anschlüsse vergleichbar</a:t>
            </a:r>
          </a:p>
        </p:txBody>
      </p:sp>
      <p:sp>
        <p:nvSpPr>
          <p:cNvPr id="3" name="block-35">
            <a:extLst xmlns:a="http://schemas.openxmlformats.org/drawingml/2006/main">
              <a:ext uri="{FF2B5EF4-FFF2-40B4-BE49-F238E27FC236}">
                <a16:creationId xmlns:a16="http://schemas.microsoft.com/office/drawing/2014/main" id="{5FF7C9B7-071A-43D7-8458-90B0E674E071}"/>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VLS normalisieren auf die Vertragsleistung. Sie sind keine gemessene Laufzeit.</a:t>
            </a:r>
          </a:p>
        </p:txBody>
      </p:sp>
      <p:sp>
        <p:nvSpPr>
          <p:cNvPr id="4" name="block-36">
            <a:extLst xmlns:a="http://schemas.openxmlformats.org/drawingml/2006/main">
              <a:ext uri="{FF2B5EF4-FFF2-40B4-BE49-F238E27FC236}">
                <a16:creationId xmlns:a16="http://schemas.microsoft.com/office/drawing/2014/main" id="{8BF08E2D-09A1-4C6A-BA60-EE9C37BE33BE}"/>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9ce714e2662c4ca5"/>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37">
            <a:extLst xmlns:a="http://schemas.openxmlformats.org/drawingml/2006/main">
              <a:ext uri="{FF2B5EF4-FFF2-40B4-BE49-F238E27FC236}">
                <a16:creationId xmlns:a16="http://schemas.microsoft.com/office/drawing/2014/main" id="{1717BDB8-3469-4221-8237-6A6AF541F547}"/>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38">
            <a:extLst xmlns:a="http://schemas.openxmlformats.org/drawingml/2006/main">
              <a:ext uri="{FF2B5EF4-FFF2-40B4-BE49-F238E27FC236}">
                <a16:creationId xmlns:a16="http://schemas.microsoft.com/office/drawing/2014/main" id="{713D9740-CEA3-4482-B784-BED6F93F932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03 / 18</a:t>
            </a:r>
          </a:p>
        </p:txBody>
      </p:sp>
      <p:sp>
        <p:nvSpPr>
          <p:cNvPr id="8" name="block-39">
            <a:extLst xmlns:a="http://schemas.openxmlformats.org/drawingml/2006/main">
              <a:ext uri="{FF2B5EF4-FFF2-40B4-BE49-F238E27FC236}">
                <a16:creationId xmlns:a16="http://schemas.microsoft.com/office/drawing/2014/main" id="{9D2A900F-4D97-488C-8025-F451B2DB72F4}"/>
              </a:ext>
            </a:extLst>
          </p:cNvPr>
          <p:cNvSpPr>
            <a:spLocks xmlns:a="http://schemas.openxmlformats.org/drawingml/2006/main" noGrp="1"/>
          </p:cNvSpPr>
          <p:nvPr/>
        </p:nvSpPr>
        <p:spPr>
          <a:xfrm xmlns:a="http://schemas.openxmlformats.org/drawingml/2006/main">
            <a:off x="609600" y="2533650"/>
            <a:ext cx="10972800" cy="752475"/>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9" name="block-40">
            <a:extLst xmlns:a="http://schemas.openxmlformats.org/drawingml/2006/main">
              <a:ext uri="{FF2B5EF4-FFF2-40B4-BE49-F238E27FC236}">
                <a16:creationId xmlns:a16="http://schemas.microsoft.com/office/drawing/2014/main" id="{4418A7B0-6164-4EE9-B1BE-B184E763508C}"/>
              </a:ext>
            </a:extLst>
          </p:cNvPr>
          <p:cNvSpPr>
            <a:spLocks xmlns:a="http://schemas.openxmlformats.org/drawingml/2006/main" noGrp="1"/>
          </p:cNvSpPr>
          <p:nvPr/>
        </p:nvSpPr>
        <p:spPr>
          <a:xfrm xmlns:a="http://schemas.openxmlformats.org/drawingml/2006/main">
            <a:off x="847725" y="2686050"/>
            <a:ext cx="10496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FFFFFF"/>
                </a:solidFill>
                <a:latin typeface="IBM Plex Sans"/>
                <a:ea typeface="IBM Plex Sans"/>
                <a:cs typeface="IBM Plex Sans"/>
              </a:defRPr>
            </a:pPr>
            <a:r>
              <a:rPr sz="2550" b="1">
                <a:solidFill>
                  <a:srgbClr val="FFFFFF"/>
                </a:solidFill>
                <a:latin typeface="IBM Plex Sans"/>
                <a:ea typeface="IBM Plex Sans"/>
                <a:cs typeface="IBM Plex Sans"/>
              </a:rPr>
              <a:t>VLS-h = Verbrauch (kWh) ÷ Vertragsleistung (kW)</a:t>
            </a:r>
          </a:p>
        </p:txBody>
      </p:sp>
      <p:sp>
        <p:nvSpPr>
          <p:cNvPr id="10" name="block-41">
            <a:extLst xmlns:a="http://schemas.openxmlformats.org/drawingml/2006/main">
              <a:ext uri="{FF2B5EF4-FFF2-40B4-BE49-F238E27FC236}">
                <a16:creationId xmlns:a16="http://schemas.microsoft.com/office/drawing/2014/main" id="{F8255867-4A03-41A6-AE98-7E8B81EDE1AD}"/>
              </a:ext>
            </a:extLst>
          </p:cNvPr>
          <p:cNvSpPr>
            <a:spLocks xmlns:a="http://schemas.openxmlformats.org/drawingml/2006/main" noGrp="1"/>
          </p:cNvSpPr>
          <p:nvPr/>
        </p:nvSpPr>
        <p:spPr>
          <a:xfrm xmlns:a="http://schemas.openxmlformats.org/drawingml/2006/main">
            <a:off x="609600" y="366712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80A0"/>
                </a:solidFill>
                <a:latin typeface="IBM Plex Sans"/>
                <a:ea typeface="IBM Plex Sans"/>
                <a:cs typeface="IBM Plex Sans"/>
              </a:defRPr>
            </a:pPr>
            <a:r>
              <a:rPr sz="1350" b="1">
                <a:solidFill>
                  <a:srgbClr val="0080A0"/>
                </a:solidFill>
                <a:latin typeface="IBM Plex Sans"/>
                <a:ea typeface="IBM Plex Sans"/>
                <a:cs typeface="IBM Plex Sans"/>
              </a:rPr>
              <a:t>KLEINER ANSCHLUSS</a:t>
            </a:r>
          </a:p>
        </p:txBody>
      </p:sp>
      <p:sp>
        <p:nvSpPr>
          <p:cNvPr id="11" name="block-42">
            <a:extLst xmlns:a="http://schemas.openxmlformats.org/drawingml/2006/main">
              <a:ext uri="{FF2B5EF4-FFF2-40B4-BE49-F238E27FC236}">
                <a16:creationId xmlns:a16="http://schemas.microsoft.com/office/drawing/2014/main" id="{31AED061-EF2C-4271-802F-7D5723CAA2F5}"/>
              </a:ext>
            </a:extLst>
          </p:cNvPr>
          <p:cNvSpPr>
            <a:spLocks xmlns:a="http://schemas.openxmlformats.org/drawingml/2006/main" noGrp="1"/>
          </p:cNvSpPr>
          <p:nvPr/>
        </p:nvSpPr>
        <p:spPr>
          <a:xfrm xmlns:a="http://schemas.openxmlformats.org/drawingml/2006/main">
            <a:off x="6429375" y="3667125"/>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80A0"/>
                </a:solidFill>
                <a:latin typeface="IBM Plex Sans"/>
                <a:ea typeface="IBM Plex Sans"/>
                <a:cs typeface="IBM Plex Sans"/>
              </a:defRPr>
            </a:pPr>
            <a:r>
              <a:rPr sz="1350" b="1">
                <a:solidFill>
                  <a:srgbClr val="0080A0"/>
                </a:solidFill>
                <a:latin typeface="IBM Plex Sans"/>
                <a:ea typeface="IBM Plex Sans"/>
                <a:cs typeface="IBM Plex Sans"/>
              </a:rPr>
              <a:t>GROSSER ANSCHLUSS</a:t>
            </a:r>
          </a:p>
        </p:txBody>
      </p:sp>
      <p:sp>
        <p:nvSpPr>
          <p:cNvPr id="12" name="block-43">
            <a:extLst xmlns:a="http://schemas.openxmlformats.org/drawingml/2006/main">
              <a:ext uri="{FF2B5EF4-FFF2-40B4-BE49-F238E27FC236}">
                <a16:creationId xmlns:a16="http://schemas.microsoft.com/office/drawing/2014/main" id="{01251B58-CCAD-4C8A-898D-AC13F3ADE442}"/>
              </a:ext>
            </a:extLst>
          </p:cNvPr>
          <p:cNvSpPr>
            <a:spLocks xmlns:a="http://schemas.openxmlformats.org/drawingml/2006/main" noGrp="1"/>
          </p:cNvSpPr>
          <p:nvPr/>
        </p:nvSpPr>
        <p:spPr>
          <a:xfrm xmlns:a="http://schemas.openxmlformats.org/drawingml/2006/main">
            <a:off x="609600" y="406717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63659"/>
                </a:solidFill>
                <a:latin typeface="IBM Plex Sans"/>
                <a:ea typeface="IBM Plex Sans"/>
                <a:cs typeface="IBM Plex Sans"/>
              </a:defRPr>
            </a:pPr>
            <a:r>
              <a:rPr sz="2550" b="0">
                <a:solidFill>
                  <a:srgbClr val="063659"/>
                </a:solidFill>
                <a:latin typeface="IBM Plex Sans"/>
                <a:ea typeface="IBM Plex Sans"/>
                <a:cs typeface="IBM Plex Sans"/>
              </a:rPr>
              <a:t>10.000 kWh ÷ 50 kW</a:t>
            </a:r>
          </a:p>
        </p:txBody>
      </p:sp>
      <p:sp>
        <p:nvSpPr>
          <p:cNvPr id="13" name="block-44">
            <a:extLst xmlns:a="http://schemas.openxmlformats.org/drawingml/2006/main">
              <a:ext uri="{FF2B5EF4-FFF2-40B4-BE49-F238E27FC236}">
                <a16:creationId xmlns:a16="http://schemas.microsoft.com/office/drawing/2014/main" id="{29B3A837-A03D-4AC2-B5FC-B5690D059E44}"/>
              </a:ext>
            </a:extLst>
          </p:cNvPr>
          <p:cNvSpPr>
            <a:spLocks xmlns:a="http://schemas.openxmlformats.org/drawingml/2006/main" noGrp="1"/>
          </p:cNvSpPr>
          <p:nvPr/>
        </p:nvSpPr>
        <p:spPr>
          <a:xfrm xmlns:a="http://schemas.openxmlformats.org/drawingml/2006/main">
            <a:off x="6429375" y="4067175"/>
            <a:ext cx="5114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63659"/>
                </a:solidFill>
                <a:latin typeface="IBM Plex Sans"/>
                <a:ea typeface="IBM Plex Sans"/>
                <a:cs typeface="IBM Plex Sans"/>
              </a:defRPr>
            </a:pPr>
            <a:r>
              <a:rPr sz="2550" b="0">
                <a:solidFill>
                  <a:srgbClr val="063659"/>
                </a:solidFill>
                <a:latin typeface="IBM Plex Sans"/>
                <a:ea typeface="IBM Plex Sans"/>
                <a:cs typeface="IBM Plex Sans"/>
              </a:rPr>
              <a:t>40.000 kWh ÷ 200 kW</a:t>
            </a:r>
          </a:p>
        </p:txBody>
      </p:sp>
      <p:sp>
        <p:nvSpPr>
          <p:cNvPr id="14" name="block-45">
            <a:extLst xmlns:a="http://schemas.openxmlformats.org/drawingml/2006/main">
              <a:ext uri="{FF2B5EF4-FFF2-40B4-BE49-F238E27FC236}">
                <a16:creationId xmlns:a16="http://schemas.microsoft.com/office/drawing/2014/main" id="{F20CB722-50C9-4930-8508-C96954C5BF1B}"/>
              </a:ext>
            </a:extLst>
          </p:cNvPr>
          <p:cNvSpPr>
            <a:spLocks xmlns:a="http://schemas.openxmlformats.org/drawingml/2006/main" noGrp="1"/>
          </p:cNvSpPr>
          <p:nvPr/>
        </p:nvSpPr>
        <p:spPr>
          <a:xfrm xmlns:a="http://schemas.openxmlformats.org/drawingml/2006/main">
            <a:off x="609600" y="459105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75" b="1">
                <a:solidFill>
                  <a:srgbClr val="0080A0"/>
                </a:solidFill>
                <a:latin typeface="Geist Mono"/>
                <a:ea typeface="Geist Mono"/>
                <a:cs typeface="Geist Mono"/>
              </a:defRPr>
            </a:pPr>
            <a:r>
              <a:rPr sz="4875" b="1">
                <a:solidFill>
                  <a:srgbClr val="0080A0"/>
                </a:solidFill>
                <a:latin typeface="Geist Mono"/>
                <a:ea typeface="Geist Mono"/>
                <a:cs typeface="Geist Mono"/>
              </a:rPr>
              <a:t>200 h</a:t>
            </a:r>
          </a:p>
        </p:txBody>
      </p:sp>
      <p:sp>
        <p:nvSpPr>
          <p:cNvPr id="15" name="block-46">
            <a:extLst xmlns:a="http://schemas.openxmlformats.org/drawingml/2006/main">
              <a:ext uri="{FF2B5EF4-FFF2-40B4-BE49-F238E27FC236}">
                <a16:creationId xmlns:a16="http://schemas.microsoft.com/office/drawing/2014/main" id="{92D97024-F417-4FD4-B93D-B01C3A3739A9}"/>
              </a:ext>
            </a:extLst>
          </p:cNvPr>
          <p:cNvSpPr>
            <a:spLocks xmlns:a="http://schemas.openxmlformats.org/drawingml/2006/main" noGrp="1"/>
          </p:cNvSpPr>
          <p:nvPr/>
        </p:nvSpPr>
        <p:spPr>
          <a:xfrm xmlns:a="http://schemas.openxmlformats.org/drawingml/2006/main">
            <a:off x="6429375" y="459105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75" b="1">
                <a:solidFill>
                  <a:srgbClr val="0080A0"/>
                </a:solidFill>
                <a:latin typeface="Geist Mono"/>
                <a:ea typeface="Geist Mono"/>
                <a:cs typeface="Geist Mono"/>
              </a:defRPr>
            </a:pPr>
            <a:r>
              <a:rPr sz="4875" b="1">
                <a:solidFill>
                  <a:srgbClr val="0080A0"/>
                </a:solidFill>
                <a:latin typeface="Geist Mono"/>
                <a:ea typeface="Geist Mono"/>
                <a:cs typeface="Geist Mono"/>
              </a:rPr>
              <a:t>200 h</a:t>
            </a:r>
          </a:p>
        </p:txBody>
      </p:sp>
      <p:sp>
        <p:nvSpPr>
          <p:cNvPr id="16" name="block-47">
            <a:extLst xmlns:a="http://schemas.openxmlformats.org/drawingml/2006/main">
              <a:ext uri="{FF2B5EF4-FFF2-40B4-BE49-F238E27FC236}">
                <a16:creationId xmlns:a16="http://schemas.microsoft.com/office/drawing/2014/main" id="{77B17B7C-C014-46D9-B50A-EB3B03053B7F}"/>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7" name="block-48">
            <a:extLst xmlns:a="http://schemas.openxmlformats.org/drawingml/2006/main">
              <a:ext uri="{FF2B5EF4-FFF2-40B4-BE49-F238E27FC236}">
                <a16:creationId xmlns:a16="http://schemas.microsoft.com/office/drawing/2014/main" id="{72925FC7-515E-4F24-9567-CB2AB7771443}"/>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Zurück zur Verbrauchsprognose: Prognose-VLS × Vertragsleistung = kWh</a:t>
            </a:r>
          </a:p>
        </p:txBody>
      </p:sp>
    </p:spTree>
    <p:extLst>
      <p:ext uri="{BB962C8B-B14F-4D97-AF65-F5344CB8AC3E}">
        <p14:creationId xmlns:p14="http://schemas.microsoft.com/office/powerpoint/2010/main" val="79044156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block-49">
            <a:extLst xmlns:a="http://schemas.openxmlformats.org/drawingml/2006/main">
              <a:ext uri="{FF2B5EF4-FFF2-40B4-BE49-F238E27FC236}">
                <a16:creationId xmlns:a16="http://schemas.microsoft.com/office/drawing/2014/main" id="{860D67A5-AC7F-4A4D-AF41-444B2FA879CA}"/>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02  /  VALIDIERUNG</a:t>
            </a:r>
          </a:p>
        </p:txBody>
      </p:sp>
      <p:sp>
        <p:nvSpPr>
          <p:cNvPr id="2" name="block-50">
            <a:extLst xmlns:a="http://schemas.openxmlformats.org/drawingml/2006/main">
              <a:ext uri="{FF2B5EF4-FFF2-40B4-BE49-F238E27FC236}">
                <a16:creationId xmlns:a16="http://schemas.microsoft.com/office/drawing/2014/main" id="{0A40F683-0ED6-45BA-A771-99A2DC32AFB8}"/>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Die Zeitachse trennt Lernen und Bewerten</a:t>
            </a:r>
          </a:p>
        </p:txBody>
      </p:sp>
      <p:sp>
        <p:nvSpPr>
          <p:cNvPr id="3" name="block-51">
            <a:extLst xmlns:a="http://schemas.openxmlformats.org/drawingml/2006/main">
              <a:ext uri="{FF2B5EF4-FFF2-40B4-BE49-F238E27FC236}">
                <a16:creationId xmlns:a16="http://schemas.microsoft.com/office/drawing/2014/main" id="{EB42B8D1-BDA8-4C45-965D-011C440C76C1}"/>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Modellwahl 2024. Schwellenkalibrierung Ende 2024. Benchmark 2025.</a:t>
            </a:r>
          </a:p>
        </p:txBody>
      </p:sp>
      <p:sp>
        <p:nvSpPr>
          <p:cNvPr id="4" name="block-52">
            <a:extLst xmlns:a="http://schemas.openxmlformats.org/drawingml/2006/main">
              <a:ext uri="{FF2B5EF4-FFF2-40B4-BE49-F238E27FC236}">
                <a16:creationId xmlns:a16="http://schemas.microsoft.com/office/drawing/2014/main" id="{11DD1F96-1566-4362-B14B-BEA853087BD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ff25351e16c64190"/>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53">
            <a:extLst xmlns:a="http://schemas.openxmlformats.org/drawingml/2006/main">
              <a:ext uri="{FF2B5EF4-FFF2-40B4-BE49-F238E27FC236}">
                <a16:creationId xmlns:a16="http://schemas.microsoft.com/office/drawing/2014/main" id="{93DBF519-3DF5-4DA7-8F8D-331B1A10A0A8}"/>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54">
            <a:extLst xmlns:a="http://schemas.openxmlformats.org/drawingml/2006/main">
              <a:ext uri="{FF2B5EF4-FFF2-40B4-BE49-F238E27FC236}">
                <a16:creationId xmlns:a16="http://schemas.microsoft.com/office/drawing/2014/main" id="{FB61DEFA-60AE-46E2-8336-E0C8F4EC5AA6}"/>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04 / 18</a:t>
            </a:r>
          </a:p>
        </p:txBody>
      </p:sp>
      <p:sp>
        <p:nvSpPr>
          <p:cNvPr id="8" name="block-55">
            <a:extLst xmlns:a="http://schemas.openxmlformats.org/drawingml/2006/main">
              <a:ext uri="{FF2B5EF4-FFF2-40B4-BE49-F238E27FC236}">
                <a16:creationId xmlns:a16="http://schemas.microsoft.com/office/drawing/2014/main" id="{343E0372-3023-4388-9869-C90887E1FC2D}"/>
              </a:ext>
            </a:extLst>
          </p:cNvPr>
          <p:cNvSpPr>
            <a:spLocks xmlns:a="http://schemas.openxmlformats.org/drawingml/2006/main" noGrp="1"/>
          </p:cNvSpPr>
          <p:nvPr/>
        </p:nvSpPr>
        <p:spPr>
          <a:xfrm xmlns:a="http://schemas.openxmlformats.org/drawingml/2006/main">
            <a:off x="22383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Jan</a:t>
            </a:r>
          </a:p>
        </p:txBody>
      </p:sp>
      <p:sp>
        <p:nvSpPr>
          <p:cNvPr id="9" name="block-56">
            <a:extLst xmlns:a="http://schemas.openxmlformats.org/drawingml/2006/main">
              <a:ext uri="{FF2B5EF4-FFF2-40B4-BE49-F238E27FC236}">
                <a16:creationId xmlns:a16="http://schemas.microsoft.com/office/drawing/2014/main" id="{59AE1868-4E26-4B7D-8841-EA8151170F84}"/>
              </a:ext>
            </a:extLst>
          </p:cNvPr>
          <p:cNvSpPr>
            <a:spLocks xmlns:a="http://schemas.openxmlformats.org/drawingml/2006/main" noGrp="1"/>
          </p:cNvSpPr>
          <p:nvPr/>
        </p:nvSpPr>
        <p:spPr>
          <a:xfrm xmlns:a="http://schemas.openxmlformats.org/drawingml/2006/main">
            <a:off x="28479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Feb</a:t>
            </a:r>
          </a:p>
        </p:txBody>
      </p:sp>
      <p:sp>
        <p:nvSpPr>
          <p:cNvPr id="10" name="block-57">
            <a:extLst xmlns:a="http://schemas.openxmlformats.org/drawingml/2006/main">
              <a:ext uri="{FF2B5EF4-FFF2-40B4-BE49-F238E27FC236}">
                <a16:creationId xmlns:a16="http://schemas.microsoft.com/office/drawing/2014/main" id="{C4429423-AEA2-48C4-87A0-0378D59490FA}"/>
              </a:ext>
            </a:extLst>
          </p:cNvPr>
          <p:cNvSpPr>
            <a:spLocks xmlns:a="http://schemas.openxmlformats.org/drawingml/2006/main" noGrp="1"/>
          </p:cNvSpPr>
          <p:nvPr/>
        </p:nvSpPr>
        <p:spPr>
          <a:xfrm xmlns:a="http://schemas.openxmlformats.org/drawingml/2006/main">
            <a:off x="34575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Mär</a:t>
            </a:r>
          </a:p>
        </p:txBody>
      </p:sp>
      <p:sp>
        <p:nvSpPr>
          <p:cNvPr id="11" name="block-58">
            <a:extLst xmlns:a="http://schemas.openxmlformats.org/drawingml/2006/main">
              <a:ext uri="{FF2B5EF4-FFF2-40B4-BE49-F238E27FC236}">
                <a16:creationId xmlns:a16="http://schemas.microsoft.com/office/drawing/2014/main" id="{248325E2-C8B2-4758-89E3-F866983EDA1F}"/>
              </a:ext>
            </a:extLst>
          </p:cNvPr>
          <p:cNvSpPr>
            <a:spLocks xmlns:a="http://schemas.openxmlformats.org/drawingml/2006/main" noGrp="1"/>
          </p:cNvSpPr>
          <p:nvPr/>
        </p:nvSpPr>
        <p:spPr>
          <a:xfrm xmlns:a="http://schemas.openxmlformats.org/drawingml/2006/main">
            <a:off x="40671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Apr</a:t>
            </a:r>
          </a:p>
        </p:txBody>
      </p:sp>
      <p:sp>
        <p:nvSpPr>
          <p:cNvPr id="12" name="block-59">
            <a:extLst xmlns:a="http://schemas.openxmlformats.org/drawingml/2006/main">
              <a:ext uri="{FF2B5EF4-FFF2-40B4-BE49-F238E27FC236}">
                <a16:creationId xmlns:a16="http://schemas.microsoft.com/office/drawing/2014/main" id="{B60B3AFC-7E74-49DF-AD16-E023D7EAFDC8}"/>
              </a:ext>
            </a:extLst>
          </p:cNvPr>
          <p:cNvSpPr>
            <a:spLocks xmlns:a="http://schemas.openxmlformats.org/drawingml/2006/main" noGrp="1"/>
          </p:cNvSpPr>
          <p:nvPr/>
        </p:nvSpPr>
        <p:spPr>
          <a:xfrm xmlns:a="http://schemas.openxmlformats.org/drawingml/2006/main">
            <a:off x="46767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Mai</a:t>
            </a:r>
          </a:p>
        </p:txBody>
      </p:sp>
      <p:sp>
        <p:nvSpPr>
          <p:cNvPr id="13" name="block-60">
            <a:extLst xmlns:a="http://schemas.openxmlformats.org/drawingml/2006/main">
              <a:ext uri="{FF2B5EF4-FFF2-40B4-BE49-F238E27FC236}">
                <a16:creationId xmlns:a16="http://schemas.microsoft.com/office/drawing/2014/main" id="{5BDCB5C9-855C-4639-9DC7-17FEC2D0324B}"/>
              </a:ext>
            </a:extLst>
          </p:cNvPr>
          <p:cNvSpPr>
            <a:spLocks xmlns:a="http://schemas.openxmlformats.org/drawingml/2006/main" noGrp="1"/>
          </p:cNvSpPr>
          <p:nvPr/>
        </p:nvSpPr>
        <p:spPr>
          <a:xfrm xmlns:a="http://schemas.openxmlformats.org/drawingml/2006/main">
            <a:off x="52863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Jun</a:t>
            </a:r>
          </a:p>
        </p:txBody>
      </p:sp>
      <p:sp>
        <p:nvSpPr>
          <p:cNvPr id="14" name="block-61">
            <a:extLst xmlns:a="http://schemas.openxmlformats.org/drawingml/2006/main">
              <a:ext uri="{FF2B5EF4-FFF2-40B4-BE49-F238E27FC236}">
                <a16:creationId xmlns:a16="http://schemas.microsoft.com/office/drawing/2014/main" id="{253F2006-0A51-46A9-88A2-B5CDF2691E31}"/>
              </a:ext>
            </a:extLst>
          </p:cNvPr>
          <p:cNvSpPr>
            <a:spLocks xmlns:a="http://schemas.openxmlformats.org/drawingml/2006/main" noGrp="1"/>
          </p:cNvSpPr>
          <p:nvPr/>
        </p:nvSpPr>
        <p:spPr>
          <a:xfrm xmlns:a="http://schemas.openxmlformats.org/drawingml/2006/main">
            <a:off x="58959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Jul</a:t>
            </a:r>
          </a:p>
        </p:txBody>
      </p:sp>
      <p:sp>
        <p:nvSpPr>
          <p:cNvPr id="15" name="block-62">
            <a:extLst xmlns:a="http://schemas.openxmlformats.org/drawingml/2006/main">
              <a:ext uri="{FF2B5EF4-FFF2-40B4-BE49-F238E27FC236}">
                <a16:creationId xmlns:a16="http://schemas.microsoft.com/office/drawing/2014/main" id="{31B0E1BB-A561-4E81-9645-EE8959EE6AA7}"/>
              </a:ext>
            </a:extLst>
          </p:cNvPr>
          <p:cNvSpPr>
            <a:spLocks xmlns:a="http://schemas.openxmlformats.org/drawingml/2006/main" noGrp="1"/>
          </p:cNvSpPr>
          <p:nvPr/>
        </p:nvSpPr>
        <p:spPr>
          <a:xfrm xmlns:a="http://schemas.openxmlformats.org/drawingml/2006/main">
            <a:off x="65055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Aug</a:t>
            </a:r>
          </a:p>
        </p:txBody>
      </p:sp>
      <p:sp>
        <p:nvSpPr>
          <p:cNvPr id="16" name="block-63">
            <a:extLst xmlns:a="http://schemas.openxmlformats.org/drawingml/2006/main">
              <a:ext uri="{FF2B5EF4-FFF2-40B4-BE49-F238E27FC236}">
                <a16:creationId xmlns:a16="http://schemas.microsoft.com/office/drawing/2014/main" id="{F0D055FC-BAF1-42A3-8389-5B88B3193CC1}"/>
              </a:ext>
            </a:extLst>
          </p:cNvPr>
          <p:cNvSpPr>
            <a:spLocks xmlns:a="http://schemas.openxmlformats.org/drawingml/2006/main" noGrp="1"/>
          </p:cNvSpPr>
          <p:nvPr/>
        </p:nvSpPr>
        <p:spPr>
          <a:xfrm xmlns:a="http://schemas.openxmlformats.org/drawingml/2006/main">
            <a:off x="71151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Sep</a:t>
            </a:r>
          </a:p>
        </p:txBody>
      </p:sp>
      <p:sp>
        <p:nvSpPr>
          <p:cNvPr id="17" name="block-64">
            <a:extLst xmlns:a="http://schemas.openxmlformats.org/drawingml/2006/main">
              <a:ext uri="{FF2B5EF4-FFF2-40B4-BE49-F238E27FC236}">
                <a16:creationId xmlns:a16="http://schemas.microsoft.com/office/drawing/2014/main" id="{422ECC3C-081A-46F4-A474-914102B7AF92}"/>
              </a:ext>
            </a:extLst>
          </p:cNvPr>
          <p:cNvSpPr>
            <a:spLocks xmlns:a="http://schemas.openxmlformats.org/drawingml/2006/main" noGrp="1"/>
          </p:cNvSpPr>
          <p:nvPr/>
        </p:nvSpPr>
        <p:spPr>
          <a:xfrm xmlns:a="http://schemas.openxmlformats.org/drawingml/2006/main">
            <a:off x="77247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Okt</a:t>
            </a:r>
          </a:p>
        </p:txBody>
      </p:sp>
      <p:sp>
        <p:nvSpPr>
          <p:cNvPr id="18" name="block-65">
            <a:extLst xmlns:a="http://schemas.openxmlformats.org/drawingml/2006/main">
              <a:ext uri="{FF2B5EF4-FFF2-40B4-BE49-F238E27FC236}">
                <a16:creationId xmlns:a16="http://schemas.microsoft.com/office/drawing/2014/main" id="{F4DD3EFC-F2CF-423A-A40A-833CC815D81C}"/>
              </a:ext>
            </a:extLst>
          </p:cNvPr>
          <p:cNvSpPr>
            <a:spLocks xmlns:a="http://schemas.openxmlformats.org/drawingml/2006/main" noGrp="1"/>
          </p:cNvSpPr>
          <p:nvPr/>
        </p:nvSpPr>
        <p:spPr>
          <a:xfrm xmlns:a="http://schemas.openxmlformats.org/drawingml/2006/main">
            <a:off x="83343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Nov</a:t>
            </a:r>
          </a:p>
        </p:txBody>
      </p:sp>
      <p:sp>
        <p:nvSpPr>
          <p:cNvPr id="19" name="block-66">
            <a:extLst xmlns:a="http://schemas.openxmlformats.org/drawingml/2006/main">
              <a:ext uri="{FF2B5EF4-FFF2-40B4-BE49-F238E27FC236}">
                <a16:creationId xmlns:a16="http://schemas.microsoft.com/office/drawing/2014/main" id="{F63833EA-D536-4F95-9DD2-2A4338F46224}"/>
              </a:ext>
            </a:extLst>
          </p:cNvPr>
          <p:cNvSpPr>
            <a:spLocks xmlns:a="http://schemas.openxmlformats.org/drawingml/2006/main" noGrp="1"/>
          </p:cNvSpPr>
          <p:nvPr/>
        </p:nvSpPr>
        <p:spPr>
          <a:xfrm xmlns:a="http://schemas.openxmlformats.org/drawingml/2006/main">
            <a:off x="89439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Dez</a:t>
            </a:r>
          </a:p>
        </p:txBody>
      </p:sp>
      <p:sp>
        <p:nvSpPr>
          <p:cNvPr id="20" name="block-67">
            <a:extLst xmlns:a="http://schemas.openxmlformats.org/drawingml/2006/main">
              <a:ext uri="{FF2B5EF4-FFF2-40B4-BE49-F238E27FC236}">
                <a16:creationId xmlns:a16="http://schemas.microsoft.com/office/drawing/2014/main" id="{7793890D-F319-4841-9695-76E1A76CC851}"/>
              </a:ext>
            </a:extLst>
          </p:cNvPr>
          <p:cNvSpPr>
            <a:spLocks xmlns:a="http://schemas.openxmlformats.org/drawingml/2006/main" noGrp="1"/>
          </p:cNvSpPr>
          <p:nvPr/>
        </p:nvSpPr>
        <p:spPr>
          <a:xfrm xmlns:a="http://schemas.openxmlformats.org/drawingml/2006/main">
            <a:off x="609600" y="2847975"/>
            <a:ext cx="147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Fold 1</a:t>
            </a:r>
          </a:p>
        </p:txBody>
      </p:sp>
      <p:sp>
        <p:nvSpPr>
          <p:cNvPr id="21" name="block-68">
            <a:extLst xmlns:a="http://schemas.openxmlformats.org/drawingml/2006/main">
              <a:ext uri="{FF2B5EF4-FFF2-40B4-BE49-F238E27FC236}">
                <a16:creationId xmlns:a16="http://schemas.microsoft.com/office/drawing/2014/main" id="{101B3C66-134A-4365-8030-FF2CC14029DF}"/>
              </a:ext>
            </a:extLst>
          </p:cNvPr>
          <p:cNvSpPr>
            <a:spLocks xmlns:a="http://schemas.openxmlformats.org/drawingml/2006/main" noGrp="1"/>
          </p:cNvSpPr>
          <p:nvPr/>
        </p:nvSpPr>
        <p:spPr>
          <a:xfrm xmlns:a="http://schemas.openxmlformats.org/drawingml/2006/main">
            <a:off x="2238375" y="2762250"/>
            <a:ext cx="2400300" cy="438150"/>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22" name="block-69">
            <a:extLst xmlns:a="http://schemas.openxmlformats.org/drawingml/2006/main">
              <a:ext uri="{FF2B5EF4-FFF2-40B4-BE49-F238E27FC236}">
                <a16:creationId xmlns:a16="http://schemas.microsoft.com/office/drawing/2014/main" id="{A561F272-5FFD-4E48-8EEF-09A35CA99F94}"/>
              </a:ext>
            </a:extLst>
          </p:cNvPr>
          <p:cNvSpPr>
            <a:spLocks xmlns:a="http://schemas.openxmlformats.org/drawingml/2006/main" noGrp="1"/>
          </p:cNvSpPr>
          <p:nvPr/>
        </p:nvSpPr>
        <p:spPr>
          <a:xfrm xmlns:a="http://schemas.openxmlformats.org/drawingml/2006/main">
            <a:off x="4676775" y="2762250"/>
            <a:ext cx="1181100" cy="43815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3" name="block-70">
            <a:extLst xmlns:a="http://schemas.openxmlformats.org/drawingml/2006/main">
              <a:ext uri="{FF2B5EF4-FFF2-40B4-BE49-F238E27FC236}">
                <a16:creationId xmlns:a16="http://schemas.microsoft.com/office/drawing/2014/main" id="{8DA19D4A-A279-453B-A5A7-710D519BBE43}"/>
              </a:ext>
            </a:extLst>
          </p:cNvPr>
          <p:cNvSpPr>
            <a:spLocks xmlns:a="http://schemas.openxmlformats.org/drawingml/2006/main" noGrp="1"/>
          </p:cNvSpPr>
          <p:nvPr/>
        </p:nvSpPr>
        <p:spPr>
          <a:xfrm xmlns:a="http://schemas.openxmlformats.org/drawingml/2006/main">
            <a:off x="2352675" y="2847975"/>
            <a:ext cx="22002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Training</a:t>
            </a:r>
          </a:p>
        </p:txBody>
      </p:sp>
      <p:sp>
        <p:nvSpPr>
          <p:cNvPr id="24" name="block-71">
            <a:extLst xmlns:a="http://schemas.openxmlformats.org/drawingml/2006/main">
              <a:ext uri="{FF2B5EF4-FFF2-40B4-BE49-F238E27FC236}">
                <a16:creationId xmlns:a16="http://schemas.microsoft.com/office/drawing/2014/main" id="{C2775CDC-6EAB-42E3-9E1E-DEF8D1B279CF}"/>
              </a:ext>
            </a:extLst>
          </p:cNvPr>
          <p:cNvSpPr>
            <a:spLocks xmlns:a="http://schemas.openxmlformats.org/drawingml/2006/main" noGrp="1"/>
          </p:cNvSpPr>
          <p:nvPr/>
        </p:nvSpPr>
        <p:spPr>
          <a:xfrm xmlns:a="http://schemas.openxmlformats.org/drawingml/2006/main">
            <a:off x="4752975" y="2847975"/>
            <a:ext cx="1057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Bewertung</a:t>
            </a:r>
          </a:p>
        </p:txBody>
      </p:sp>
      <p:sp>
        <p:nvSpPr>
          <p:cNvPr id="25" name="block-72">
            <a:extLst xmlns:a="http://schemas.openxmlformats.org/drawingml/2006/main">
              <a:ext uri="{FF2B5EF4-FFF2-40B4-BE49-F238E27FC236}">
                <a16:creationId xmlns:a16="http://schemas.microsoft.com/office/drawing/2014/main" id="{B6442075-CCD3-438C-9769-CEBB6C46D214}"/>
              </a:ext>
            </a:extLst>
          </p:cNvPr>
          <p:cNvSpPr>
            <a:spLocks xmlns:a="http://schemas.openxmlformats.org/drawingml/2006/main" noGrp="1"/>
          </p:cNvSpPr>
          <p:nvPr/>
        </p:nvSpPr>
        <p:spPr>
          <a:xfrm xmlns:a="http://schemas.openxmlformats.org/drawingml/2006/main">
            <a:off x="609600" y="3457575"/>
            <a:ext cx="147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Fold 2</a:t>
            </a:r>
          </a:p>
        </p:txBody>
      </p:sp>
      <p:sp>
        <p:nvSpPr>
          <p:cNvPr id="26" name="block-73">
            <a:extLst xmlns:a="http://schemas.openxmlformats.org/drawingml/2006/main">
              <a:ext uri="{FF2B5EF4-FFF2-40B4-BE49-F238E27FC236}">
                <a16:creationId xmlns:a16="http://schemas.microsoft.com/office/drawing/2014/main" id="{9CCF646F-35DB-400B-970A-E37A4E294C82}"/>
              </a:ext>
            </a:extLst>
          </p:cNvPr>
          <p:cNvSpPr>
            <a:spLocks xmlns:a="http://schemas.openxmlformats.org/drawingml/2006/main" noGrp="1"/>
          </p:cNvSpPr>
          <p:nvPr/>
        </p:nvSpPr>
        <p:spPr>
          <a:xfrm xmlns:a="http://schemas.openxmlformats.org/drawingml/2006/main">
            <a:off x="2238375" y="3371850"/>
            <a:ext cx="3619500" cy="438150"/>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27" name="block-74">
            <a:extLst xmlns:a="http://schemas.openxmlformats.org/drawingml/2006/main">
              <a:ext uri="{FF2B5EF4-FFF2-40B4-BE49-F238E27FC236}">
                <a16:creationId xmlns:a16="http://schemas.microsoft.com/office/drawing/2014/main" id="{A1F8DCCA-B976-444E-A441-93F62392A3E8}"/>
              </a:ext>
            </a:extLst>
          </p:cNvPr>
          <p:cNvSpPr>
            <a:spLocks xmlns:a="http://schemas.openxmlformats.org/drawingml/2006/main" noGrp="1"/>
          </p:cNvSpPr>
          <p:nvPr/>
        </p:nvSpPr>
        <p:spPr>
          <a:xfrm xmlns:a="http://schemas.openxmlformats.org/drawingml/2006/main">
            <a:off x="5895975" y="3371850"/>
            <a:ext cx="1181100" cy="43815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8" name="block-75">
            <a:extLst xmlns:a="http://schemas.openxmlformats.org/drawingml/2006/main">
              <a:ext uri="{FF2B5EF4-FFF2-40B4-BE49-F238E27FC236}">
                <a16:creationId xmlns:a16="http://schemas.microsoft.com/office/drawing/2014/main" id="{2A51F69C-8443-4028-AC13-9EDD34D31F74}"/>
              </a:ext>
            </a:extLst>
          </p:cNvPr>
          <p:cNvSpPr>
            <a:spLocks xmlns:a="http://schemas.openxmlformats.org/drawingml/2006/main" noGrp="1"/>
          </p:cNvSpPr>
          <p:nvPr/>
        </p:nvSpPr>
        <p:spPr>
          <a:xfrm xmlns:a="http://schemas.openxmlformats.org/drawingml/2006/main">
            <a:off x="2352675" y="3457575"/>
            <a:ext cx="34194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Training</a:t>
            </a:r>
          </a:p>
        </p:txBody>
      </p:sp>
      <p:sp>
        <p:nvSpPr>
          <p:cNvPr id="29" name="block-76">
            <a:extLst xmlns:a="http://schemas.openxmlformats.org/drawingml/2006/main">
              <a:ext uri="{FF2B5EF4-FFF2-40B4-BE49-F238E27FC236}">
                <a16:creationId xmlns:a16="http://schemas.microsoft.com/office/drawing/2014/main" id="{86597606-3552-4866-96F8-395AD6B6C584}"/>
              </a:ext>
            </a:extLst>
          </p:cNvPr>
          <p:cNvSpPr>
            <a:spLocks xmlns:a="http://schemas.openxmlformats.org/drawingml/2006/main" noGrp="1"/>
          </p:cNvSpPr>
          <p:nvPr/>
        </p:nvSpPr>
        <p:spPr>
          <a:xfrm xmlns:a="http://schemas.openxmlformats.org/drawingml/2006/main">
            <a:off x="5972175" y="3457575"/>
            <a:ext cx="1057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Bewertung</a:t>
            </a:r>
          </a:p>
        </p:txBody>
      </p:sp>
      <p:sp>
        <p:nvSpPr>
          <p:cNvPr id="30" name="block-77">
            <a:extLst xmlns:a="http://schemas.openxmlformats.org/drawingml/2006/main">
              <a:ext uri="{FF2B5EF4-FFF2-40B4-BE49-F238E27FC236}">
                <a16:creationId xmlns:a16="http://schemas.microsoft.com/office/drawing/2014/main" id="{26955164-7E2B-4170-AA6D-2717E74FEFE0}"/>
              </a:ext>
            </a:extLst>
          </p:cNvPr>
          <p:cNvSpPr>
            <a:spLocks xmlns:a="http://schemas.openxmlformats.org/drawingml/2006/main" noGrp="1"/>
          </p:cNvSpPr>
          <p:nvPr/>
        </p:nvSpPr>
        <p:spPr>
          <a:xfrm xmlns:a="http://schemas.openxmlformats.org/drawingml/2006/main">
            <a:off x="609600" y="4067175"/>
            <a:ext cx="147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Fold 3</a:t>
            </a:r>
          </a:p>
        </p:txBody>
      </p:sp>
      <p:sp>
        <p:nvSpPr>
          <p:cNvPr id="31" name="block-78">
            <a:extLst xmlns:a="http://schemas.openxmlformats.org/drawingml/2006/main">
              <a:ext uri="{FF2B5EF4-FFF2-40B4-BE49-F238E27FC236}">
                <a16:creationId xmlns:a16="http://schemas.microsoft.com/office/drawing/2014/main" id="{AB5399A2-344A-4737-960B-5E08685504D7}"/>
              </a:ext>
            </a:extLst>
          </p:cNvPr>
          <p:cNvSpPr>
            <a:spLocks xmlns:a="http://schemas.openxmlformats.org/drawingml/2006/main" noGrp="1"/>
          </p:cNvSpPr>
          <p:nvPr/>
        </p:nvSpPr>
        <p:spPr>
          <a:xfrm xmlns:a="http://schemas.openxmlformats.org/drawingml/2006/main">
            <a:off x="2238375" y="3981450"/>
            <a:ext cx="4838700" cy="438150"/>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32" name="block-79">
            <a:extLst xmlns:a="http://schemas.openxmlformats.org/drawingml/2006/main">
              <a:ext uri="{FF2B5EF4-FFF2-40B4-BE49-F238E27FC236}">
                <a16:creationId xmlns:a16="http://schemas.microsoft.com/office/drawing/2014/main" id="{1B307206-85BC-4C6B-8E5C-C52F8F615D21}"/>
              </a:ext>
            </a:extLst>
          </p:cNvPr>
          <p:cNvSpPr>
            <a:spLocks xmlns:a="http://schemas.openxmlformats.org/drawingml/2006/main" noGrp="1"/>
          </p:cNvSpPr>
          <p:nvPr/>
        </p:nvSpPr>
        <p:spPr>
          <a:xfrm xmlns:a="http://schemas.openxmlformats.org/drawingml/2006/main">
            <a:off x="7115175" y="3981450"/>
            <a:ext cx="1181100" cy="43815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33" name="block-80">
            <a:extLst xmlns:a="http://schemas.openxmlformats.org/drawingml/2006/main">
              <a:ext uri="{FF2B5EF4-FFF2-40B4-BE49-F238E27FC236}">
                <a16:creationId xmlns:a16="http://schemas.microsoft.com/office/drawing/2014/main" id="{0373FD3D-F2E9-48C2-BB5D-5843D0E31A3E}"/>
              </a:ext>
            </a:extLst>
          </p:cNvPr>
          <p:cNvSpPr>
            <a:spLocks xmlns:a="http://schemas.openxmlformats.org/drawingml/2006/main" noGrp="1"/>
          </p:cNvSpPr>
          <p:nvPr/>
        </p:nvSpPr>
        <p:spPr>
          <a:xfrm xmlns:a="http://schemas.openxmlformats.org/drawingml/2006/main">
            <a:off x="2352675" y="4067175"/>
            <a:ext cx="4638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Training</a:t>
            </a:r>
          </a:p>
        </p:txBody>
      </p:sp>
      <p:sp>
        <p:nvSpPr>
          <p:cNvPr id="34" name="block-81">
            <a:extLst xmlns:a="http://schemas.openxmlformats.org/drawingml/2006/main">
              <a:ext uri="{FF2B5EF4-FFF2-40B4-BE49-F238E27FC236}">
                <a16:creationId xmlns:a16="http://schemas.microsoft.com/office/drawing/2014/main" id="{8E8AFC4E-33B8-4D5C-93E4-C83E358C0B8D}"/>
              </a:ext>
            </a:extLst>
          </p:cNvPr>
          <p:cNvSpPr>
            <a:spLocks xmlns:a="http://schemas.openxmlformats.org/drawingml/2006/main" noGrp="1"/>
          </p:cNvSpPr>
          <p:nvPr/>
        </p:nvSpPr>
        <p:spPr>
          <a:xfrm xmlns:a="http://schemas.openxmlformats.org/drawingml/2006/main">
            <a:off x="7191375" y="4067175"/>
            <a:ext cx="1057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Bewertung</a:t>
            </a:r>
          </a:p>
        </p:txBody>
      </p:sp>
      <p:sp>
        <p:nvSpPr>
          <p:cNvPr id="35" name="block-82">
            <a:extLst xmlns:a="http://schemas.openxmlformats.org/drawingml/2006/main">
              <a:ext uri="{FF2B5EF4-FFF2-40B4-BE49-F238E27FC236}">
                <a16:creationId xmlns:a16="http://schemas.microsoft.com/office/drawing/2014/main" id="{577A120E-B00D-4255-91BF-53D4F92B7CAD}"/>
              </a:ext>
            </a:extLst>
          </p:cNvPr>
          <p:cNvSpPr>
            <a:spLocks xmlns:a="http://schemas.openxmlformats.org/drawingml/2006/main" noGrp="1"/>
          </p:cNvSpPr>
          <p:nvPr/>
        </p:nvSpPr>
        <p:spPr>
          <a:xfrm xmlns:a="http://schemas.openxmlformats.org/drawingml/2006/main">
            <a:off x="609600" y="4676775"/>
            <a:ext cx="1638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A86505"/>
                </a:solidFill>
                <a:latin typeface="IBM Plex Sans"/>
                <a:ea typeface="IBM Plex Sans"/>
                <a:cs typeface="IBM Plex Sans"/>
              </a:defRPr>
            </a:pPr>
            <a:r>
              <a:rPr sz="1875" b="1">
                <a:solidFill>
                  <a:srgbClr val="A86505"/>
                </a:solidFill>
                <a:latin typeface="IBM Plex Sans"/>
                <a:ea typeface="IBM Plex Sans"/>
                <a:cs typeface="IBM Plex Sans"/>
              </a:rPr>
              <a:t>Kalibrierung</a:t>
            </a:r>
          </a:p>
        </p:txBody>
      </p:sp>
      <p:sp>
        <p:nvSpPr>
          <p:cNvPr id="36" name="block-83">
            <a:extLst xmlns:a="http://schemas.openxmlformats.org/drawingml/2006/main">
              <a:ext uri="{FF2B5EF4-FFF2-40B4-BE49-F238E27FC236}">
                <a16:creationId xmlns:a16="http://schemas.microsoft.com/office/drawing/2014/main" id="{252D6FD8-ED01-4399-A7EB-A93691735465}"/>
              </a:ext>
            </a:extLst>
          </p:cNvPr>
          <p:cNvSpPr>
            <a:spLocks xmlns:a="http://schemas.openxmlformats.org/drawingml/2006/main" noGrp="1"/>
          </p:cNvSpPr>
          <p:nvPr/>
        </p:nvSpPr>
        <p:spPr>
          <a:xfrm xmlns:a="http://schemas.openxmlformats.org/drawingml/2006/main">
            <a:off x="8334375" y="4591050"/>
            <a:ext cx="1181100" cy="438150"/>
          </a:xfrm>
          <a:prstGeom xmlns:a="http://schemas.openxmlformats.org/drawingml/2006/main" prst="rect">
            <a:avLst/>
          </a:prstGeom>
          <a:solidFill xmlns:a="http://schemas.openxmlformats.org/drawingml/2006/main">
            <a:srgbClr val="FFF0D4"/>
          </a:solidFill>
          <a:ln xmlns:a="http://schemas.openxmlformats.org/drawingml/2006/main" w="0">
            <a:noFill/>
          </a:ln>
        </p:spPr>
      </p:sp>
      <p:sp>
        <p:nvSpPr>
          <p:cNvPr id="37" name="block-84">
            <a:extLst xmlns:a="http://schemas.openxmlformats.org/drawingml/2006/main">
              <a:ext uri="{FF2B5EF4-FFF2-40B4-BE49-F238E27FC236}">
                <a16:creationId xmlns:a16="http://schemas.microsoft.com/office/drawing/2014/main" id="{9D0A0D01-9017-4BB4-923C-0FA51392DB0C}"/>
              </a:ext>
            </a:extLst>
          </p:cNvPr>
          <p:cNvSpPr>
            <a:spLocks xmlns:a="http://schemas.openxmlformats.org/drawingml/2006/main" noGrp="1"/>
          </p:cNvSpPr>
          <p:nvPr/>
        </p:nvSpPr>
        <p:spPr>
          <a:xfrm xmlns:a="http://schemas.openxmlformats.org/drawingml/2006/main">
            <a:off x="8429625" y="467677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A86505"/>
                </a:solidFill>
                <a:latin typeface="IBM Plex Sans"/>
                <a:ea typeface="IBM Plex Sans"/>
                <a:cs typeface="IBM Plex Sans"/>
              </a:defRPr>
            </a:pPr>
            <a:r>
              <a:rPr sz="1725" b="1">
                <a:solidFill>
                  <a:srgbClr val="A86505"/>
                </a:solidFill>
                <a:latin typeface="IBM Plex Sans"/>
                <a:ea typeface="IBM Plex Sans"/>
                <a:cs typeface="IBM Plex Sans"/>
              </a:rPr>
              <a:t>Nov–Dez</a:t>
            </a:r>
          </a:p>
        </p:txBody>
      </p:sp>
      <p:sp>
        <p:nvSpPr>
          <p:cNvPr id="38" name="block-85">
            <a:extLst xmlns:a="http://schemas.openxmlformats.org/drawingml/2006/main">
              <a:ext uri="{FF2B5EF4-FFF2-40B4-BE49-F238E27FC236}">
                <a16:creationId xmlns:a16="http://schemas.microsoft.com/office/drawing/2014/main" id="{79A7A938-B2BD-46F0-B877-E5B66A65172F}"/>
              </a:ext>
            </a:extLst>
          </p:cNvPr>
          <p:cNvSpPr>
            <a:spLocks xmlns:a="http://schemas.openxmlformats.org/drawingml/2006/main" noGrp="1"/>
          </p:cNvSpPr>
          <p:nvPr/>
        </p:nvSpPr>
        <p:spPr>
          <a:xfrm xmlns:a="http://schemas.openxmlformats.org/drawingml/2006/main">
            <a:off x="10144125" y="2457450"/>
            <a:ext cx="1438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063659"/>
                </a:solidFill>
                <a:latin typeface="IBM Plex Sans"/>
                <a:ea typeface="IBM Plex Sans"/>
                <a:cs typeface="IBM Plex Sans"/>
              </a:defRPr>
            </a:pPr>
            <a:r>
              <a:rPr sz="1725" b="1">
                <a:solidFill>
                  <a:srgbClr val="063659"/>
                </a:solidFill>
                <a:latin typeface="IBM Plex Sans"/>
                <a:ea typeface="IBM Plex Sans"/>
                <a:cs typeface="IBM Plex Sans"/>
              </a:rPr>
              <a:t>2025</a:t>
            </a:r>
          </a:p>
        </p:txBody>
      </p:sp>
      <p:sp>
        <p:nvSpPr>
          <p:cNvPr id="39" name="block-86">
            <a:extLst xmlns:a="http://schemas.openxmlformats.org/drawingml/2006/main">
              <a:ext uri="{FF2B5EF4-FFF2-40B4-BE49-F238E27FC236}">
                <a16:creationId xmlns:a16="http://schemas.microsoft.com/office/drawing/2014/main" id="{965A3A54-960B-471D-9483-ED02B98043BB}"/>
              </a:ext>
            </a:extLst>
          </p:cNvPr>
          <p:cNvSpPr>
            <a:spLocks xmlns:a="http://schemas.openxmlformats.org/drawingml/2006/main" noGrp="1"/>
          </p:cNvSpPr>
          <p:nvPr/>
        </p:nvSpPr>
        <p:spPr>
          <a:xfrm xmlns:a="http://schemas.openxmlformats.org/drawingml/2006/main">
            <a:off x="10144125" y="2762250"/>
            <a:ext cx="1438275" cy="2266950"/>
          </a:xfrm>
          <a:prstGeom xmlns:a="http://schemas.openxmlformats.org/drawingml/2006/main" prst="rect">
            <a:avLst/>
          </a:prstGeom>
          <a:solidFill xmlns:a="http://schemas.openxmlformats.org/drawingml/2006/main">
            <a:srgbClr val="F1F4F7"/>
          </a:solidFill>
          <a:ln xmlns:a="http://schemas.openxmlformats.org/drawingml/2006/main" w="0">
            <a:noFill/>
          </a:ln>
        </p:spPr>
      </p:sp>
      <p:sp>
        <p:nvSpPr>
          <p:cNvPr id="40" name="block-87">
            <a:extLst xmlns:a="http://schemas.openxmlformats.org/drawingml/2006/main">
              <a:ext uri="{FF2B5EF4-FFF2-40B4-BE49-F238E27FC236}">
                <a16:creationId xmlns:a16="http://schemas.microsoft.com/office/drawing/2014/main" id="{F407AABF-D940-4B00-B5AA-5C1CF28C8856}"/>
              </a:ext>
            </a:extLst>
          </p:cNvPr>
          <p:cNvSpPr>
            <a:spLocks xmlns:a="http://schemas.openxmlformats.org/drawingml/2006/main" noGrp="1"/>
          </p:cNvSpPr>
          <p:nvPr/>
        </p:nvSpPr>
        <p:spPr>
          <a:xfrm xmlns:a="http://schemas.openxmlformats.org/drawingml/2006/main">
            <a:off x="10277475" y="3571875"/>
            <a:ext cx="119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Testjahr</a:t>
            </a:r>
          </a:p>
        </p:txBody>
      </p:sp>
      <p:sp>
        <p:nvSpPr>
          <p:cNvPr id="41" name="block-88">
            <a:extLst xmlns:a="http://schemas.openxmlformats.org/drawingml/2006/main">
              <a:ext uri="{FF2B5EF4-FFF2-40B4-BE49-F238E27FC236}">
                <a16:creationId xmlns:a16="http://schemas.microsoft.com/office/drawing/2014/main" id="{69EE9545-69B3-495C-ACF2-E48BFF13588A}"/>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42" name="block-89">
            <a:extLst xmlns:a="http://schemas.openxmlformats.org/drawingml/2006/main">
              <a:ext uri="{FF2B5EF4-FFF2-40B4-BE49-F238E27FC236}">
                <a16:creationId xmlns:a16="http://schemas.microsoft.com/office/drawing/2014/main" id="{9A885364-55C6-4FA6-9D0F-41529DB53393}"/>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Jeder Bewertungszeitraum liegt vollständig nach seinem Trainingszeitraum.</a:t>
            </a:r>
          </a:p>
        </p:txBody>
      </p:sp>
    </p:spTree>
    <p:extLst>
      <p:ext uri="{BB962C8B-B14F-4D97-AF65-F5344CB8AC3E}">
        <p14:creationId xmlns:p14="http://schemas.microsoft.com/office/powerpoint/2010/main" val="19139557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90">
            <a:extLst xmlns:a="http://schemas.openxmlformats.org/drawingml/2006/main">
              <a:ext uri="{FF2B5EF4-FFF2-40B4-BE49-F238E27FC236}">
                <a16:creationId xmlns:a16="http://schemas.microsoft.com/office/drawing/2014/main" id="{7DDF97DA-B2B9-48C3-BA28-15557046B364}"/>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02  /  MODELLWAHL</a:t>
            </a:r>
          </a:p>
        </p:txBody>
      </p:sp>
      <p:sp>
        <p:nvSpPr>
          <p:cNvPr id="2" name="block-91">
            <a:extLst xmlns:a="http://schemas.openxmlformats.org/drawingml/2006/main">
              <a:ext uri="{FF2B5EF4-FFF2-40B4-BE49-F238E27FC236}">
                <a16:creationId xmlns:a16="http://schemas.microsoft.com/office/drawing/2014/main" id="{C7E3FC49-124C-4A5B-ABD2-B7CC27ACC1F1}"/>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24 Fits für eine kontrollierte Modellwahl</a:t>
            </a:r>
          </a:p>
        </p:txBody>
      </p:sp>
      <p:sp>
        <p:nvSpPr>
          <p:cNvPr id="3" name="block-92">
            <a:extLst xmlns:a="http://schemas.openxmlformats.org/drawingml/2006/main">
              <a:ext uri="{FF2B5EF4-FFF2-40B4-BE49-F238E27FC236}">
                <a16:creationId xmlns:a16="http://schemas.microsoft.com/office/drawing/2014/main" id="{CA6B629A-DB39-42A8-8781-94011DFEB9F2}"/>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Acht Einstellungen, drei Zeit-Folds. Auswahl nach dem mittleren CV-RMSE.</a:t>
            </a:r>
          </a:p>
        </p:txBody>
      </p:sp>
      <p:sp>
        <p:nvSpPr>
          <p:cNvPr id="4" name="block-93">
            <a:extLst xmlns:a="http://schemas.openxmlformats.org/drawingml/2006/main">
              <a:ext uri="{FF2B5EF4-FFF2-40B4-BE49-F238E27FC236}">
                <a16:creationId xmlns:a16="http://schemas.microsoft.com/office/drawing/2014/main" id="{442DA883-73E8-4B64-A548-D1915FFA281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8d493f227634fcb"/>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94">
            <a:extLst xmlns:a="http://schemas.openxmlformats.org/drawingml/2006/main">
              <a:ext uri="{FF2B5EF4-FFF2-40B4-BE49-F238E27FC236}">
                <a16:creationId xmlns:a16="http://schemas.microsoft.com/office/drawing/2014/main" id="{0F3541AA-D791-45B4-B0E0-066818D44A64}"/>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95">
            <a:extLst xmlns:a="http://schemas.openxmlformats.org/drawingml/2006/main">
              <a:ext uri="{FF2B5EF4-FFF2-40B4-BE49-F238E27FC236}">
                <a16:creationId xmlns:a16="http://schemas.microsoft.com/office/drawing/2014/main" id="{E1D4D987-1D73-401C-A775-ACA8F603F159}"/>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05 / 18</a:t>
            </a:r>
          </a:p>
        </p:txBody>
      </p:sp>
      <p:sp>
        <p:nvSpPr>
          <p:cNvPr id="8" name="block-96">
            <a:extLst xmlns:a="http://schemas.openxmlformats.org/drawingml/2006/main">
              <a:ext uri="{FF2B5EF4-FFF2-40B4-BE49-F238E27FC236}">
                <a16:creationId xmlns:a16="http://schemas.microsoft.com/office/drawing/2014/main" id="{43F95116-53AD-454D-9339-AE532C20C501}"/>
              </a:ext>
            </a:extLst>
          </p:cNvPr>
          <p:cNvSpPr>
            <a:spLocks xmlns:a="http://schemas.openxmlformats.org/drawingml/2006/main" noGrp="1"/>
          </p:cNvSpPr>
          <p:nvPr/>
        </p:nvSpPr>
        <p:spPr>
          <a:xfrm xmlns:a="http://schemas.openxmlformats.org/drawingml/2006/main">
            <a:off x="609600" y="2552700"/>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63659"/>
                </a:solidFill>
                <a:latin typeface="IBM Plex Sans"/>
                <a:ea typeface="IBM Plex Sans"/>
                <a:cs typeface="IBM Plex Sans"/>
              </a:defRPr>
            </a:pPr>
            <a:r>
              <a:rPr sz="2400" b="1">
                <a:solidFill>
                  <a:srgbClr val="063659"/>
                </a:solidFill>
                <a:latin typeface="IBM Plex Sans"/>
                <a:ea typeface="IBM Plex Sans"/>
                <a:cs typeface="IBM Plex Sans"/>
              </a:rPr>
              <a:t>Lineare Regression</a:t>
            </a:r>
          </a:p>
        </p:txBody>
      </p:sp>
      <p:sp>
        <p:nvSpPr>
          <p:cNvPr id="9" name="block-97">
            <a:extLst xmlns:a="http://schemas.openxmlformats.org/drawingml/2006/main">
              <a:ext uri="{FF2B5EF4-FFF2-40B4-BE49-F238E27FC236}">
                <a16:creationId xmlns:a16="http://schemas.microsoft.com/office/drawing/2014/main" id="{44D56366-B08D-48EE-9BBE-CBB8263D5A0C}"/>
              </a:ext>
            </a:extLst>
          </p:cNvPr>
          <p:cNvSpPr>
            <a:spLocks xmlns:a="http://schemas.openxmlformats.org/drawingml/2006/main" noGrp="1"/>
          </p:cNvSpPr>
          <p:nvPr/>
        </p:nvSpPr>
        <p:spPr>
          <a:xfrm xmlns:a="http://schemas.openxmlformats.org/drawingml/2006/main">
            <a:off x="609600" y="3076575"/>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Die nachvollziehbare Referenz</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für zusätzliche Modellkomplexität.</a:t>
            </a:r>
          </a:p>
        </p:txBody>
      </p:sp>
      <p:sp>
        <p:nvSpPr>
          <p:cNvPr id="10" name="block-98">
            <a:extLst xmlns:a="http://schemas.openxmlformats.org/drawingml/2006/main">
              <a:ext uri="{FF2B5EF4-FFF2-40B4-BE49-F238E27FC236}">
                <a16:creationId xmlns:a16="http://schemas.microsoft.com/office/drawing/2014/main" id="{C4A3F369-CA09-4E23-B8D9-2E9D5B4C23C7}"/>
              </a:ext>
            </a:extLst>
          </p:cNvPr>
          <p:cNvSpPr>
            <a:spLocks xmlns:a="http://schemas.openxmlformats.org/drawingml/2006/main" noGrp="1"/>
          </p:cNvSpPr>
          <p:nvPr/>
        </p:nvSpPr>
        <p:spPr>
          <a:xfrm xmlns:a="http://schemas.openxmlformats.org/drawingml/2006/main">
            <a:off x="609600" y="4276725"/>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080A0"/>
                </a:solidFill>
                <a:latin typeface="IBM Plex Sans"/>
                <a:ea typeface="IBM Plex Sans"/>
                <a:cs typeface="IBM Plex Sans"/>
              </a:defRPr>
            </a:pPr>
            <a:r>
              <a:rPr sz="2400" b="1">
                <a:solidFill>
                  <a:srgbClr val="0080A0"/>
                </a:solidFill>
                <a:latin typeface="IBM Plex Sans"/>
                <a:ea typeface="IBM Plex Sans"/>
                <a:cs typeface="IBM Plex Sans"/>
              </a:rPr>
              <a:t>Random Forest</a:t>
            </a:r>
          </a:p>
        </p:txBody>
      </p:sp>
      <p:sp>
        <p:nvSpPr>
          <p:cNvPr id="11" name="block-99">
            <a:extLst xmlns:a="http://schemas.openxmlformats.org/drawingml/2006/main">
              <a:ext uri="{FF2B5EF4-FFF2-40B4-BE49-F238E27FC236}">
                <a16:creationId xmlns:a16="http://schemas.microsoft.com/office/drawing/2014/main" id="{5C283981-7C3A-4DDC-AE70-A41FA351503B}"/>
              </a:ext>
            </a:extLst>
          </p:cNvPr>
          <p:cNvSpPr>
            <a:spLocks xmlns:a="http://schemas.openxmlformats.org/drawingml/2006/main" noGrp="1"/>
          </p:cNvSpPr>
          <p:nvPr/>
        </p:nvSpPr>
        <p:spPr>
          <a:xfrm xmlns:a="http://schemas.openxmlformats.org/drawingml/2006/main">
            <a:off x="609600" y="4800600"/>
            <a:ext cx="476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Nichtlineare Muster und</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Wechselwirkungen im Vergleich.</a:t>
            </a:r>
          </a:p>
        </p:txBody>
      </p:sp>
      <p:graphicFrame>
        <p:nvGraphicFramePr>
          <p:cNvPr id="25" name=""/>
          <p:cNvGraphicFramePr/>
          <p:nvPr/>
        </p:nvGraphicFramePr>
        <p:xfrm>
          <a:off xmlns:a="http://schemas.openxmlformats.org/drawingml/2006/main" x="5905500" y="2571750"/>
          <a:ext xmlns:a="http://schemas.openxmlformats.org/drawingml/2006/main" cx="5676900" cy="2305050"/>
        </p:xfrm>
        <a:graphic xmlns:a="http://schemas.openxmlformats.org/drawingml/2006/main">
          <a:graphicData uri="http://schemas.openxmlformats.org/drawingml/2006/table">
            <a:tbl>
              <a:tblPr/>
              <a:tblGrid>
                <a:gridCol w="2905125"/>
                <a:gridCol w="2771775"/>
              </a:tblGrid>
              <a:tr h="576263">
                <a:tc>
                  <a:txBody>
                    <a:bodyPr lIns="133350" tIns="85725" rIns="95250" bIns="85725"/>
                    <a:lstStyle/>
                    <a:p>
                      <a:r>
                        <a:rPr sz="1875" b="1">
                          <a:solidFill>
                            <a:srgbClr val="FFFFFF"/>
                          </a:solidFill>
                          <a:latin typeface="IBM Plex Sans"/>
                          <a:ea typeface="IBM Plex Sans"/>
                          <a:cs typeface="IBM Plex Sans"/>
                        </a:rPr>
                        <a:t>Parameter</a:t>
                      </a:r>
                    </a:p>
                  </a:txBody>
                  <a:tcPr marL="91440" marR="91440" marT="45720" marB="45720" anchor="ctr">
                    <a:solidFill>
                      <a:srgbClr val="063659"/>
                    </a:solidFill>
                  </a:tcPr>
                </a:tc>
                <a:tc>
                  <a:txBody>
                    <a:bodyPr lIns="133350" tIns="85725" rIns="95250" bIns="85725"/>
                    <a:lstStyle/>
                    <a:p>
                      <a:r>
                        <a:rPr sz="1875" b="1">
                          <a:solidFill>
                            <a:srgbClr val="FFFFFF"/>
                          </a:solidFill>
                          <a:latin typeface="IBM Plex Sans"/>
                          <a:ea typeface="IBM Plex Sans"/>
                          <a:cs typeface="IBM Plex Sans"/>
                        </a:rPr>
                        <a:t>Suchraum</a:t>
                      </a:r>
                    </a:p>
                  </a:txBody>
                  <a:tcPr marL="91440" marR="91440" marT="45720" marB="45720" anchor="ctr">
                    <a:solidFill>
                      <a:srgbClr val="063659"/>
                    </a:solidFill>
                  </a:tcPr>
                </a:tc>
              </a:tr>
              <a:tr h="576263">
                <a:tc>
                  <a:txBody>
                    <a:bodyPr lIns="133350" tIns="85725" rIns="95250" bIns="85725"/>
                    <a:lstStyle/>
                    <a:p>
                      <a:r>
                        <a:rPr sz="1875" b="0">
                          <a:solidFill>
                            <a:srgbClr val="141A21"/>
                          </a:solidFill>
                          <a:latin typeface="IBM Plex Sans"/>
                          <a:ea typeface="IBM Plex Sans"/>
                          <a:cs typeface="IBM Plex Sans"/>
                        </a:rPr>
                        <a:t>Baumtiefe</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8 / unbegrenzt</a:t>
                      </a:r>
                    </a:p>
                  </a:txBody>
                  <a:tcPr marL="91440" marR="91440" marT="45720" marB="45720" anchor="ctr">
                    <a:solidFill>
                      <a:srgbClr val="F1F4F7"/>
                    </a:solidFill>
                  </a:tcPr>
                </a:tc>
              </a:tr>
              <a:tr h="576263">
                <a:tc>
                  <a:txBody>
                    <a:bodyPr lIns="133350" tIns="85725" rIns="95250" bIns="85725"/>
                    <a:lstStyle/>
                    <a:p>
                      <a:r>
                        <a:rPr sz="1875" b="0">
                          <a:solidFill>
                            <a:srgbClr val="141A21"/>
                          </a:solidFill>
                          <a:latin typeface="IBM Plex Sans"/>
                          <a:ea typeface="IBM Plex Sans"/>
                          <a:cs typeface="IBM Plex Sans"/>
                        </a:rPr>
                        <a:t>Min. Fälle je Blatt</a:t>
                      </a:r>
                    </a:p>
                  </a:txBody>
                  <a:tcPr marL="91440" marR="91440" marT="45720" marB="45720" anchor="ctr">
                    <a:solidFill>
                      <a:srgbClr val="FFFFFF"/>
                    </a:solidFill>
                  </a:tcPr>
                </a:tc>
                <a:tc>
                  <a:txBody>
                    <a:bodyPr lIns="133350" tIns="85725" rIns="95250" bIns="85725"/>
                    <a:lstStyle/>
                    <a:p>
                      <a:r>
                        <a:rPr sz="1875" b="0">
                          <a:solidFill>
                            <a:srgbClr val="141A21"/>
                          </a:solidFill>
                          <a:latin typeface="IBM Plex Sans"/>
                          <a:ea typeface="IBM Plex Sans"/>
                          <a:cs typeface="IBM Plex Sans"/>
                        </a:rPr>
                        <a:t>5 / 20</a:t>
                      </a:r>
                    </a:p>
                  </a:txBody>
                  <a:tcPr marL="91440" marR="91440" marT="45720" marB="45720" anchor="ctr">
                    <a:solidFill>
                      <a:srgbClr val="FFFFFF"/>
                    </a:solidFill>
                  </a:tcPr>
                </a:tc>
              </a:tr>
              <a:tr h="576263">
                <a:tc>
                  <a:txBody>
                    <a:bodyPr lIns="133350" tIns="85725" rIns="95250" bIns="85725"/>
                    <a:lstStyle/>
                    <a:p>
                      <a:r>
                        <a:rPr sz="1875" b="0">
                          <a:solidFill>
                            <a:srgbClr val="141A21"/>
                          </a:solidFill>
                          <a:latin typeface="IBM Plex Sans"/>
                          <a:ea typeface="IBM Plex Sans"/>
                          <a:cs typeface="IBM Plex Sans"/>
                        </a:rPr>
                        <a:t>Merkmalsanteil</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0,7 / 1,0</a:t>
                      </a:r>
                    </a:p>
                  </a:txBody>
                  <a:tcPr marL="91440" marR="91440" marT="45720" marB="45720" anchor="ctr">
                    <a:solidFill>
                      <a:srgbClr val="F1F4F7"/>
                    </a:solidFill>
                  </a:tcPr>
                </a:tc>
              </a:tr>
            </a:tbl>
          </a:graphicData>
        </a:graphic>
      </p:graphicFrame>
      <p:sp>
        <p:nvSpPr>
          <p:cNvPr id="13" name="block-100">
            <a:extLst xmlns:a="http://schemas.openxmlformats.org/drawingml/2006/main">
              <a:ext uri="{FF2B5EF4-FFF2-40B4-BE49-F238E27FC236}">
                <a16:creationId xmlns:a16="http://schemas.microsoft.com/office/drawing/2014/main" id="{316FA7D9-4D01-424C-A66C-404DF67F68F8}"/>
              </a:ext>
            </a:extLst>
          </p:cNvPr>
          <p:cNvSpPr>
            <a:spLocks xmlns:a="http://schemas.openxmlformats.org/drawingml/2006/main" noGrp="1"/>
          </p:cNvSpPr>
          <p:nvPr/>
        </p:nvSpPr>
        <p:spPr>
          <a:xfrm xmlns:a="http://schemas.openxmlformats.org/drawingml/2006/main">
            <a:off x="5905500" y="5105400"/>
            <a:ext cx="5676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80A0"/>
                </a:solidFill>
                <a:latin typeface="IBM Plex Sans"/>
                <a:ea typeface="IBM Plex Sans"/>
                <a:cs typeface="IBM Plex Sans"/>
              </a:defRPr>
            </a:pPr>
            <a:r>
              <a:rPr sz="1950" b="1">
                <a:solidFill>
                  <a:srgbClr val="0080A0"/>
                </a:solidFill>
                <a:latin typeface="IBM Plex Sans"/>
                <a:ea typeface="IBM Plex Sans"/>
                <a:cs typeface="IBM Plex Sans"/>
              </a:rPr>
              <a:t>Gewählt: Tiefe 8, Blattgröße 5, Anteil 0,7</a:t>
            </a:r>
          </a:p>
        </p:txBody>
      </p:sp>
    </p:spTree>
    <p:extLst>
      <p:ext uri="{BB962C8B-B14F-4D97-AF65-F5344CB8AC3E}">
        <p14:creationId xmlns:p14="http://schemas.microsoft.com/office/powerpoint/2010/main" val="21681629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101">
            <a:extLst xmlns:a="http://schemas.openxmlformats.org/drawingml/2006/main">
              <a:ext uri="{FF2B5EF4-FFF2-40B4-BE49-F238E27FC236}">
                <a16:creationId xmlns:a16="http://schemas.microsoft.com/office/drawing/2014/main" id="{643E16C2-29A5-46DB-9A6A-CAFC35479C0F}"/>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03  /  VALIDIERUNGSERGEBNIS</a:t>
            </a:r>
          </a:p>
        </p:txBody>
      </p:sp>
      <p:sp>
        <p:nvSpPr>
          <p:cNvPr id="2" name="block-102">
            <a:extLst xmlns:a="http://schemas.openxmlformats.org/drawingml/2006/main">
              <a:ext uri="{FF2B5EF4-FFF2-40B4-BE49-F238E27FC236}">
                <a16:creationId xmlns:a16="http://schemas.microsoft.com/office/drawing/2014/main" id="{25312533-D609-43D5-9746-6B5DF1428155}"/>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Random Forest gewinnt im Mittel</a:t>
            </a:r>
          </a:p>
        </p:txBody>
      </p:sp>
      <p:sp>
        <p:nvSpPr>
          <p:cNvPr id="3" name="block-103">
            <a:extLst xmlns:a="http://schemas.openxmlformats.org/drawingml/2006/main">
              <a:ext uri="{FF2B5EF4-FFF2-40B4-BE49-F238E27FC236}">
                <a16:creationId xmlns:a16="http://schemas.microsoft.com/office/drawing/2014/main" id="{C1E61D5E-704B-4329-82A1-96C3C1AB5073}"/>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RMSE über drei Zeit-Folds 2024. Ein kleinerer Fehler ist besser.</a:t>
            </a:r>
          </a:p>
        </p:txBody>
      </p:sp>
      <p:sp>
        <p:nvSpPr>
          <p:cNvPr id="4" name="block-104">
            <a:extLst xmlns:a="http://schemas.openxmlformats.org/drawingml/2006/main">
              <a:ext uri="{FF2B5EF4-FFF2-40B4-BE49-F238E27FC236}">
                <a16:creationId xmlns:a16="http://schemas.microsoft.com/office/drawing/2014/main" id="{C7A9DC8C-5A72-473C-BEC6-DA4274115B9A}"/>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822f79ca56744b3"/>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05">
            <a:extLst xmlns:a="http://schemas.openxmlformats.org/drawingml/2006/main">
              <a:ext uri="{FF2B5EF4-FFF2-40B4-BE49-F238E27FC236}">
                <a16:creationId xmlns:a16="http://schemas.microsoft.com/office/drawing/2014/main" id="{B775CA3D-A789-43C8-93D7-0E7217628EB3}"/>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06">
            <a:extLst xmlns:a="http://schemas.openxmlformats.org/drawingml/2006/main">
              <a:ext uri="{FF2B5EF4-FFF2-40B4-BE49-F238E27FC236}">
                <a16:creationId xmlns:a16="http://schemas.microsoft.com/office/drawing/2014/main" id="{0EEC3059-3408-48C1-AD7C-7EE7CAC3360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06 / 18</a:t>
            </a:r>
          </a:p>
        </p:txBody>
      </p:sp>
      <p:graphicFrame>
        <p:nvGraphicFramePr>
          <p:cNvPr id="21" name="Chart"/>
          <p:cNvGraphicFramePr/>
          <p:nvPr/>
        </p:nvGraphicFramePr>
        <p:xfrm>
          <a:off xmlns:a="http://schemas.openxmlformats.org/drawingml/2006/main" x="514350" y="2343150"/>
          <a:ext xmlns:a="http://schemas.openxmlformats.org/drawingml/2006/main" cx="8143875" cy="3076575"/>
        </p:xfrm>
        <a:graphic xmlns:a="http://schemas.openxmlformats.org/drawingml/2006/main">
          <a:graphicData uri="http://schemas.openxmlformats.org/drawingml/2006/chart">
            <c:chart xmlns:r="http://schemas.openxmlformats.org/officeDocument/2006/relationships" xmlns:c="http://schemas.openxmlformats.org/drawingml/2006/chart" r:id="Rf35b5fca8e764c48"/>
          </a:graphicData>
        </a:graphic>
      </p:graphicFrame>
      <p:sp>
        <p:nvSpPr>
          <p:cNvPr id="9" name="block-107">
            <a:extLst xmlns:a="http://schemas.openxmlformats.org/drawingml/2006/main">
              <a:ext uri="{FF2B5EF4-FFF2-40B4-BE49-F238E27FC236}">
                <a16:creationId xmlns:a16="http://schemas.microsoft.com/office/drawing/2014/main" id="{13AD62D8-1565-4952-979B-142A9CA63712}"/>
              </a:ext>
            </a:extLst>
          </p:cNvPr>
          <p:cNvSpPr>
            <a:spLocks xmlns:a="http://schemas.openxmlformats.org/drawingml/2006/main" noGrp="1"/>
          </p:cNvSpPr>
          <p:nvPr/>
        </p:nvSpPr>
        <p:spPr>
          <a:xfrm xmlns:a="http://schemas.openxmlformats.org/drawingml/2006/main">
            <a:off x="9048750" y="26193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−2,7 %</a:t>
            </a:r>
          </a:p>
        </p:txBody>
      </p:sp>
      <p:sp>
        <p:nvSpPr>
          <p:cNvPr id="10" name="block-108">
            <a:extLst xmlns:a="http://schemas.openxmlformats.org/drawingml/2006/main">
              <a:ext uri="{FF2B5EF4-FFF2-40B4-BE49-F238E27FC236}">
                <a16:creationId xmlns:a16="http://schemas.microsoft.com/office/drawing/2014/main" id="{FA4B9A24-CC77-46B5-895E-6B7CC49F94D5}"/>
              </a:ext>
            </a:extLst>
          </p:cNvPr>
          <p:cNvSpPr>
            <a:spLocks xmlns:a="http://schemas.openxmlformats.org/drawingml/2006/main" noGrp="1"/>
          </p:cNvSpPr>
          <p:nvPr/>
        </p:nvSpPr>
        <p:spPr>
          <a:xfrm xmlns:a="http://schemas.openxmlformats.org/drawingml/2006/main">
            <a:off x="9048750" y="3400425"/>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gegenüber der</a:t>
            </a:r>
          </a:p>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linearen Regression</a:t>
            </a:r>
          </a:p>
        </p:txBody>
      </p:sp>
      <p:sp>
        <p:nvSpPr>
          <p:cNvPr id="11" name="block-109">
            <a:extLst xmlns:a="http://schemas.openxmlformats.org/drawingml/2006/main">
              <a:ext uri="{FF2B5EF4-FFF2-40B4-BE49-F238E27FC236}">
                <a16:creationId xmlns:a16="http://schemas.microsoft.com/office/drawing/2014/main" id="{B46A5BD2-96E6-469C-965D-02EB1EEC9450}"/>
              </a:ext>
            </a:extLst>
          </p:cNvPr>
          <p:cNvSpPr>
            <a:spLocks xmlns:a="http://schemas.openxmlformats.org/drawingml/2006/main" noGrp="1"/>
          </p:cNvSpPr>
          <p:nvPr/>
        </p:nvSpPr>
        <p:spPr>
          <a:xfrm xmlns:a="http://schemas.openxmlformats.org/drawingml/2006/main">
            <a:off x="9048750" y="4495800"/>
            <a:ext cx="25336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63659"/>
                </a:solidFill>
                <a:latin typeface="IBM Plex Sans"/>
                <a:ea typeface="IBM Plex Sans"/>
                <a:cs typeface="IBM Plex Sans"/>
              </a:defRPr>
            </a:pPr>
            <a:r>
              <a:rPr sz="1950" b="1">
                <a:solidFill>
                  <a:srgbClr val="063659"/>
                </a:solidFill>
                <a:latin typeface="IBM Plex Sans"/>
                <a:ea typeface="IBM Plex Sans"/>
                <a:cs typeface="IBM Plex Sans"/>
              </a:rPr>
              <a:t>13.272 kWh</a:t>
            </a:r>
          </a:p>
          <a:p xmlns:a="http://schemas.openxmlformats.org/drawingml/2006/main">
            <a:pPr>
              <a:defRPr sz="1950" b="1">
                <a:solidFill>
                  <a:srgbClr val="063659"/>
                </a:solidFill>
                <a:latin typeface="IBM Plex Sans"/>
                <a:ea typeface="IBM Plex Sans"/>
                <a:cs typeface="IBM Plex Sans"/>
              </a:defRPr>
            </a:pPr>
            <a:r>
              <a:rPr sz="1950" b="1">
                <a:solidFill>
                  <a:srgbClr val="063659"/>
                </a:solidFill>
                <a:latin typeface="IBM Plex Sans"/>
                <a:ea typeface="IBM Plex Sans"/>
                <a:cs typeface="IBM Plex Sans"/>
              </a:rPr>
              <a:t>mittlerer CV-RMSE</a:t>
            </a:r>
          </a:p>
        </p:txBody>
      </p:sp>
      <p:sp>
        <p:nvSpPr>
          <p:cNvPr id="12" name="block-110">
            <a:extLst xmlns:a="http://schemas.openxmlformats.org/drawingml/2006/main">
              <a:ext uri="{FF2B5EF4-FFF2-40B4-BE49-F238E27FC236}">
                <a16:creationId xmlns:a16="http://schemas.microsoft.com/office/drawing/2014/main" id="{58E26D25-75EC-4CE2-A44B-A542AF23BD2B}"/>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3" name="block-111">
            <a:extLst xmlns:a="http://schemas.openxmlformats.org/drawingml/2006/main">
              <a:ext uri="{FF2B5EF4-FFF2-40B4-BE49-F238E27FC236}">
                <a16:creationId xmlns:a16="http://schemas.microsoft.com/office/drawing/2014/main" id="{DBA596B3-59E7-43A5-9180-29A654532C68}"/>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Der Vorsprung gilt im Mittel. Im dritten Fold liegt die lineare Regression vorn.</a:t>
            </a:r>
          </a:p>
        </p:txBody>
      </p:sp>
    </p:spTree>
    <p:extLst>
      <p:ext uri="{BB962C8B-B14F-4D97-AF65-F5344CB8AC3E}">
        <p14:creationId xmlns:p14="http://schemas.microsoft.com/office/powerpoint/2010/main" val="99515277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112">
            <a:extLst xmlns:a="http://schemas.openxmlformats.org/drawingml/2006/main">
              <a:ext uri="{FF2B5EF4-FFF2-40B4-BE49-F238E27FC236}">
                <a16:creationId xmlns:a16="http://schemas.microsoft.com/office/drawing/2014/main" id="{DA8349D2-662A-461B-A5E9-476B1DAD8B39}"/>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03  /  BENCHMARK 2025</a:t>
            </a:r>
          </a:p>
        </p:txBody>
      </p:sp>
      <p:sp>
        <p:nvSpPr>
          <p:cNvPr id="2" name="block-113">
            <a:extLst xmlns:a="http://schemas.openxmlformats.org/drawingml/2006/main">
              <a:ext uri="{FF2B5EF4-FFF2-40B4-BE49-F238E27FC236}">
                <a16:creationId xmlns:a16="http://schemas.microsoft.com/office/drawing/2014/main" id="{5042B847-A7DB-46B8-98DE-CB8E5D264936}"/>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15,9 % geringerer RMSE als die beste Baseline</a:t>
            </a:r>
          </a:p>
        </p:txBody>
      </p:sp>
      <p:sp>
        <p:nvSpPr>
          <p:cNvPr id="3" name="block-114">
            <a:extLst xmlns:a="http://schemas.openxmlformats.org/drawingml/2006/main">
              <a:ext uri="{FF2B5EF4-FFF2-40B4-BE49-F238E27FC236}">
                <a16:creationId xmlns:a16="http://schemas.microsoft.com/office/drawing/2014/main" id="{6B358CDA-05FE-4E73-9861-0A1D04EBD012}"/>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Retrospektiv: einen Monat vorhersagen und anschließend mit dem Istwert vergleichen.</a:t>
            </a:r>
          </a:p>
        </p:txBody>
      </p:sp>
      <p:sp>
        <p:nvSpPr>
          <p:cNvPr id="4" name="block-115">
            <a:extLst xmlns:a="http://schemas.openxmlformats.org/drawingml/2006/main">
              <a:ext uri="{FF2B5EF4-FFF2-40B4-BE49-F238E27FC236}">
                <a16:creationId xmlns:a16="http://schemas.microsoft.com/office/drawing/2014/main" id="{6DCCBCA3-9C92-4BD7-AB00-9C8B950580D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e67e3d60f3642e3"/>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16">
            <a:extLst xmlns:a="http://schemas.openxmlformats.org/drawingml/2006/main">
              <a:ext uri="{FF2B5EF4-FFF2-40B4-BE49-F238E27FC236}">
                <a16:creationId xmlns:a16="http://schemas.microsoft.com/office/drawing/2014/main" id="{ECFE45BB-2FB9-4D00-A65F-59B916B8129D}"/>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17">
            <a:extLst xmlns:a="http://schemas.openxmlformats.org/drawingml/2006/main">
              <a:ext uri="{FF2B5EF4-FFF2-40B4-BE49-F238E27FC236}">
                <a16:creationId xmlns:a16="http://schemas.microsoft.com/office/drawing/2014/main" id="{40B9704C-4F17-4FC3-94AD-55DC4A620BE8}"/>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07 / 18</a:t>
            </a:r>
          </a:p>
        </p:txBody>
      </p:sp>
      <p:graphicFrame>
        <p:nvGraphicFramePr>
          <p:cNvPr id="21" name="Chart"/>
          <p:cNvGraphicFramePr/>
          <p:nvPr/>
        </p:nvGraphicFramePr>
        <p:xfrm>
          <a:off xmlns:a="http://schemas.openxmlformats.org/drawingml/2006/main" x="514350" y="2343150"/>
          <a:ext xmlns:a="http://schemas.openxmlformats.org/drawingml/2006/main" cx="8143875" cy="3076575"/>
        </p:xfrm>
        <a:graphic xmlns:a="http://schemas.openxmlformats.org/drawingml/2006/main">
          <a:graphicData uri="http://schemas.openxmlformats.org/drawingml/2006/chart">
            <c:chart xmlns:r="http://schemas.openxmlformats.org/officeDocument/2006/relationships" xmlns:c="http://schemas.openxmlformats.org/drawingml/2006/chart" r:id="R654b94c089ac43d5"/>
          </a:graphicData>
        </a:graphic>
      </p:graphicFrame>
      <p:sp>
        <p:nvSpPr>
          <p:cNvPr id="9" name="block-118">
            <a:extLst xmlns:a="http://schemas.openxmlformats.org/drawingml/2006/main">
              <a:ext uri="{FF2B5EF4-FFF2-40B4-BE49-F238E27FC236}">
                <a16:creationId xmlns:a16="http://schemas.microsoft.com/office/drawing/2014/main" id="{2C62D1A0-130A-4C72-890C-0A8B08484455}"/>
              </a:ext>
            </a:extLst>
          </p:cNvPr>
          <p:cNvSpPr>
            <a:spLocks xmlns:a="http://schemas.openxmlformats.org/drawingml/2006/main" noGrp="1"/>
          </p:cNvSpPr>
          <p:nvPr/>
        </p:nvSpPr>
        <p:spPr>
          <a:xfrm xmlns:a="http://schemas.openxmlformats.org/drawingml/2006/main">
            <a:off x="9048750" y="26193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9.188</a:t>
            </a:r>
          </a:p>
        </p:txBody>
      </p:sp>
      <p:sp>
        <p:nvSpPr>
          <p:cNvPr id="10" name="block-119">
            <a:extLst xmlns:a="http://schemas.openxmlformats.org/drawingml/2006/main">
              <a:ext uri="{FF2B5EF4-FFF2-40B4-BE49-F238E27FC236}">
                <a16:creationId xmlns:a16="http://schemas.microsoft.com/office/drawing/2014/main" id="{7DAEFF7E-716B-4F76-872C-5A31998E588D}"/>
              </a:ext>
            </a:extLst>
          </p:cNvPr>
          <p:cNvSpPr>
            <a:spLocks xmlns:a="http://schemas.openxmlformats.org/drawingml/2006/main" noGrp="1"/>
          </p:cNvSpPr>
          <p:nvPr/>
        </p:nvSpPr>
        <p:spPr>
          <a:xfrm xmlns:a="http://schemas.openxmlformats.org/drawingml/2006/main">
            <a:off x="9048750" y="3400425"/>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RMSE in kWh</a:t>
            </a:r>
          </a:p>
        </p:txBody>
      </p:sp>
      <p:sp>
        <p:nvSpPr>
          <p:cNvPr id="11" name="block-120">
            <a:extLst xmlns:a="http://schemas.openxmlformats.org/drawingml/2006/main">
              <a:ext uri="{FF2B5EF4-FFF2-40B4-BE49-F238E27FC236}">
                <a16:creationId xmlns:a16="http://schemas.microsoft.com/office/drawing/2014/main" id="{C20816CD-DA1B-4E62-BCA3-CA839CD9A2F6}"/>
              </a:ext>
            </a:extLst>
          </p:cNvPr>
          <p:cNvSpPr>
            <a:spLocks xmlns:a="http://schemas.openxmlformats.org/drawingml/2006/main" noGrp="1"/>
          </p:cNvSpPr>
          <p:nvPr/>
        </p:nvSpPr>
        <p:spPr>
          <a:xfrm xmlns:a="http://schemas.openxmlformats.org/drawingml/2006/main">
            <a:off x="9048750" y="4248150"/>
            <a:ext cx="2524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825" b="1">
                <a:solidFill>
                  <a:srgbClr val="063659"/>
                </a:solidFill>
                <a:latin typeface="Geist Mono"/>
                <a:ea typeface="Geist Mono"/>
                <a:cs typeface="Geist Mono"/>
              </a:defRPr>
            </a:pPr>
            <a:r>
              <a:rPr sz="3825" b="1">
                <a:solidFill>
                  <a:srgbClr val="063659"/>
                </a:solidFill>
                <a:latin typeface="Geist Mono"/>
                <a:ea typeface="Geist Mono"/>
                <a:cs typeface="Geist Mono"/>
              </a:rPr>
              <a:t>3.725</a:t>
            </a:r>
          </a:p>
        </p:txBody>
      </p:sp>
      <p:sp>
        <p:nvSpPr>
          <p:cNvPr id="12" name="block-121">
            <a:extLst xmlns:a="http://schemas.openxmlformats.org/drawingml/2006/main">
              <a:ext uri="{FF2B5EF4-FFF2-40B4-BE49-F238E27FC236}">
                <a16:creationId xmlns:a16="http://schemas.microsoft.com/office/drawing/2014/main" id="{65F2953C-3C21-4C55-B191-8EF3089DBA01}"/>
              </a:ext>
            </a:extLst>
          </p:cNvPr>
          <p:cNvSpPr>
            <a:spLocks xmlns:a="http://schemas.openxmlformats.org/drawingml/2006/main" noGrp="1"/>
          </p:cNvSpPr>
          <p:nvPr/>
        </p:nvSpPr>
        <p:spPr>
          <a:xfrm xmlns:a="http://schemas.openxmlformats.org/drawingml/2006/main">
            <a:off x="9048750" y="4943475"/>
            <a:ext cx="2524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MAE in kWh</a:t>
            </a:r>
          </a:p>
        </p:txBody>
      </p:sp>
      <p:sp>
        <p:nvSpPr>
          <p:cNvPr id="13" name="block-122">
            <a:extLst xmlns:a="http://schemas.openxmlformats.org/drawingml/2006/main">
              <a:ext uri="{FF2B5EF4-FFF2-40B4-BE49-F238E27FC236}">
                <a16:creationId xmlns:a16="http://schemas.microsoft.com/office/drawing/2014/main" id="{58EE34EB-976E-4C24-8DE5-6169BE8EBFAC}"/>
              </a:ext>
            </a:extLst>
          </p:cNvPr>
          <p:cNvSpPr>
            <a:spLocks xmlns:a="http://schemas.openxmlformats.org/drawingml/2006/main" noGrp="1"/>
          </p:cNvSpPr>
          <p:nvPr/>
        </p:nvSpPr>
        <p:spPr>
          <a:xfrm xmlns:a="http://schemas.openxmlformats.org/drawingml/2006/main">
            <a:off x="609600" y="56197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E5A68"/>
                </a:solidFill>
                <a:latin typeface="IBM Plex Sans"/>
                <a:ea typeface="IBM Plex Sans"/>
                <a:cs typeface="IBM Plex Sans"/>
              </a:defRPr>
            </a:pPr>
            <a:r>
              <a:rPr sz="1650" b="0">
                <a:solidFill>
                  <a:srgbClr val="4E5A68"/>
                </a:solidFill>
                <a:latin typeface="IBM Plex Sans"/>
                <a:ea typeface="IBM Plex Sans"/>
                <a:cs typeface="IBM Plex Sans"/>
              </a:rPr>
              <a:t>RF, linear, 3-Monats-Mittel: n = 8.398. Vormonat: n = 8.388, zehn Vergleichswerte fehlen.</a:t>
            </a:r>
          </a:p>
        </p:txBody>
      </p:sp>
    </p:spTree>
    <p:extLst>
      <p:ext uri="{BB962C8B-B14F-4D97-AF65-F5344CB8AC3E}">
        <p14:creationId xmlns:p14="http://schemas.microsoft.com/office/powerpoint/2010/main" val="17949477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block-123">
            <a:extLst xmlns:a="http://schemas.openxmlformats.org/drawingml/2006/main">
              <a:ext uri="{FF2B5EF4-FFF2-40B4-BE49-F238E27FC236}">
                <a16:creationId xmlns:a16="http://schemas.microsoft.com/office/drawing/2014/main" id="{B1448B8F-718B-456C-A647-76B6DFF17279}"/>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03  /  ERKLÄRBARKEIT</a:t>
            </a:r>
          </a:p>
        </p:txBody>
      </p:sp>
      <p:sp>
        <p:nvSpPr>
          <p:cNvPr id="2" name="block-124">
            <a:extLst xmlns:a="http://schemas.openxmlformats.org/drawingml/2006/main">
              <a:ext uri="{FF2B5EF4-FFF2-40B4-BE49-F238E27FC236}">
                <a16:creationId xmlns:a16="http://schemas.microsoft.com/office/drawing/2014/main" id="{F3F43B31-8436-4A88-B570-D56C3FB20D88}"/>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Die Verbrauchshistorie trägt am stärksten</a:t>
            </a:r>
          </a:p>
        </p:txBody>
      </p:sp>
      <p:sp>
        <p:nvSpPr>
          <p:cNvPr id="3" name="block-125">
            <a:extLst xmlns:a="http://schemas.openxmlformats.org/drawingml/2006/main">
              <a:ext uri="{FF2B5EF4-FFF2-40B4-BE49-F238E27FC236}">
                <a16:creationId xmlns:a16="http://schemas.microsoft.com/office/drawing/2014/main" id="{4C769109-12B8-4FC4-AED0-CA8483FB6F9A}"/>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Zusätzlicher RMSE in kWh, wenn eine Informationsgruppe zufällig vertauscht wird.</a:t>
            </a:r>
          </a:p>
        </p:txBody>
      </p:sp>
      <p:sp>
        <p:nvSpPr>
          <p:cNvPr id="4" name="block-126">
            <a:extLst xmlns:a="http://schemas.openxmlformats.org/drawingml/2006/main">
              <a:ext uri="{FF2B5EF4-FFF2-40B4-BE49-F238E27FC236}">
                <a16:creationId xmlns:a16="http://schemas.microsoft.com/office/drawing/2014/main" id="{AF8E4746-0839-47B5-B56E-7279E116CC7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7935398f1314d79"/>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27">
            <a:extLst xmlns:a="http://schemas.openxmlformats.org/drawingml/2006/main">
              <a:ext uri="{FF2B5EF4-FFF2-40B4-BE49-F238E27FC236}">
                <a16:creationId xmlns:a16="http://schemas.microsoft.com/office/drawing/2014/main" id="{7D0F4A45-6E8B-4F6A-960D-E4BB09BCC05C}"/>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28">
            <a:extLst xmlns:a="http://schemas.openxmlformats.org/drawingml/2006/main">
              <a:ext uri="{FF2B5EF4-FFF2-40B4-BE49-F238E27FC236}">
                <a16:creationId xmlns:a16="http://schemas.microsoft.com/office/drawing/2014/main" id="{4C6B1D67-98D6-4B87-9CBA-7FB01D16BBEE}"/>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08 / 18</a:t>
            </a:r>
          </a:p>
        </p:txBody>
      </p:sp>
      <p:graphicFrame>
        <p:nvGraphicFramePr>
          <p:cNvPr id="18" name="Chart"/>
          <p:cNvGraphicFramePr/>
          <p:nvPr/>
        </p:nvGraphicFramePr>
        <p:xfrm>
          <a:off xmlns:a="http://schemas.openxmlformats.org/drawingml/2006/main" x="495300" y="2276475"/>
          <a:ext xmlns:a="http://schemas.openxmlformats.org/drawingml/2006/main" cx="11087100" cy="3248025"/>
        </p:xfrm>
        <a:graphic xmlns:a="http://schemas.openxmlformats.org/drawingml/2006/main">
          <a:graphicData uri="http://schemas.openxmlformats.org/drawingml/2006/chart">
            <c:chart xmlns:r="http://schemas.openxmlformats.org/officeDocument/2006/relationships" xmlns:c="http://schemas.openxmlformats.org/drawingml/2006/chart" r:id="R06f380a5ff134edf"/>
          </a:graphicData>
        </a:graphic>
      </p:graphicFrame>
      <p:sp>
        <p:nvSpPr>
          <p:cNvPr id="9" name="block-129">
            <a:extLst xmlns:a="http://schemas.openxmlformats.org/drawingml/2006/main">
              <a:ext uri="{FF2B5EF4-FFF2-40B4-BE49-F238E27FC236}">
                <a16:creationId xmlns:a16="http://schemas.microsoft.com/office/drawing/2014/main" id="{14F6B991-77D1-4F65-97B2-8505265C7B53}"/>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0" name="block-130">
            <a:extLst xmlns:a="http://schemas.openxmlformats.org/drawingml/2006/main">
              <a:ext uri="{FF2B5EF4-FFF2-40B4-BE49-F238E27FC236}">
                <a16:creationId xmlns:a16="http://schemas.microsoft.com/office/drawing/2014/main" id="{9EE44068-9D5B-4FFD-9B4E-1DD5A2496FD9}"/>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Permutation Importance beschreibt Modellnutzen. Sie belegt keine Ursache.</a:t>
            </a:r>
          </a:p>
        </p:txBody>
      </p:sp>
    </p:spTree>
    <p:extLst>
      <p:ext uri="{BB962C8B-B14F-4D97-AF65-F5344CB8AC3E}">
        <p14:creationId xmlns:p14="http://schemas.microsoft.com/office/powerpoint/2010/main" val="43810472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131">
            <a:extLst xmlns:a="http://schemas.openxmlformats.org/drawingml/2006/main">
              <a:ext uri="{FF2B5EF4-FFF2-40B4-BE49-F238E27FC236}">
                <a16:creationId xmlns:a16="http://schemas.microsoft.com/office/drawing/2014/main" id="{5FA3588D-B4B1-43C3-BBDA-AFD95C09D871}"/>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04  /  KALIBRIERUNG</a:t>
            </a:r>
          </a:p>
        </p:txBody>
      </p:sp>
      <p:sp>
        <p:nvSpPr>
          <p:cNvPr id="2" name="block-132">
            <a:extLst xmlns:a="http://schemas.openxmlformats.org/drawingml/2006/main">
              <a:ext uri="{FF2B5EF4-FFF2-40B4-BE49-F238E27FC236}">
                <a16:creationId xmlns:a16="http://schemas.microsoft.com/office/drawing/2014/main" id="{F236E3D4-0B78-4797-8210-BB84F5DEC6FC}"/>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q99 setzt die Grenze für einen Prüfhinweis</a:t>
            </a:r>
          </a:p>
        </p:txBody>
      </p:sp>
      <p:sp>
        <p:nvSpPr>
          <p:cNvPr id="3" name="block-133">
            <a:extLst xmlns:a="http://schemas.openxmlformats.org/drawingml/2006/main">
              <a:ext uri="{FF2B5EF4-FFF2-40B4-BE49-F238E27FC236}">
                <a16:creationId xmlns:a16="http://schemas.microsoft.com/office/drawing/2014/main" id="{2C2EF45D-BF51-4AF0-9601-1EA0CA841E3D}"/>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1.397 absolute Out-of-Fold-Fehler aus November und Dezember 2024.</a:t>
            </a:r>
          </a:p>
        </p:txBody>
      </p:sp>
      <p:sp>
        <p:nvSpPr>
          <p:cNvPr id="4" name="block-134">
            <a:extLst xmlns:a="http://schemas.openxmlformats.org/drawingml/2006/main">
              <a:ext uri="{FF2B5EF4-FFF2-40B4-BE49-F238E27FC236}">
                <a16:creationId xmlns:a16="http://schemas.microsoft.com/office/drawing/2014/main" id="{9EF81955-2743-422D-A43E-B3E47787A4E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74c23348ec9404d"/>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35">
            <a:extLst xmlns:a="http://schemas.openxmlformats.org/drawingml/2006/main">
              <a:ext uri="{FF2B5EF4-FFF2-40B4-BE49-F238E27FC236}">
                <a16:creationId xmlns:a16="http://schemas.microsoft.com/office/drawing/2014/main" id="{C762BDF3-795E-4B98-A996-0B1C10CE2FD8}"/>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36">
            <a:extLst xmlns:a="http://schemas.openxmlformats.org/drawingml/2006/main">
              <a:ext uri="{FF2B5EF4-FFF2-40B4-BE49-F238E27FC236}">
                <a16:creationId xmlns:a16="http://schemas.microsoft.com/office/drawing/2014/main" id="{671053F7-ABD9-4A5F-8440-1CBDED44EB30}"/>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09 / 18</a:t>
            </a:r>
          </a:p>
        </p:txBody>
      </p:sp>
      <p:graphicFrame>
        <p:nvGraphicFramePr>
          <p:cNvPr id="21" name="Chart"/>
          <p:cNvGraphicFramePr/>
          <p:nvPr/>
        </p:nvGraphicFramePr>
        <p:xfrm>
          <a:off xmlns:a="http://schemas.openxmlformats.org/drawingml/2006/main" x="514350" y="2371725"/>
          <a:ext xmlns:a="http://schemas.openxmlformats.org/drawingml/2006/main" cx="7962900" cy="3038475"/>
        </p:xfrm>
        <a:graphic xmlns:a="http://schemas.openxmlformats.org/drawingml/2006/main">
          <a:graphicData uri="http://schemas.openxmlformats.org/drawingml/2006/chart">
            <c:chart xmlns:r="http://schemas.openxmlformats.org/officeDocument/2006/relationships" xmlns:c="http://schemas.openxmlformats.org/drawingml/2006/chart" r:id="Rbf593aa783904f81"/>
          </a:graphicData>
        </a:graphic>
      </p:graphicFrame>
      <p:sp>
        <p:nvSpPr>
          <p:cNvPr id="9" name="block-137">
            <a:extLst xmlns:a="http://schemas.openxmlformats.org/drawingml/2006/main">
              <a:ext uri="{FF2B5EF4-FFF2-40B4-BE49-F238E27FC236}">
                <a16:creationId xmlns:a16="http://schemas.microsoft.com/office/drawing/2014/main" id="{023CC6A2-5182-44EB-8379-0555E56A25BB}"/>
              </a:ext>
            </a:extLst>
          </p:cNvPr>
          <p:cNvSpPr>
            <a:spLocks xmlns:a="http://schemas.openxmlformats.org/drawingml/2006/main" noGrp="1"/>
          </p:cNvSpPr>
          <p:nvPr/>
        </p:nvSpPr>
        <p:spPr>
          <a:xfrm xmlns:a="http://schemas.openxmlformats.org/drawingml/2006/main">
            <a:off x="8953500" y="2647950"/>
            <a:ext cx="2628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144,4</a:t>
            </a:r>
          </a:p>
        </p:txBody>
      </p:sp>
      <p:sp>
        <p:nvSpPr>
          <p:cNvPr id="10" name="block-138">
            <a:extLst xmlns:a="http://schemas.openxmlformats.org/drawingml/2006/main">
              <a:ext uri="{FF2B5EF4-FFF2-40B4-BE49-F238E27FC236}">
                <a16:creationId xmlns:a16="http://schemas.microsoft.com/office/drawing/2014/main" id="{9F5625B3-4CB5-44F8-9926-1D3D119C1CE8}"/>
              </a:ext>
            </a:extLst>
          </p:cNvPr>
          <p:cNvSpPr>
            <a:spLocks xmlns:a="http://schemas.openxmlformats.org/drawingml/2006/main" noGrp="1"/>
          </p:cNvSpPr>
          <p:nvPr/>
        </p:nvSpPr>
        <p:spPr>
          <a:xfrm xmlns:a="http://schemas.openxmlformats.org/drawingml/2006/main">
            <a:off x="8953500" y="3429000"/>
            <a:ext cx="2628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VLS-h</a:t>
            </a:r>
          </a:p>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99. Perzentil</a:t>
            </a:r>
          </a:p>
        </p:txBody>
      </p:sp>
      <p:sp>
        <p:nvSpPr>
          <p:cNvPr id="11" name="block-139">
            <a:extLst xmlns:a="http://schemas.openxmlformats.org/drawingml/2006/main">
              <a:ext uri="{FF2B5EF4-FFF2-40B4-BE49-F238E27FC236}">
                <a16:creationId xmlns:a16="http://schemas.microsoft.com/office/drawing/2014/main" id="{CDB437DE-2999-42D5-9CD0-96235F7FF508}"/>
              </a:ext>
            </a:extLst>
          </p:cNvPr>
          <p:cNvSpPr>
            <a:spLocks xmlns:a="http://schemas.openxmlformats.org/drawingml/2006/main" noGrp="1"/>
          </p:cNvSpPr>
          <p:nvPr/>
        </p:nvSpPr>
        <p:spPr>
          <a:xfrm xmlns:a="http://schemas.openxmlformats.org/drawingml/2006/main">
            <a:off x="8953500" y="4552950"/>
            <a:ext cx="26289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A86505"/>
                </a:solidFill>
                <a:latin typeface="IBM Plex Sans"/>
                <a:ea typeface="IBM Plex Sans"/>
                <a:cs typeface="IBM Plex Sans"/>
              </a:defRPr>
            </a:pPr>
            <a:r>
              <a:rPr sz="2100" b="1">
                <a:solidFill>
                  <a:srgbClr val="A86505"/>
                </a:solidFill>
                <a:latin typeface="IBM Plex Sans"/>
                <a:ea typeface="IBM Plex Sans"/>
                <a:cs typeface="IBM Plex Sans"/>
              </a:rPr>
              <a:t>14 von 1.397</a:t>
            </a:r>
          </a:p>
          <a:p xmlns:a="http://schemas.openxmlformats.org/drawingml/2006/main">
            <a:pPr>
              <a:defRPr sz="2100" b="1">
                <a:solidFill>
                  <a:srgbClr val="A86505"/>
                </a:solidFill>
                <a:latin typeface="IBM Plex Sans"/>
                <a:ea typeface="IBM Plex Sans"/>
                <a:cs typeface="IBM Plex Sans"/>
              </a:defRPr>
            </a:pPr>
            <a:r>
              <a:rPr sz="2100" b="1">
                <a:solidFill>
                  <a:srgbClr val="A86505"/>
                </a:solidFill>
                <a:latin typeface="IBM Plex Sans"/>
                <a:ea typeface="IBM Plex Sans"/>
                <a:cs typeface="IBM Plex Sans"/>
              </a:rPr>
              <a:t>Fehlern darüber</a:t>
            </a:r>
          </a:p>
        </p:txBody>
      </p:sp>
      <p:sp>
        <p:nvSpPr>
          <p:cNvPr id="12" name="block-140">
            <a:extLst xmlns:a="http://schemas.openxmlformats.org/drawingml/2006/main">
              <a:ext uri="{FF2B5EF4-FFF2-40B4-BE49-F238E27FC236}">
                <a16:creationId xmlns:a16="http://schemas.microsoft.com/office/drawing/2014/main" id="{2BCCDFAC-EF3C-42CB-BDA7-1E464E689A7D}"/>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3" name="block-141">
            <a:extLst xmlns:a="http://schemas.openxmlformats.org/drawingml/2006/main">
              <a:ext uri="{FF2B5EF4-FFF2-40B4-BE49-F238E27FC236}">
                <a16:creationId xmlns:a16="http://schemas.microsoft.com/office/drawing/2014/main" id="{ECCF8AA7-0B76-457B-99B2-A74534E621AE}"/>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q99 ist eine konservative Pilotgrenze. Sie liefert keine Defektwahrscheinlichkeit.</a:t>
            </a:r>
          </a:p>
        </p:txBody>
      </p:sp>
    </p:spTree>
    <p:extLst>
      <p:ext uri="{BB962C8B-B14F-4D97-AF65-F5344CB8AC3E}">
        <p14:creationId xmlns:p14="http://schemas.microsoft.com/office/powerpoint/2010/main" val="19565874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block-142">
            <a:extLst xmlns:a="http://schemas.openxmlformats.org/drawingml/2006/main">
              <a:ext uri="{FF2B5EF4-FFF2-40B4-BE49-F238E27FC236}">
                <a16:creationId xmlns:a16="http://schemas.microsoft.com/office/drawing/2014/main" id="{895620D5-8D1D-45D3-A517-8EC0A2881CD6}"/>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04  /  PRÜFVOLUMEN</a:t>
            </a:r>
          </a:p>
        </p:txBody>
      </p:sp>
      <p:sp>
        <p:nvSpPr>
          <p:cNvPr id="2" name="block-143">
            <a:extLst xmlns:a="http://schemas.openxmlformats.org/drawingml/2006/main">
              <a:ext uri="{FF2B5EF4-FFF2-40B4-BE49-F238E27FC236}">
                <a16:creationId xmlns:a16="http://schemas.microsoft.com/office/drawing/2014/main" id="{42E30DAE-1E96-4916-BE97-BD363B421EAD}"/>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114 Hinweise im Benchmarkjahr 2025</a:t>
            </a:r>
          </a:p>
        </p:txBody>
      </p:sp>
      <p:sp>
        <p:nvSpPr>
          <p:cNvPr id="3" name="block-144">
            <a:extLst xmlns:a="http://schemas.openxmlformats.org/drawingml/2006/main">
              <a:ext uri="{FF2B5EF4-FFF2-40B4-BE49-F238E27FC236}">
                <a16:creationId xmlns:a16="http://schemas.microsoft.com/office/drawing/2014/main" id="{8BD8F755-3D74-4B2F-B1FF-7F0A876971CD}"/>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Die Ende 2024 kalibrierte q99-Grenze bleibt unverändert.</a:t>
            </a:r>
          </a:p>
        </p:txBody>
      </p:sp>
      <p:sp>
        <p:nvSpPr>
          <p:cNvPr id="4" name="block-145">
            <a:extLst xmlns:a="http://schemas.openxmlformats.org/drawingml/2006/main">
              <a:ext uri="{FF2B5EF4-FFF2-40B4-BE49-F238E27FC236}">
                <a16:creationId xmlns:a16="http://schemas.microsoft.com/office/drawing/2014/main" id="{3B24574B-D26A-4185-9046-49DC86C285C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314c552c7da48a5"/>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46">
            <a:extLst xmlns:a="http://schemas.openxmlformats.org/drawingml/2006/main">
              <a:ext uri="{FF2B5EF4-FFF2-40B4-BE49-F238E27FC236}">
                <a16:creationId xmlns:a16="http://schemas.microsoft.com/office/drawing/2014/main" id="{41E8AA65-BB94-482C-8200-17832BE85EDA}"/>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47">
            <a:extLst xmlns:a="http://schemas.openxmlformats.org/drawingml/2006/main">
              <a:ext uri="{FF2B5EF4-FFF2-40B4-BE49-F238E27FC236}">
                <a16:creationId xmlns:a16="http://schemas.microsoft.com/office/drawing/2014/main" id="{8F69161C-46EC-4416-BC89-43683B1489ED}"/>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10 / 18</a:t>
            </a:r>
          </a:p>
        </p:txBody>
      </p:sp>
      <p:sp>
        <p:nvSpPr>
          <p:cNvPr id="8" name="block-148">
            <a:extLst xmlns:a="http://schemas.openxmlformats.org/drawingml/2006/main">
              <a:ext uri="{FF2B5EF4-FFF2-40B4-BE49-F238E27FC236}">
                <a16:creationId xmlns:a16="http://schemas.microsoft.com/office/drawing/2014/main" id="{24229BDF-3444-4EA3-AD1D-5F8D6B522C07}"/>
              </a:ext>
            </a:extLst>
          </p:cNvPr>
          <p:cNvSpPr>
            <a:spLocks xmlns:a="http://schemas.openxmlformats.org/drawingml/2006/main" noGrp="1"/>
          </p:cNvSpPr>
          <p:nvPr/>
        </p:nvSpPr>
        <p:spPr>
          <a:xfrm xmlns:a="http://schemas.openxmlformats.org/drawingml/2006/main">
            <a:off x="609600" y="23717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114</a:t>
            </a:r>
          </a:p>
        </p:txBody>
      </p:sp>
      <p:sp>
        <p:nvSpPr>
          <p:cNvPr id="9" name="block-149">
            <a:extLst xmlns:a="http://schemas.openxmlformats.org/drawingml/2006/main">
              <a:ext uri="{FF2B5EF4-FFF2-40B4-BE49-F238E27FC236}">
                <a16:creationId xmlns:a16="http://schemas.microsoft.com/office/drawing/2014/main" id="{2560341A-DD0A-4B30-8580-7C0018367425}"/>
              </a:ext>
            </a:extLst>
          </p:cNvPr>
          <p:cNvSpPr>
            <a:spLocks xmlns:a="http://schemas.openxmlformats.org/drawingml/2006/main" noGrp="1"/>
          </p:cNvSpPr>
          <p:nvPr/>
        </p:nvSpPr>
        <p:spPr>
          <a:xfrm xmlns:a="http://schemas.openxmlformats.org/drawingml/2006/main">
            <a:off x="609600" y="31527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von 8.398 Zähler-Monaten</a:t>
            </a:r>
          </a:p>
        </p:txBody>
      </p:sp>
      <p:sp>
        <p:nvSpPr>
          <p:cNvPr id="10" name="block-150">
            <a:extLst xmlns:a="http://schemas.openxmlformats.org/drawingml/2006/main">
              <a:ext uri="{FF2B5EF4-FFF2-40B4-BE49-F238E27FC236}">
                <a16:creationId xmlns:a16="http://schemas.microsoft.com/office/drawing/2014/main" id="{BFBB347A-402F-49F6-8074-E93AC877D657}"/>
              </a:ext>
            </a:extLst>
          </p:cNvPr>
          <p:cNvSpPr>
            <a:spLocks xmlns:a="http://schemas.openxmlformats.org/drawingml/2006/main" noGrp="1"/>
          </p:cNvSpPr>
          <p:nvPr/>
        </p:nvSpPr>
        <p:spPr>
          <a:xfrm xmlns:a="http://schemas.openxmlformats.org/drawingml/2006/main">
            <a:off x="4562475" y="23717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1,36 %</a:t>
            </a:r>
          </a:p>
        </p:txBody>
      </p:sp>
      <p:sp>
        <p:nvSpPr>
          <p:cNvPr id="11" name="block-151">
            <a:extLst xmlns:a="http://schemas.openxmlformats.org/drawingml/2006/main">
              <a:ext uri="{FF2B5EF4-FFF2-40B4-BE49-F238E27FC236}">
                <a16:creationId xmlns:a16="http://schemas.microsoft.com/office/drawing/2014/main" id="{F6A54EC4-5778-47C6-B0A5-F8A2D78E110F}"/>
              </a:ext>
            </a:extLst>
          </p:cNvPr>
          <p:cNvSpPr>
            <a:spLocks xmlns:a="http://schemas.openxmlformats.org/drawingml/2006/main" noGrp="1"/>
          </p:cNvSpPr>
          <p:nvPr/>
        </p:nvSpPr>
        <p:spPr>
          <a:xfrm xmlns:a="http://schemas.openxmlformats.org/drawingml/2006/main">
            <a:off x="4562475" y="31527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Anteil mit Prüfhinweis</a:t>
            </a:r>
          </a:p>
        </p:txBody>
      </p:sp>
      <p:sp>
        <p:nvSpPr>
          <p:cNvPr id="12" name="block-152">
            <a:extLst xmlns:a="http://schemas.openxmlformats.org/drawingml/2006/main">
              <a:ext uri="{FF2B5EF4-FFF2-40B4-BE49-F238E27FC236}">
                <a16:creationId xmlns:a16="http://schemas.microsoft.com/office/drawing/2014/main" id="{0DF0FE42-EB8F-499A-8055-993B193CEB4F}"/>
              </a:ext>
            </a:extLst>
          </p:cNvPr>
          <p:cNvSpPr>
            <a:spLocks xmlns:a="http://schemas.openxmlformats.org/drawingml/2006/main" noGrp="1"/>
          </p:cNvSpPr>
          <p:nvPr/>
        </p:nvSpPr>
        <p:spPr>
          <a:xfrm xmlns:a="http://schemas.openxmlformats.org/drawingml/2006/main">
            <a:off x="8515350" y="2371725"/>
            <a:ext cx="3067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9,5</a:t>
            </a:r>
          </a:p>
        </p:txBody>
      </p:sp>
      <p:sp>
        <p:nvSpPr>
          <p:cNvPr id="13" name="block-153">
            <a:extLst xmlns:a="http://schemas.openxmlformats.org/drawingml/2006/main">
              <a:ext uri="{FF2B5EF4-FFF2-40B4-BE49-F238E27FC236}">
                <a16:creationId xmlns:a16="http://schemas.microsoft.com/office/drawing/2014/main" id="{BE17A333-7574-469E-A48F-045EF0894C1F}"/>
              </a:ext>
            </a:extLst>
          </p:cNvPr>
          <p:cNvSpPr>
            <a:spLocks xmlns:a="http://schemas.openxmlformats.org/drawingml/2006/main" noGrp="1"/>
          </p:cNvSpPr>
          <p:nvPr/>
        </p:nvSpPr>
        <p:spPr>
          <a:xfrm xmlns:a="http://schemas.openxmlformats.org/drawingml/2006/main">
            <a:off x="8515350" y="3152775"/>
            <a:ext cx="3067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Hinweise pro Monat</a:t>
            </a:r>
          </a:p>
        </p:txBody>
      </p:sp>
      <p:graphicFrame>
        <p:nvGraphicFramePr>
          <p:cNvPr id="29" name="Chart"/>
          <p:cNvGraphicFramePr/>
          <p:nvPr/>
        </p:nvGraphicFramePr>
        <p:xfrm>
          <a:off xmlns:a="http://schemas.openxmlformats.org/drawingml/2006/main" x="571500" y="4038600"/>
          <a:ext xmlns:a="http://schemas.openxmlformats.org/drawingml/2006/main" cx="11010900" cy="1590675"/>
        </p:xfrm>
        <a:graphic xmlns:a="http://schemas.openxmlformats.org/drawingml/2006/main">
          <a:graphicData uri="http://schemas.openxmlformats.org/drawingml/2006/chart">
            <c:chart xmlns:r="http://schemas.openxmlformats.org/officeDocument/2006/relationships" xmlns:c="http://schemas.openxmlformats.org/drawingml/2006/chart" r:id="R4b1e364a098144b6"/>
          </a:graphicData>
        </a:graphic>
      </p:graphicFrame>
      <p:sp>
        <p:nvSpPr>
          <p:cNvPr id="15" name="block-154">
            <a:extLst xmlns:a="http://schemas.openxmlformats.org/drawingml/2006/main">
              <a:ext uri="{FF2B5EF4-FFF2-40B4-BE49-F238E27FC236}">
                <a16:creationId xmlns:a16="http://schemas.microsoft.com/office/drawing/2014/main" id="{4E2F9295-9FF0-4A18-9BF5-2DCB6ED86872}"/>
              </a:ext>
            </a:extLst>
          </p:cNvPr>
          <p:cNvSpPr>
            <a:spLocks xmlns:a="http://schemas.openxmlformats.org/drawingml/2006/main" noGrp="1"/>
          </p:cNvSpPr>
          <p:nvPr/>
        </p:nvSpPr>
        <p:spPr>
          <a:xfrm xmlns:a="http://schemas.openxmlformats.org/drawingml/2006/main">
            <a:off x="609600" y="57721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E5A68"/>
                </a:solidFill>
                <a:latin typeface="IBM Plex Sans"/>
                <a:ea typeface="IBM Plex Sans"/>
                <a:cs typeface="IBM Plex Sans"/>
              </a:defRPr>
            </a:pPr>
            <a:r>
              <a:rPr sz="1650" b="0">
                <a:solidFill>
                  <a:srgbClr val="4E5A68"/>
                </a:solidFill>
                <a:latin typeface="IBM Plex Sans"/>
                <a:ea typeface="IBM Plex Sans"/>
                <a:cs typeface="IBM Plex Sans"/>
              </a:rPr>
              <a:t>107 Zähler betroffen. 68 ungewöhnlich hohe und 46 ungewöhnlich niedrige Verbräuche.</a:t>
            </a:r>
          </a:p>
        </p:txBody>
      </p:sp>
    </p:spTree>
    <p:extLst>
      <p:ext uri="{BB962C8B-B14F-4D97-AF65-F5344CB8AC3E}">
        <p14:creationId xmlns:p14="http://schemas.microsoft.com/office/powerpoint/2010/main" val="62864778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block-155">
            <a:extLst xmlns:a="http://schemas.openxmlformats.org/drawingml/2006/main">
              <a:ext uri="{FF2B5EF4-FFF2-40B4-BE49-F238E27FC236}">
                <a16:creationId xmlns:a16="http://schemas.microsoft.com/office/drawing/2014/main" id="{8C5F02D2-E4BE-409B-BEE5-EE53ADC06E61}"/>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05  /  FALLBEISPIEL 2025</a:t>
            </a:r>
          </a:p>
        </p:txBody>
      </p:sp>
      <p:sp>
        <p:nvSpPr>
          <p:cNvPr id="2" name="block-156">
            <a:extLst xmlns:a="http://schemas.openxmlformats.org/drawingml/2006/main">
              <a:ext uri="{FF2B5EF4-FFF2-40B4-BE49-F238E27FC236}">
                <a16:creationId xmlns:a16="http://schemas.microsoft.com/office/drawing/2014/main" id="{2D46956B-58D3-4D3F-8755-008E69DF43B1}"/>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ZL-00147: August löst eine Prüfung aus</a:t>
            </a:r>
          </a:p>
        </p:txBody>
      </p:sp>
      <p:sp>
        <p:nvSpPr>
          <p:cNvPr id="3" name="block-157">
            <a:extLst xmlns:a="http://schemas.openxmlformats.org/drawingml/2006/main">
              <a:ext uri="{FF2B5EF4-FFF2-40B4-BE49-F238E27FC236}">
                <a16:creationId xmlns:a16="http://schemas.microsoft.com/office/drawing/2014/main" id="{2F5CD3C4-BF71-4AEB-98BF-7E3D9F9B2292}"/>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49 kW Vertragsleistung. Die q99-Grenze entspricht ±7.073,4 kWh.</a:t>
            </a:r>
          </a:p>
        </p:txBody>
      </p:sp>
      <p:sp>
        <p:nvSpPr>
          <p:cNvPr id="4" name="block-158">
            <a:extLst xmlns:a="http://schemas.openxmlformats.org/drawingml/2006/main">
              <a:ext uri="{FF2B5EF4-FFF2-40B4-BE49-F238E27FC236}">
                <a16:creationId xmlns:a16="http://schemas.microsoft.com/office/drawing/2014/main" id="{9B5F17EA-5744-4183-81BA-D67F7F91A91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a28289cf925446e"/>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59">
            <a:extLst xmlns:a="http://schemas.openxmlformats.org/drawingml/2006/main">
              <a:ext uri="{FF2B5EF4-FFF2-40B4-BE49-F238E27FC236}">
                <a16:creationId xmlns:a16="http://schemas.microsoft.com/office/drawing/2014/main" id="{6C555AF4-5C59-41EC-A589-9497F42704CA}"/>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60">
            <a:extLst xmlns:a="http://schemas.openxmlformats.org/drawingml/2006/main">
              <a:ext uri="{FF2B5EF4-FFF2-40B4-BE49-F238E27FC236}">
                <a16:creationId xmlns:a16="http://schemas.microsoft.com/office/drawing/2014/main" id="{81F67BB9-4479-4C60-B95D-96C21933FC63}"/>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11 / 18</a:t>
            </a:r>
          </a:p>
        </p:txBody>
      </p:sp>
      <p:graphicFrame>
        <p:nvGraphicFramePr>
          <p:cNvPr id="24" name="Chart"/>
          <p:cNvGraphicFramePr/>
          <p:nvPr/>
        </p:nvGraphicFramePr>
        <p:xfrm>
          <a:off xmlns:a="http://schemas.openxmlformats.org/drawingml/2006/main" x="476250" y="2476500"/>
          <a:ext xmlns:a="http://schemas.openxmlformats.org/drawingml/2006/main" cx="7781925" cy="3028950"/>
        </p:xfrm>
        <a:graphic xmlns:a="http://schemas.openxmlformats.org/drawingml/2006/main">
          <a:graphicData uri="http://schemas.openxmlformats.org/drawingml/2006/chart">
            <c:chart xmlns:r="http://schemas.openxmlformats.org/officeDocument/2006/relationships" xmlns:c="http://schemas.openxmlformats.org/drawingml/2006/chart" r:id="R3688b6021eac446c"/>
          </a:graphicData>
        </a:graphic>
      </p:graphicFrame>
      <p:sp>
        <p:nvSpPr>
          <p:cNvPr id="9" name="block-161">
            <a:extLst xmlns:a="http://schemas.openxmlformats.org/drawingml/2006/main">
              <a:ext uri="{FF2B5EF4-FFF2-40B4-BE49-F238E27FC236}">
                <a16:creationId xmlns:a16="http://schemas.microsoft.com/office/drawing/2014/main" id="{5A959FAB-27AF-4302-9285-C9E92394C7E3}"/>
              </a:ext>
            </a:extLst>
          </p:cNvPr>
          <p:cNvSpPr>
            <a:spLocks xmlns:a="http://schemas.openxmlformats.org/drawingml/2006/main" noGrp="1"/>
          </p:cNvSpPr>
          <p:nvPr/>
        </p:nvSpPr>
        <p:spPr>
          <a:xfrm xmlns:a="http://schemas.openxmlformats.org/drawingml/2006/main">
            <a:off x="8715375" y="2514600"/>
            <a:ext cx="2867025" cy="38100"/>
          </a:xfrm>
          <a:prstGeom xmlns:a="http://schemas.openxmlformats.org/drawingml/2006/main" prst="rect">
            <a:avLst/>
          </a:prstGeom>
          <a:solidFill xmlns:a="http://schemas.openxmlformats.org/drawingml/2006/main">
            <a:srgbClr val="B3261E"/>
          </a:solidFill>
          <a:ln xmlns:a="http://schemas.openxmlformats.org/drawingml/2006/main" w="0">
            <a:noFill/>
          </a:ln>
        </p:spPr>
      </p:sp>
      <p:sp>
        <p:nvSpPr>
          <p:cNvPr id="10" name="block-162">
            <a:extLst xmlns:a="http://schemas.openxmlformats.org/drawingml/2006/main">
              <a:ext uri="{FF2B5EF4-FFF2-40B4-BE49-F238E27FC236}">
                <a16:creationId xmlns:a16="http://schemas.microsoft.com/office/drawing/2014/main" id="{A69D9092-9A9C-4616-91FF-6251BEAACFA1}"/>
              </a:ext>
            </a:extLst>
          </p:cNvPr>
          <p:cNvSpPr>
            <a:spLocks xmlns:a="http://schemas.openxmlformats.org/drawingml/2006/main" noGrp="1"/>
          </p:cNvSpPr>
          <p:nvPr/>
        </p:nvSpPr>
        <p:spPr>
          <a:xfrm xmlns:a="http://schemas.openxmlformats.org/drawingml/2006/main">
            <a:off x="8715375" y="2686050"/>
            <a:ext cx="28670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B3261E"/>
                </a:solidFill>
                <a:latin typeface="IBM Plex Sans"/>
                <a:ea typeface="IBM Plex Sans"/>
                <a:cs typeface="IBM Plex Sans"/>
              </a:defRPr>
            </a:pPr>
            <a:r>
              <a:rPr sz="1425" b="1">
                <a:solidFill>
                  <a:srgbClr val="B3261E"/>
                </a:solidFill>
                <a:latin typeface="IBM Plex Sans"/>
                <a:ea typeface="IBM Plex Sans"/>
                <a:cs typeface="IBM Plex Sans"/>
              </a:rPr>
              <a:t>AUGUST 2025</a:t>
            </a:r>
          </a:p>
        </p:txBody>
      </p:sp>
      <p:sp>
        <p:nvSpPr>
          <p:cNvPr id="11" name="block-163">
            <a:extLst xmlns:a="http://schemas.openxmlformats.org/drawingml/2006/main">
              <a:ext uri="{FF2B5EF4-FFF2-40B4-BE49-F238E27FC236}">
                <a16:creationId xmlns:a16="http://schemas.microsoft.com/office/drawing/2014/main" id="{4E2C0CFD-DC55-48CA-B27E-1CF479928ABD}"/>
              </a:ext>
            </a:extLst>
          </p:cNvPr>
          <p:cNvSpPr>
            <a:spLocks xmlns:a="http://schemas.openxmlformats.org/drawingml/2006/main" noGrp="1"/>
          </p:cNvSpPr>
          <p:nvPr/>
        </p:nvSpPr>
        <p:spPr>
          <a:xfrm xmlns:a="http://schemas.openxmlformats.org/drawingml/2006/main">
            <a:off x="8715375" y="3038475"/>
            <a:ext cx="28670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75" b="1">
                <a:solidFill>
                  <a:srgbClr val="B3261E"/>
                </a:solidFill>
                <a:latin typeface="Geist Mono"/>
                <a:ea typeface="Geist Mono"/>
                <a:cs typeface="Geist Mono"/>
              </a:defRPr>
            </a:pPr>
            <a:r>
              <a:rPr sz="4275" b="1">
                <a:solidFill>
                  <a:srgbClr val="B3261E"/>
                </a:solidFill>
                <a:latin typeface="Geist Mono"/>
                <a:ea typeface="Geist Mono"/>
                <a:cs typeface="Geist Mono"/>
              </a:rPr>
              <a:t>+2,30</a:t>
            </a:r>
          </a:p>
        </p:txBody>
      </p:sp>
      <p:sp>
        <p:nvSpPr>
          <p:cNvPr id="12" name="block-164">
            <a:extLst xmlns:a="http://schemas.openxmlformats.org/drawingml/2006/main">
              <a:ext uri="{FF2B5EF4-FFF2-40B4-BE49-F238E27FC236}">
                <a16:creationId xmlns:a16="http://schemas.microsoft.com/office/drawing/2014/main" id="{157357A3-C187-4997-BCE2-9485D853A5AE}"/>
              </a:ext>
            </a:extLst>
          </p:cNvPr>
          <p:cNvSpPr>
            <a:spLocks xmlns:a="http://schemas.openxmlformats.org/drawingml/2006/main" noGrp="1"/>
          </p:cNvSpPr>
          <p:nvPr/>
        </p:nvSpPr>
        <p:spPr>
          <a:xfrm xmlns:a="http://schemas.openxmlformats.org/drawingml/2006/main">
            <a:off x="8715375" y="3800475"/>
            <a:ext cx="28670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1A21"/>
                </a:solidFill>
                <a:latin typeface="IBM Plex Sans"/>
                <a:ea typeface="IBM Plex Sans"/>
                <a:cs typeface="IBM Plex Sans"/>
              </a:defRPr>
            </a:pPr>
            <a:r>
              <a:rPr sz="1875" b="0">
                <a:solidFill>
                  <a:srgbClr val="141A21"/>
                </a:solidFill>
                <a:latin typeface="IBM Plex Sans"/>
                <a:ea typeface="IBM Plex Sans"/>
                <a:cs typeface="IBM Plex Sans"/>
              </a:rPr>
              <a:t>Schwellenfaktor</a:t>
            </a:r>
          </a:p>
          <a:p xmlns:a="http://schemas.openxmlformats.org/drawingml/2006/main">
            <a:pPr>
              <a:defRPr sz="1875" b="0">
                <a:solidFill>
                  <a:srgbClr val="141A21"/>
                </a:solidFill>
                <a:latin typeface="IBM Plex Sans"/>
                <a:ea typeface="IBM Plex Sans"/>
                <a:cs typeface="IBM Plex Sans"/>
              </a:defRPr>
            </a:pPr>
            <a:r>
              <a:rPr sz="1875" b="0">
                <a:solidFill>
                  <a:srgbClr val="141A21"/>
                </a:solidFill>
                <a:latin typeface="IBM Plex Sans"/>
                <a:ea typeface="IBM Plex Sans"/>
                <a:cs typeface="IBM Plex Sans"/>
              </a:rPr>
              <a:t>+16.259,6 kWh Residuum</a:t>
            </a:r>
          </a:p>
        </p:txBody>
      </p:sp>
      <p:sp>
        <p:nvSpPr>
          <p:cNvPr id="13" name="block-165">
            <a:extLst xmlns:a="http://schemas.openxmlformats.org/drawingml/2006/main">
              <a:ext uri="{FF2B5EF4-FFF2-40B4-BE49-F238E27FC236}">
                <a16:creationId xmlns:a16="http://schemas.microsoft.com/office/drawing/2014/main" id="{65E2B03F-0F16-405F-8C58-EE94C8AB09DF}"/>
              </a:ext>
            </a:extLst>
          </p:cNvPr>
          <p:cNvSpPr>
            <a:spLocks xmlns:a="http://schemas.openxmlformats.org/drawingml/2006/main" noGrp="1"/>
          </p:cNvSpPr>
          <p:nvPr/>
        </p:nvSpPr>
        <p:spPr>
          <a:xfrm xmlns:a="http://schemas.openxmlformats.org/drawingml/2006/main">
            <a:off x="8715375" y="4705350"/>
            <a:ext cx="2867025" cy="28575"/>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4" name="block-166">
            <a:extLst xmlns:a="http://schemas.openxmlformats.org/drawingml/2006/main">
              <a:ext uri="{FF2B5EF4-FFF2-40B4-BE49-F238E27FC236}">
                <a16:creationId xmlns:a16="http://schemas.microsoft.com/office/drawing/2014/main" id="{08C4F0B4-E566-4F5A-9078-25103EF12256}"/>
              </a:ext>
            </a:extLst>
          </p:cNvPr>
          <p:cNvSpPr>
            <a:spLocks xmlns:a="http://schemas.openxmlformats.org/drawingml/2006/main" noGrp="1"/>
          </p:cNvSpPr>
          <p:nvPr/>
        </p:nvSpPr>
        <p:spPr>
          <a:xfrm xmlns:a="http://schemas.openxmlformats.org/drawingml/2006/main">
            <a:off x="8715375" y="4848225"/>
            <a:ext cx="28670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80A0"/>
                </a:solidFill>
                <a:latin typeface="IBM Plex Sans"/>
                <a:ea typeface="IBM Plex Sans"/>
                <a:cs typeface="IBM Plex Sans"/>
              </a:defRPr>
            </a:pPr>
            <a:r>
              <a:rPr sz="1875" b="1">
                <a:solidFill>
                  <a:srgbClr val="0080A0"/>
                </a:solidFill>
                <a:latin typeface="IBM Plex Sans"/>
                <a:ea typeface="IBM Plex Sans"/>
                <a:cs typeface="IBM Plex Sans"/>
              </a:rPr>
              <a:t>SEPTEMBER: −0,68</a:t>
            </a:r>
          </a:p>
        </p:txBody>
      </p:sp>
      <p:sp>
        <p:nvSpPr>
          <p:cNvPr id="15" name="block-167">
            <a:extLst xmlns:a="http://schemas.openxmlformats.org/drawingml/2006/main">
              <a:ext uri="{FF2B5EF4-FFF2-40B4-BE49-F238E27FC236}">
                <a16:creationId xmlns:a16="http://schemas.microsoft.com/office/drawing/2014/main" id="{5D522C8C-61D9-4E86-B4E4-D547AD803477}"/>
              </a:ext>
            </a:extLst>
          </p:cNvPr>
          <p:cNvSpPr>
            <a:spLocks xmlns:a="http://schemas.openxmlformats.org/drawingml/2006/main" noGrp="1"/>
          </p:cNvSpPr>
          <p:nvPr/>
        </p:nvSpPr>
        <p:spPr>
          <a:xfrm xmlns:a="http://schemas.openxmlformats.org/drawingml/2006/main">
            <a:off x="8715375" y="5257800"/>
            <a:ext cx="28670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4E5A68"/>
                </a:solidFill>
                <a:latin typeface="IBM Plex Sans"/>
                <a:ea typeface="IBM Plex Sans"/>
                <a:cs typeface="IBM Plex Sans"/>
              </a:defRPr>
            </a:pPr>
            <a:r>
              <a:rPr sz="1800" b="0">
                <a:solidFill>
                  <a:srgbClr val="4E5A68"/>
                </a:solidFill>
                <a:latin typeface="IBM Plex Sans"/>
                <a:ea typeface="IBM Plex Sans"/>
                <a:cs typeface="IBM Plex Sans"/>
              </a:rPr>
              <a:t>Innerhalb der Grenze</a:t>
            </a:r>
          </a:p>
        </p:txBody>
      </p:sp>
      <p:sp>
        <p:nvSpPr>
          <p:cNvPr id="16" name="block-168">
            <a:extLst xmlns:a="http://schemas.openxmlformats.org/drawingml/2006/main">
              <a:ext uri="{FF2B5EF4-FFF2-40B4-BE49-F238E27FC236}">
                <a16:creationId xmlns:a16="http://schemas.microsoft.com/office/drawing/2014/main" id="{E1A0318E-77CD-4028-A8F8-A4B187E54D64}"/>
              </a:ext>
            </a:extLst>
          </p:cNvPr>
          <p:cNvSpPr>
            <a:spLocks xmlns:a="http://schemas.openxmlformats.org/drawingml/2006/main" noGrp="1"/>
          </p:cNvSpPr>
          <p:nvPr/>
        </p:nvSpPr>
        <p:spPr>
          <a:xfrm xmlns:a="http://schemas.openxmlformats.org/drawingml/2006/main">
            <a:off x="609600" y="576262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63659"/>
                </a:solidFill>
                <a:latin typeface="IBM Plex Sans"/>
                <a:ea typeface="IBM Plex Sans"/>
                <a:cs typeface="IBM Plex Sans"/>
              </a:defRPr>
            </a:pPr>
            <a:r>
              <a:rPr sz="1650" b="0">
                <a:solidFill>
                  <a:srgbClr val="063659"/>
                </a:solidFill>
                <a:latin typeface="IBM Plex Sans"/>
                <a:ea typeface="IBM Plex Sans"/>
                <a:cs typeface="IBM Plex Sans"/>
              </a:rPr>
              <a:t>Faktor = VLS-Residuum ÷ 144,3547. Ein Betrag ≥ 1 erzeugt einen Prüfhinweis.</a:t>
            </a:r>
          </a:p>
        </p:txBody>
      </p:sp>
    </p:spTree>
    <p:extLst>
      <p:ext uri="{BB962C8B-B14F-4D97-AF65-F5344CB8AC3E}">
        <p14:creationId xmlns:p14="http://schemas.microsoft.com/office/powerpoint/2010/main" val="127724282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block-169">
            <a:extLst xmlns:a="http://schemas.openxmlformats.org/drawingml/2006/main">
              <a:ext uri="{FF2B5EF4-FFF2-40B4-BE49-F238E27FC236}">
                <a16:creationId xmlns:a16="http://schemas.microsoft.com/office/drawing/2014/main" id="{5430C672-0ED0-435B-9CAD-EF253FF2C8D0}"/>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05  /  LIVE-DEMO</a:t>
            </a:r>
          </a:p>
        </p:txBody>
      </p:sp>
      <p:sp>
        <p:nvSpPr>
          <p:cNvPr id="2" name="block-170">
            <a:extLst xmlns:a="http://schemas.openxmlformats.org/drawingml/2006/main">
              <a:ext uri="{FF2B5EF4-FFF2-40B4-BE49-F238E27FC236}">
                <a16:creationId xmlns:a16="http://schemas.microsoft.com/office/drawing/2014/main" id="{AA6A8338-15AF-4A05-90FF-361F32595C92}"/>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In zwei Minuten zum dokumentierten Prüffall</a:t>
            </a:r>
          </a:p>
        </p:txBody>
      </p:sp>
      <p:sp>
        <p:nvSpPr>
          <p:cNvPr id="3" name="block-171">
            <a:extLst xmlns:a="http://schemas.openxmlformats.org/drawingml/2006/main">
              <a:ext uri="{FF2B5EF4-FFF2-40B4-BE49-F238E27FC236}">
                <a16:creationId xmlns:a16="http://schemas.microsoft.com/office/drawing/2014/main" id="{34893807-1B55-49A4-9143-9AC5718A77FB}"/>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Lokale Demo mit retrospektiven Projektdaten. Keine Live-Anbindung.</a:t>
            </a:r>
          </a:p>
        </p:txBody>
      </p:sp>
      <p:sp>
        <p:nvSpPr>
          <p:cNvPr id="4" name="block-172">
            <a:extLst xmlns:a="http://schemas.openxmlformats.org/drawingml/2006/main">
              <a:ext uri="{FF2B5EF4-FFF2-40B4-BE49-F238E27FC236}">
                <a16:creationId xmlns:a16="http://schemas.microsoft.com/office/drawing/2014/main" id="{784773A0-31DB-4A73-87B0-5D98BA68DC3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c50339864a174b22"/>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73">
            <a:extLst xmlns:a="http://schemas.openxmlformats.org/drawingml/2006/main">
              <a:ext uri="{FF2B5EF4-FFF2-40B4-BE49-F238E27FC236}">
                <a16:creationId xmlns:a16="http://schemas.microsoft.com/office/drawing/2014/main" id="{6754ECBD-AF3D-4084-B15F-791A7339365B}"/>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74">
            <a:extLst xmlns:a="http://schemas.openxmlformats.org/drawingml/2006/main">
              <a:ext uri="{FF2B5EF4-FFF2-40B4-BE49-F238E27FC236}">
                <a16:creationId xmlns:a16="http://schemas.microsoft.com/office/drawing/2014/main" id="{D91167C4-2AF4-4704-9738-6C4A514B5F5C}"/>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12 / 18</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ac5c358eadce4d3c"/>
          <a:stretch xmlns:a="http://schemas.openxmlformats.org/drawingml/2006/main"/>
        </p:blipFill>
        <p:spPr>
          <a:xfrm xmlns:a="http://schemas.openxmlformats.org/drawingml/2006/main">
            <a:off x="1404938" y="2514600"/>
            <a:ext cx="5410200" cy="3381375"/>
          </a:xfrm>
          <a:prstGeom xmlns:a="http://schemas.openxmlformats.org/drawingml/2006/main" prst="rect">
            <a:avLst/>
          </a:prstGeom>
        </p:spPr>
      </p:pic>
      <p:sp>
        <p:nvSpPr>
          <p:cNvPr id="9" name="block-175">
            <a:extLst xmlns:a="http://schemas.openxmlformats.org/drawingml/2006/main">
              <a:ext uri="{FF2B5EF4-FFF2-40B4-BE49-F238E27FC236}">
                <a16:creationId xmlns:a16="http://schemas.microsoft.com/office/drawing/2014/main" id="{A980F56A-FE60-43CD-BD3F-3AB0B71FE850}"/>
              </a:ext>
            </a:extLst>
          </p:cNvPr>
          <p:cNvSpPr>
            <a:spLocks xmlns:a="http://schemas.openxmlformats.org/drawingml/2006/main" noGrp="1"/>
          </p:cNvSpPr>
          <p:nvPr/>
        </p:nvSpPr>
        <p:spPr>
          <a:xfrm xmlns:a="http://schemas.openxmlformats.org/drawingml/2006/main">
            <a:off x="7981950" y="25241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00:00</a:t>
            </a:r>
          </a:p>
        </p:txBody>
      </p:sp>
      <p:sp>
        <p:nvSpPr>
          <p:cNvPr id="10" name="block-176">
            <a:extLst xmlns:a="http://schemas.openxmlformats.org/drawingml/2006/main">
              <a:ext uri="{FF2B5EF4-FFF2-40B4-BE49-F238E27FC236}">
                <a16:creationId xmlns:a16="http://schemas.microsoft.com/office/drawing/2014/main" id="{D53A3113-51C5-46F3-A5E9-382C83724CCF}"/>
              </a:ext>
            </a:extLst>
          </p:cNvPr>
          <p:cNvSpPr>
            <a:spLocks xmlns:a="http://schemas.openxmlformats.org/drawingml/2006/main" noGrp="1"/>
          </p:cNvSpPr>
          <p:nvPr/>
        </p:nvSpPr>
        <p:spPr>
          <a:xfrm xmlns:a="http://schemas.openxmlformats.org/drawingml/2006/main">
            <a:off x="9039225" y="2524125"/>
            <a:ext cx="2543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63659"/>
                </a:solidFill>
                <a:latin typeface="IBM Plex Sans"/>
                <a:ea typeface="IBM Plex Sans"/>
                <a:cs typeface="IBM Plex Sans"/>
              </a:defRPr>
            </a:pPr>
            <a:r>
              <a:rPr sz="1800" b="0">
                <a:solidFill>
                  <a:srgbClr val="063659"/>
                </a:solidFill>
                <a:latin typeface="IBM Plex Sans"/>
                <a:ea typeface="IBM Plex Sans"/>
                <a:cs typeface="IBM Plex Sans"/>
              </a:rPr>
              <a:t>Schwelle und Umfang</a:t>
            </a:r>
          </a:p>
        </p:txBody>
      </p:sp>
      <p:sp>
        <p:nvSpPr>
          <p:cNvPr id="11" name="block-177">
            <a:extLst xmlns:a="http://schemas.openxmlformats.org/drawingml/2006/main">
              <a:ext uri="{FF2B5EF4-FFF2-40B4-BE49-F238E27FC236}">
                <a16:creationId xmlns:a16="http://schemas.microsoft.com/office/drawing/2014/main" id="{B75B30AC-D449-4052-87DE-8C11EAB34A73}"/>
              </a:ext>
            </a:extLst>
          </p:cNvPr>
          <p:cNvSpPr>
            <a:spLocks xmlns:a="http://schemas.openxmlformats.org/drawingml/2006/main" noGrp="1"/>
          </p:cNvSpPr>
          <p:nvPr/>
        </p:nvSpPr>
        <p:spPr>
          <a:xfrm xmlns:a="http://schemas.openxmlformats.org/drawingml/2006/main">
            <a:off x="7981950" y="29813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00:20</a:t>
            </a:r>
          </a:p>
        </p:txBody>
      </p:sp>
      <p:sp>
        <p:nvSpPr>
          <p:cNvPr id="12" name="block-178">
            <a:extLst xmlns:a="http://schemas.openxmlformats.org/drawingml/2006/main">
              <a:ext uri="{FF2B5EF4-FFF2-40B4-BE49-F238E27FC236}">
                <a16:creationId xmlns:a16="http://schemas.microsoft.com/office/drawing/2014/main" id="{C911E70E-8E92-43BF-A989-7B30FA4D07DA}"/>
              </a:ext>
            </a:extLst>
          </p:cNvPr>
          <p:cNvSpPr>
            <a:spLocks xmlns:a="http://schemas.openxmlformats.org/drawingml/2006/main" noGrp="1"/>
          </p:cNvSpPr>
          <p:nvPr/>
        </p:nvSpPr>
        <p:spPr>
          <a:xfrm xmlns:a="http://schemas.openxmlformats.org/drawingml/2006/main">
            <a:off x="9039225" y="2981325"/>
            <a:ext cx="2543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63659"/>
                </a:solidFill>
                <a:latin typeface="IBM Plex Sans"/>
                <a:ea typeface="IBM Plex Sans"/>
                <a:cs typeface="IBM Plex Sans"/>
              </a:defRPr>
            </a:pPr>
            <a:r>
              <a:rPr sz="1800" b="0">
                <a:solidFill>
                  <a:srgbClr val="063659"/>
                </a:solidFill>
                <a:latin typeface="IBM Plex Sans"/>
                <a:ea typeface="IBM Plex Sans"/>
                <a:cs typeface="IBM Plex Sans"/>
              </a:rPr>
              <a:t>2 hohe + 2 niedrige Fälle</a:t>
            </a:r>
          </a:p>
        </p:txBody>
      </p:sp>
      <p:sp>
        <p:nvSpPr>
          <p:cNvPr id="13" name="block-179">
            <a:extLst xmlns:a="http://schemas.openxmlformats.org/drawingml/2006/main">
              <a:ext uri="{FF2B5EF4-FFF2-40B4-BE49-F238E27FC236}">
                <a16:creationId xmlns:a16="http://schemas.microsoft.com/office/drawing/2014/main" id="{418EC204-F4D0-4184-88CC-E53A94F3EE9A}"/>
              </a:ext>
            </a:extLst>
          </p:cNvPr>
          <p:cNvSpPr>
            <a:spLocks xmlns:a="http://schemas.openxmlformats.org/drawingml/2006/main" noGrp="1"/>
          </p:cNvSpPr>
          <p:nvPr/>
        </p:nvSpPr>
        <p:spPr>
          <a:xfrm xmlns:a="http://schemas.openxmlformats.org/drawingml/2006/main">
            <a:off x="7981950" y="34385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00:40</a:t>
            </a:r>
          </a:p>
        </p:txBody>
      </p:sp>
      <p:sp>
        <p:nvSpPr>
          <p:cNvPr id="14" name="block-180">
            <a:extLst xmlns:a="http://schemas.openxmlformats.org/drawingml/2006/main">
              <a:ext uri="{FF2B5EF4-FFF2-40B4-BE49-F238E27FC236}">
                <a16:creationId xmlns:a16="http://schemas.microsoft.com/office/drawing/2014/main" id="{5D82E790-CD2D-4884-AD19-0995B6CACEDC}"/>
              </a:ext>
            </a:extLst>
          </p:cNvPr>
          <p:cNvSpPr>
            <a:spLocks xmlns:a="http://schemas.openxmlformats.org/drawingml/2006/main" noGrp="1"/>
          </p:cNvSpPr>
          <p:nvPr/>
        </p:nvSpPr>
        <p:spPr>
          <a:xfrm xmlns:a="http://schemas.openxmlformats.org/drawingml/2006/main">
            <a:off x="9039225" y="3438525"/>
            <a:ext cx="2543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63659"/>
                </a:solidFill>
                <a:latin typeface="IBM Plex Sans"/>
                <a:ea typeface="IBM Plex Sans"/>
                <a:cs typeface="IBM Plex Sans"/>
              </a:defRPr>
            </a:pPr>
            <a:r>
              <a:rPr sz="1800" b="0">
                <a:solidFill>
                  <a:srgbClr val="063659"/>
                </a:solidFill>
                <a:latin typeface="IBM Plex Sans"/>
                <a:ea typeface="IBM Plex Sans"/>
                <a:cs typeface="IBM Plex Sans"/>
              </a:rPr>
              <a:t>Fall öffnen</a:t>
            </a:r>
          </a:p>
        </p:txBody>
      </p:sp>
      <p:sp>
        <p:nvSpPr>
          <p:cNvPr id="15" name="block-181">
            <a:extLst xmlns:a="http://schemas.openxmlformats.org/drawingml/2006/main">
              <a:ext uri="{FF2B5EF4-FFF2-40B4-BE49-F238E27FC236}">
                <a16:creationId xmlns:a16="http://schemas.microsoft.com/office/drawing/2014/main" id="{90484198-F73C-4B0E-8294-048B4F782EF5}"/>
              </a:ext>
            </a:extLst>
          </p:cNvPr>
          <p:cNvSpPr>
            <a:spLocks xmlns:a="http://schemas.openxmlformats.org/drawingml/2006/main" noGrp="1"/>
          </p:cNvSpPr>
          <p:nvPr/>
        </p:nvSpPr>
        <p:spPr>
          <a:xfrm xmlns:a="http://schemas.openxmlformats.org/drawingml/2006/main">
            <a:off x="7981950" y="38957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01:10</a:t>
            </a:r>
          </a:p>
        </p:txBody>
      </p:sp>
      <p:sp>
        <p:nvSpPr>
          <p:cNvPr id="16" name="block-182">
            <a:extLst xmlns:a="http://schemas.openxmlformats.org/drawingml/2006/main">
              <a:ext uri="{FF2B5EF4-FFF2-40B4-BE49-F238E27FC236}">
                <a16:creationId xmlns:a16="http://schemas.microsoft.com/office/drawing/2014/main" id="{C2798AB8-5910-45E2-8C83-55F8BAA3C574}"/>
              </a:ext>
            </a:extLst>
          </p:cNvPr>
          <p:cNvSpPr>
            <a:spLocks xmlns:a="http://schemas.openxmlformats.org/drawingml/2006/main" noGrp="1"/>
          </p:cNvSpPr>
          <p:nvPr/>
        </p:nvSpPr>
        <p:spPr>
          <a:xfrm xmlns:a="http://schemas.openxmlformats.org/drawingml/2006/main">
            <a:off x="9039225" y="3895725"/>
            <a:ext cx="2543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63659"/>
                </a:solidFill>
                <a:latin typeface="IBM Plex Sans"/>
                <a:ea typeface="IBM Plex Sans"/>
                <a:cs typeface="IBM Plex Sans"/>
              </a:defRPr>
            </a:pPr>
            <a:r>
              <a:rPr sz="1800" b="0">
                <a:solidFill>
                  <a:srgbClr val="063659"/>
                </a:solidFill>
                <a:latin typeface="IBM Plex Sans"/>
                <a:ea typeface="IBM Plex Sans"/>
                <a:cs typeface="IBM Plex Sans"/>
              </a:rPr>
              <a:t>Kontext prüfen</a:t>
            </a:r>
          </a:p>
        </p:txBody>
      </p:sp>
      <p:sp>
        <p:nvSpPr>
          <p:cNvPr id="17" name="block-183">
            <a:extLst xmlns:a="http://schemas.openxmlformats.org/drawingml/2006/main">
              <a:ext uri="{FF2B5EF4-FFF2-40B4-BE49-F238E27FC236}">
                <a16:creationId xmlns:a16="http://schemas.microsoft.com/office/drawing/2014/main" id="{E7A1F1E9-DCD2-4B54-B7E7-2070BB986340}"/>
              </a:ext>
            </a:extLst>
          </p:cNvPr>
          <p:cNvSpPr>
            <a:spLocks xmlns:a="http://schemas.openxmlformats.org/drawingml/2006/main" noGrp="1"/>
          </p:cNvSpPr>
          <p:nvPr/>
        </p:nvSpPr>
        <p:spPr>
          <a:xfrm xmlns:a="http://schemas.openxmlformats.org/drawingml/2006/main">
            <a:off x="7981950" y="43529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01:35</a:t>
            </a:r>
          </a:p>
        </p:txBody>
      </p:sp>
      <p:sp>
        <p:nvSpPr>
          <p:cNvPr id="18" name="block-184">
            <a:extLst xmlns:a="http://schemas.openxmlformats.org/drawingml/2006/main">
              <a:ext uri="{FF2B5EF4-FFF2-40B4-BE49-F238E27FC236}">
                <a16:creationId xmlns:a16="http://schemas.microsoft.com/office/drawing/2014/main" id="{28C99315-E86E-444C-A482-77B8A5633BF3}"/>
              </a:ext>
            </a:extLst>
          </p:cNvPr>
          <p:cNvSpPr>
            <a:spLocks xmlns:a="http://schemas.openxmlformats.org/drawingml/2006/main" noGrp="1"/>
          </p:cNvSpPr>
          <p:nvPr/>
        </p:nvSpPr>
        <p:spPr>
          <a:xfrm xmlns:a="http://schemas.openxmlformats.org/drawingml/2006/main">
            <a:off x="9039225" y="4352925"/>
            <a:ext cx="2543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63659"/>
                </a:solidFill>
                <a:latin typeface="IBM Plex Sans"/>
                <a:ea typeface="IBM Plex Sans"/>
                <a:cs typeface="IBM Plex Sans"/>
              </a:defRPr>
            </a:pPr>
            <a:r>
              <a:rPr sz="1800" b="0">
                <a:solidFill>
                  <a:srgbClr val="063659"/>
                </a:solidFill>
                <a:latin typeface="IBM Plex Sans"/>
                <a:ea typeface="IBM Plex Sans"/>
                <a:cs typeface="IBM Plex Sans"/>
              </a:rPr>
              <a:t>Entscheidung festhalten</a:t>
            </a:r>
          </a:p>
        </p:txBody>
      </p:sp>
      <p:sp>
        <p:nvSpPr>
          <p:cNvPr id="19" name="block-185">
            <a:extLst xmlns:a="http://schemas.openxmlformats.org/drawingml/2006/main">
              <a:ext uri="{FF2B5EF4-FFF2-40B4-BE49-F238E27FC236}">
                <a16:creationId xmlns:a16="http://schemas.microsoft.com/office/drawing/2014/main" id="{EFF8D8E6-325F-4D92-B0D7-6C361FB97DEE}"/>
              </a:ext>
            </a:extLst>
          </p:cNvPr>
          <p:cNvSpPr>
            <a:spLocks xmlns:a="http://schemas.openxmlformats.org/drawingml/2006/main" noGrp="1"/>
          </p:cNvSpPr>
          <p:nvPr/>
        </p:nvSpPr>
        <p:spPr>
          <a:xfrm xmlns:a="http://schemas.openxmlformats.org/drawingml/2006/main">
            <a:off x="7981950" y="48101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01:55</a:t>
            </a:r>
          </a:p>
        </p:txBody>
      </p:sp>
      <p:sp>
        <p:nvSpPr>
          <p:cNvPr id="20" name="block-186">
            <a:extLst xmlns:a="http://schemas.openxmlformats.org/drawingml/2006/main">
              <a:ext uri="{FF2B5EF4-FFF2-40B4-BE49-F238E27FC236}">
                <a16:creationId xmlns:a16="http://schemas.microsoft.com/office/drawing/2014/main" id="{20121AC6-5887-414C-8757-E7EA272F1B64}"/>
              </a:ext>
            </a:extLst>
          </p:cNvPr>
          <p:cNvSpPr>
            <a:spLocks xmlns:a="http://schemas.openxmlformats.org/drawingml/2006/main" noGrp="1"/>
          </p:cNvSpPr>
          <p:nvPr/>
        </p:nvSpPr>
        <p:spPr>
          <a:xfrm xmlns:a="http://schemas.openxmlformats.org/drawingml/2006/main">
            <a:off x="9039225" y="4810125"/>
            <a:ext cx="2543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63659"/>
                </a:solidFill>
                <a:latin typeface="IBM Plex Sans"/>
                <a:ea typeface="IBM Plex Sans"/>
                <a:cs typeface="IBM Plex Sans"/>
              </a:defRPr>
            </a:pPr>
            <a:r>
              <a:rPr sz="1800" b="0">
                <a:solidFill>
                  <a:srgbClr val="063659"/>
                </a:solidFill>
                <a:latin typeface="IBM Plex Sans"/>
                <a:ea typeface="IBM Plex Sans"/>
                <a:cs typeface="IBM Plex Sans"/>
              </a:rPr>
              <a:t>Label als Lernsignal</a:t>
            </a:r>
          </a:p>
        </p:txBody>
      </p:sp>
      <p:sp>
        <p:nvSpPr>
          <p:cNvPr id="21" name="block-187">
            <a:extLst xmlns:a="http://schemas.openxmlformats.org/drawingml/2006/main">
              <a:ext uri="{FF2B5EF4-FFF2-40B4-BE49-F238E27FC236}">
                <a16:creationId xmlns:a16="http://schemas.microsoft.com/office/drawing/2014/main" id="{92136393-8E7A-4238-9DB7-A7129E8F1CEF}"/>
              </a:ext>
            </a:extLst>
          </p:cNvPr>
          <p:cNvSpPr>
            <a:spLocks xmlns:a="http://schemas.openxmlformats.org/drawingml/2006/main" noGrp="1"/>
          </p:cNvSpPr>
          <p:nvPr/>
        </p:nvSpPr>
        <p:spPr>
          <a:xfrm xmlns:a="http://schemas.openxmlformats.org/drawingml/2006/main">
            <a:off x="7981950" y="5514975"/>
            <a:ext cx="3600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80A0"/>
                </a:solidFill>
                <a:latin typeface="IBM Plex Sans"/>
                <a:ea typeface="IBM Plex Sans"/>
                <a:cs typeface="IBM Plex Sans"/>
              </a:defRPr>
            </a:pPr>
            <a:r>
              <a:rPr sz="1875" b="1">
                <a:solidFill>
                  <a:srgbClr val="0080A0"/>
                </a:solidFill>
                <a:latin typeface="IBM Plex Sans"/>
                <a:ea typeface="IBM Plex Sans"/>
                <a:cs typeface="IBM Plex Sans"/>
                <a:hlinkClick xmlns:r="http://schemas.openxmlformats.org/officeDocument/2006/relationships" r:id="R6c3bcce9412947af"/>
              </a:rPr>
              <a:t>Live-Demo im Browser öffnen</a:t>
            </a:r>
          </a:p>
        </p:txBody>
      </p:sp>
    </p:spTree>
    <p:extLst>
      <p:ext uri="{BB962C8B-B14F-4D97-AF65-F5344CB8AC3E}">
        <p14:creationId xmlns:p14="http://schemas.microsoft.com/office/powerpoint/2010/main" val="818003890"/>
      </p:ext>
    </p:extLst>
  </p:cSld>
</p:sld>
</file>

<file path=ppt/slides/slide13.xml><?xml version="1.0" encoding="utf-8"?>
<p:sld xmlns:p="http://schemas.openxmlformats.org/presentationml/2006/main">
  <p:cSld>
    <p:bg>
      <p:bgPr>
        <a:solidFill xmlns:a="http://schemas.openxmlformats.org/drawingml/2006/main">
          <a:srgbClr val="063659"/>
        </a:solidFill>
      </p:bgPr>
    </p:bg>
    <p:spTree>
      <p:nvGrpSpPr>
        <p:cNvPr id="1" name=""/>
        <p:cNvGrpSpPr/>
        <p:nvPr/>
      </p:nvGrpSpPr>
      <p:grpSpPr>
        <a:xfrm xmlns:a="http://schemas.openxmlformats.org/drawingml/2006/main"/>
      </p:grpSpPr>
      <p:sp>
        <p:nvSpPr>
          <p:cNvPr id="15" name="block-188">
            <a:extLst xmlns:a="http://schemas.openxmlformats.org/drawingml/2006/main">
              <a:ext uri="{FF2B5EF4-FFF2-40B4-BE49-F238E27FC236}">
                <a16:creationId xmlns:a16="http://schemas.microsoft.com/office/drawing/2014/main" id="{913FB119-5880-4CD9-9A6F-3AFB5F425AFA}"/>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99D7E5"/>
                </a:solidFill>
                <a:latin typeface="IBM Plex Sans"/>
                <a:ea typeface="IBM Plex Sans"/>
                <a:cs typeface="IBM Plex Sans"/>
              </a:defRPr>
            </a:pPr>
            <a:r>
              <a:rPr sz="1275" b="1">
                <a:solidFill>
                  <a:srgbClr val="99D7E5"/>
                </a:solidFill>
                <a:latin typeface="IBM Plex Sans"/>
                <a:ea typeface="IBM Plex Sans"/>
                <a:cs typeface="IBM Plex Sans"/>
              </a:rPr>
              <a:t>06  /  FAZIT</a:t>
            </a:r>
          </a:p>
        </p:txBody>
      </p:sp>
      <p:sp>
        <p:nvSpPr>
          <p:cNvPr id="2" name="block-189">
            <a:extLst xmlns:a="http://schemas.openxmlformats.org/drawingml/2006/main">
              <a:ext uri="{FF2B5EF4-FFF2-40B4-BE49-F238E27FC236}">
                <a16:creationId xmlns:a16="http://schemas.microsoft.com/office/drawing/2014/main" id="{AFC44D93-620B-4BA0-9302-E1B1A072A991}"/>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FFFFFF"/>
                </a:solidFill>
                <a:latin typeface="IBM Plex Sans"/>
                <a:ea typeface="IBM Plex Sans"/>
                <a:cs typeface="IBM Plex Sans"/>
              </a:defRPr>
            </a:pPr>
            <a:r>
              <a:rPr sz="3225" b="1">
                <a:solidFill>
                  <a:srgbClr val="FFFFFF"/>
                </a:solidFill>
                <a:latin typeface="IBM Plex Sans"/>
                <a:ea typeface="IBM Plex Sans"/>
                <a:cs typeface="IBM Plex Sans"/>
              </a:rPr>
              <a:t>Die Prognose liefert eine prüfbare Priorisierung</a:t>
            </a:r>
          </a:p>
        </p:txBody>
      </p:sp>
      <p:sp>
        <p:nvSpPr>
          <p:cNvPr id="3" name="block-190">
            <a:extLst xmlns:a="http://schemas.openxmlformats.org/drawingml/2006/main">
              <a:ext uri="{FF2B5EF4-FFF2-40B4-BE49-F238E27FC236}">
                <a16:creationId xmlns:a16="http://schemas.microsoft.com/office/drawing/2014/main" id="{E576D95F-B114-4CD0-A25C-7487E3538EE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31607C"/>
          </a:solidFill>
          <a:ln xmlns:a="http://schemas.openxmlformats.org/drawingml/2006/main" w="0">
            <a:noFill/>
          </a:ln>
        </p:spPr>
      </p:sp>
      <p:sp>
        <p:nvSpPr>
          <p:cNvPr id="4" name="block-191">
            <a:extLst xmlns:a="http://schemas.openxmlformats.org/drawingml/2006/main">
              <a:ext uri="{FF2B5EF4-FFF2-40B4-BE49-F238E27FC236}">
                <a16:creationId xmlns:a16="http://schemas.microsoft.com/office/drawing/2014/main" id="{FC95A44F-612D-4D6A-9EF5-ADE02A132409}"/>
              </a:ext>
            </a:extLst>
          </p:cNvPr>
          <p:cNvSpPr>
            <a:spLocks xmlns:a="http://schemas.openxmlformats.org/drawingml/2006/main" noGrp="1"/>
          </p:cNvSpPr>
          <p:nvPr/>
        </p:nvSpPr>
        <p:spPr>
          <a:xfrm xmlns:a="http://schemas.openxmlformats.org/drawingml/2006/main">
            <a:off x="609600"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SWW  /  IHK-Projekt</a:t>
            </a:r>
          </a:p>
        </p:txBody>
      </p:sp>
      <p:sp>
        <p:nvSpPr>
          <p:cNvPr id="5" name="block-192">
            <a:extLst xmlns:a="http://schemas.openxmlformats.org/drawingml/2006/main">
              <a:ext uri="{FF2B5EF4-FFF2-40B4-BE49-F238E27FC236}">
                <a16:creationId xmlns:a16="http://schemas.microsoft.com/office/drawing/2014/main" id="{3AD5B2C0-BF1D-42A6-A98F-90D72BF5A9BA}"/>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13 / 18</a:t>
            </a:r>
          </a:p>
        </p:txBody>
      </p:sp>
      <p:sp>
        <p:nvSpPr>
          <p:cNvPr id="6" name="block-193">
            <a:extLst xmlns:a="http://schemas.openxmlformats.org/drawingml/2006/main">
              <a:ext uri="{FF2B5EF4-FFF2-40B4-BE49-F238E27FC236}">
                <a16:creationId xmlns:a16="http://schemas.microsoft.com/office/drawing/2014/main" id="{0FCA3132-77F8-4280-9945-CDDE653699CD}"/>
              </a:ext>
            </a:extLst>
          </p:cNvPr>
          <p:cNvSpPr>
            <a:spLocks xmlns:a="http://schemas.openxmlformats.org/drawingml/2006/main" noGrp="1"/>
          </p:cNvSpPr>
          <p:nvPr/>
        </p:nvSpPr>
        <p:spPr>
          <a:xfrm xmlns:a="http://schemas.openxmlformats.org/drawingml/2006/main">
            <a:off x="609600" y="2562225"/>
            <a:ext cx="328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99D7E5"/>
                </a:solidFill>
                <a:latin typeface="Geist Mono"/>
                <a:ea typeface="Geist Mono"/>
                <a:cs typeface="Geist Mono"/>
              </a:defRPr>
            </a:pPr>
            <a:r>
              <a:rPr sz="4800" b="1">
                <a:solidFill>
                  <a:srgbClr val="99D7E5"/>
                </a:solidFill>
                <a:latin typeface="Geist Mono"/>
                <a:ea typeface="Geist Mono"/>
                <a:cs typeface="Geist Mono"/>
              </a:rPr>
              <a:t>−15,9 %</a:t>
            </a:r>
          </a:p>
        </p:txBody>
      </p:sp>
      <p:sp>
        <p:nvSpPr>
          <p:cNvPr id="7" name="block-194">
            <a:extLst xmlns:a="http://schemas.openxmlformats.org/drawingml/2006/main">
              <a:ext uri="{FF2B5EF4-FFF2-40B4-BE49-F238E27FC236}">
                <a16:creationId xmlns:a16="http://schemas.microsoft.com/office/drawing/2014/main" id="{41D2E505-B39D-44CF-B478-3E485397E7C7}"/>
              </a:ext>
            </a:extLst>
          </p:cNvPr>
          <p:cNvSpPr>
            <a:spLocks xmlns:a="http://schemas.openxmlformats.org/drawingml/2006/main" noGrp="1"/>
          </p:cNvSpPr>
          <p:nvPr/>
        </p:nvSpPr>
        <p:spPr>
          <a:xfrm xmlns:a="http://schemas.openxmlformats.org/drawingml/2006/main">
            <a:off x="609600" y="3343275"/>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RMSE gegenüber der</a:t>
            </a:r>
          </a:p>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besten einfachen Baseline</a:t>
            </a:r>
          </a:p>
        </p:txBody>
      </p:sp>
      <p:sp>
        <p:nvSpPr>
          <p:cNvPr id="8" name="block-195">
            <a:extLst xmlns:a="http://schemas.openxmlformats.org/drawingml/2006/main">
              <a:ext uri="{FF2B5EF4-FFF2-40B4-BE49-F238E27FC236}">
                <a16:creationId xmlns:a16="http://schemas.microsoft.com/office/drawing/2014/main" id="{7E0E708B-839C-4209-8041-12D626D74DA6}"/>
              </a:ext>
            </a:extLst>
          </p:cNvPr>
          <p:cNvSpPr>
            <a:spLocks xmlns:a="http://schemas.openxmlformats.org/drawingml/2006/main" noGrp="1"/>
          </p:cNvSpPr>
          <p:nvPr/>
        </p:nvSpPr>
        <p:spPr>
          <a:xfrm xmlns:a="http://schemas.openxmlformats.org/drawingml/2006/main">
            <a:off x="4552950" y="2562225"/>
            <a:ext cx="316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99D7E5"/>
                </a:solidFill>
                <a:latin typeface="Geist Mono"/>
                <a:ea typeface="Geist Mono"/>
                <a:cs typeface="Geist Mono"/>
              </a:defRPr>
            </a:pPr>
            <a:r>
              <a:rPr sz="4800" b="1">
                <a:solidFill>
                  <a:srgbClr val="99D7E5"/>
                </a:solidFill>
                <a:latin typeface="Geist Mono"/>
                <a:ea typeface="Geist Mono"/>
                <a:cs typeface="Geist Mono"/>
              </a:rPr>
              <a:t>9,5</a:t>
            </a:r>
          </a:p>
        </p:txBody>
      </p:sp>
      <p:sp>
        <p:nvSpPr>
          <p:cNvPr id="9" name="block-196">
            <a:extLst xmlns:a="http://schemas.openxmlformats.org/drawingml/2006/main">
              <a:ext uri="{FF2B5EF4-FFF2-40B4-BE49-F238E27FC236}">
                <a16:creationId xmlns:a16="http://schemas.microsoft.com/office/drawing/2014/main" id="{2E1D38C5-2114-4956-8BD6-90A187EB9E08}"/>
              </a:ext>
            </a:extLst>
          </p:cNvPr>
          <p:cNvSpPr>
            <a:spLocks xmlns:a="http://schemas.openxmlformats.org/drawingml/2006/main" noGrp="1"/>
          </p:cNvSpPr>
          <p:nvPr/>
        </p:nvSpPr>
        <p:spPr>
          <a:xfrm xmlns:a="http://schemas.openxmlformats.org/drawingml/2006/main">
            <a:off x="4552950" y="3343275"/>
            <a:ext cx="31623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Prüfhinweise pro Monat</a:t>
            </a:r>
          </a:p>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im q99-Pilot</a:t>
            </a:r>
          </a:p>
        </p:txBody>
      </p:sp>
      <p:sp>
        <p:nvSpPr>
          <p:cNvPr id="10" name="block-197">
            <a:extLst xmlns:a="http://schemas.openxmlformats.org/drawingml/2006/main">
              <a:ext uri="{FF2B5EF4-FFF2-40B4-BE49-F238E27FC236}">
                <a16:creationId xmlns:a16="http://schemas.microsoft.com/office/drawing/2014/main" id="{6ADE4224-AE1E-48DC-B386-CEB4C073E738}"/>
              </a:ext>
            </a:extLst>
          </p:cNvPr>
          <p:cNvSpPr>
            <a:spLocks xmlns:a="http://schemas.openxmlformats.org/drawingml/2006/main" noGrp="1"/>
          </p:cNvSpPr>
          <p:nvPr/>
        </p:nvSpPr>
        <p:spPr>
          <a:xfrm xmlns:a="http://schemas.openxmlformats.org/drawingml/2006/main">
            <a:off x="8639175" y="2571750"/>
            <a:ext cx="2943225"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1">
                <a:solidFill>
                  <a:srgbClr val="FFFFFF"/>
                </a:solidFill>
                <a:latin typeface="IBM Plex Sans"/>
                <a:ea typeface="IBM Plex Sans"/>
                <a:cs typeface="IBM Plex Sans"/>
              </a:defRPr>
            </a:pPr>
            <a:r>
              <a:rPr sz="3900" b="1">
                <a:solidFill>
                  <a:srgbClr val="FFFFFF"/>
                </a:solidFill>
                <a:latin typeface="IBM Plex Sans"/>
                <a:ea typeface="IBM Plex Sans"/>
                <a:cs typeface="IBM Plex Sans"/>
              </a:rPr>
              <a:t>Labels</a:t>
            </a:r>
          </a:p>
          <a:p xmlns:a="http://schemas.openxmlformats.org/drawingml/2006/main">
            <a:pPr>
              <a:defRPr sz="3900" b="1">
                <a:solidFill>
                  <a:srgbClr val="FFFFFF"/>
                </a:solidFill>
                <a:latin typeface="IBM Plex Sans"/>
                <a:ea typeface="IBM Plex Sans"/>
                <a:cs typeface="IBM Plex Sans"/>
              </a:defRPr>
            </a:pPr>
            <a:r>
              <a:rPr sz="3900" b="1">
                <a:solidFill>
                  <a:srgbClr val="FFFFFF"/>
                </a:solidFill>
                <a:latin typeface="IBM Plex Sans"/>
                <a:ea typeface="IBM Plex Sans"/>
                <a:cs typeface="IBM Plex Sans"/>
              </a:rPr>
              <a:t>fehlen</a:t>
            </a:r>
          </a:p>
        </p:txBody>
      </p:sp>
      <p:sp>
        <p:nvSpPr>
          <p:cNvPr id="11" name="block-198">
            <a:extLst xmlns:a="http://schemas.openxmlformats.org/drawingml/2006/main">
              <a:ext uri="{FF2B5EF4-FFF2-40B4-BE49-F238E27FC236}">
                <a16:creationId xmlns:a16="http://schemas.microsoft.com/office/drawing/2014/main" id="{7F24E072-612B-495A-80BC-55DA42D0A2EC}"/>
              </a:ext>
            </a:extLst>
          </p:cNvPr>
          <p:cNvSpPr>
            <a:spLocks xmlns:a="http://schemas.openxmlformats.org/drawingml/2006/main" noGrp="1"/>
          </p:cNvSpPr>
          <p:nvPr/>
        </p:nvSpPr>
        <p:spPr>
          <a:xfrm xmlns:a="http://schemas.openxmlformats.org/drawingml/2006/main">
            <a:off x="8639175" y="4048125"/>
            <a:ext cx="29432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BED6E8"/>
                </a:solidFill>
                <a:latin typeface="IBM Plex Sans"/>
                <a:ea typeface="IBM Plex Sans"/>
                <a:cs typeface="IBM Plex Sans"/>
              </a:defRPr>
            </a:pPr>
            <a:r>
              <a:rPr sz="1950" b="0">
                <a:solidFill>
                  <a:srgbClr val="BED6E8"/>
                </a:solidFill>
                <a:latin typeface="IBM Plex Sans"/>
                <a:ea typeface="IBM Plex Sans"/>
                <a:cs typeface="IBM Plex Sans"/>
              </a:rPr>
              <a:t>Precision und Recall</a:t>
            </a:r>
          </a:p>
          <a:p xmlns:a="http://schemas.openxmlformats.org/drawingml/2006/main">
            <a:pPr>
              <a:defRPr sz="1950" b="0">
                <a:solidFill>
                  <a:srgbClr val="BED6E8"/>
                </a:solidFill>
                <a:latin typeface="IBM Plex Sans"/>
                <a:ea typeface="IBM Plex Sans"/>
                <a:cs typeface="IBM Plex Sans"/>
              </a:defRPr>
            </a:pPr>
            <a:r>
              <a:rPr sz="1950" b="0">
                <a:solidFill>
                  <a:srgbClr val="BED6E8"/>
                </a:solidFill>
                <a:latin typeface="IBM Plex Sans"/>
                <a:ea typeface="IBM Plex Sans"/>
                <a:cs typeface="IBM Plex Sans"/>
              </a:rPr>
              <a:t>sind noch offen.</a:t>
            </a:r>
          </a:p>
        </p:txBody>
      </p:sp>
      <p:sp>
        <p:nvSpPr>
          <p:cNvPr id="12" name="block-199">
            <a:extLst xmlns:a="http://schemas.openxmlformats.org/drawingml/2006/main">
              <a:ext uri="{FF2B5EF4-FFF2-40B4-BE49-F238E27FC236}">
                <a16:creationId xmlns:a16="http://schemas.microsoft.com/office/drawing/2014/main" id="{EC4B70E1-4245-4950-B463-54968CA1F972}"/>
              </a:ext>
            </a:extLst>
          </p:cNvPr>
          <p:cNvSpPr>
            <a:spLocks xmlns:a="http://schemas.openxmlformats.org/drawingml/2006/main" noGrp="1"/>
          </p:cNvSpPr>
          <p:nvPr/>
        </p:nvSpPr>
        <p:spPr>
          <a:xfrm xmlns:a="http://schemas.openxmlformats.org/drawingml/2006/main">
            <a:off x="609600" y="5143500"/>
            <a:ext cx="10972800" cy="9525"/>
          </a:xfrm>
          <a:prstGeom xmlns:a="http://schemas.openxmlformats.org/drawingml/2006/main" prst="rect">
            <a:avLst/>
          </a:prstGeom>
          <a:solidFill xmlns:a="http://schemas.openxmlformats.org/drawingml/2006/main">
            <a:srgbClr val="31607C"/>
          </a:solidFill>
          <a:ln xmlns:a="http://schemas.openxmlformats.org/drawingml/2006/main" w="0">
            <a:noFill/>
          </a:ln>
        </p:spPr>
      </p:sp>
      <p:sp>
        <p:nvSpPr>
          <p:cNvPr id="13" name="block-200">
            <a:extLst xmlns:a="http://schemas.openxmlformats.org/drawingml/2006/main">
              <a:ext uri="{FF2B5EF4-FFF2-40B4-BE49-F238E27FC236}">
                <a16:creationId xmlns:a16="http://schemas.microsoft.com/office/drawing/2014/main" id="{EDD192AF-4805-464D-B051-466A18CD41F5}"/>
              </a:ext>
            </a:extLst>
          </p:cNvPr>
          <p:cNvSpPr>
            <a:spLocks xmlns:a="http://schemas.openxmlformats.org/drawingml/2006/main" noGrp="1"/>
          </p:cNvSpPr>
          <p:nvPr/>
        </p:nvSpPr>
        <p:spPr>
          <a:xfrm xmlns:a="http://schemas.openxmlformats.org/drawingml/2006/main">
            <a:off x="609600" y="5362575"/>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99D7E5"/>
                </a:solidFill>
                <a:latin typeface="IBM Plex Sans"/>
                <a:ea typeface="IBM Plex Sans"/>
                <a:cs typeface="IBM Plex Sans"/>
              </a:defRPr>
            </a:pPr>
            <a:r>
              <a:rPr sz="2100" b="1">
                <a:solidFill>
                  <a:srgbClr val="99D7E5"/>
                </a:solidFill>
                <a:latin typeface="IBM Plex Sans"/>
                <a:ea typeface="IBM Plex Sans"/>
                <a:cs typeface="IBM Plex Sans"/>
              </a:rPr>
              <a:t>Nächster Schritt</a:t>
            </a:r>
          </a:p>
        </p:txBody>
      </p:sp>
      <p:sp>
        <p:nvSpPr>
          <p:cNvPr id="14" name="block-201">
            <a:extLst xmlns:a="http://schemas.openxmlformats.org/drawingml/2006/main">
              <a:ext uri="{FF2B5EF4-FFF2-40B4-BE49-F238E27FC236}">
                <a16:creationId xmlns:a16="http://schemas.microsoft.com/office/drawing/2014/main" id="{0BF794BA-5317-45BA-A0A0-72E48195E01C}"/>
              </a:ext>
            </a:extLst>
          </p:cNvPr>
          <p:cNvSpPr>
            <a:spLocks xmlns:a="http://schemas.openxmlformats.org/drawingml/2006/main" noGrp="1"/>
          </p:cNvSpPr>
          <p:nvPr/>
        </p:nvSpPr>
        <p:spPr>
          <a:xfrm xmlns:a="http://schemas.openxmlformats.org/drawingml/2006/main">
            <a:off x="3762375" y="5314950"/>
            <a:ext cx="78200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FFFFFF"/>
                </a:solidFill>
                <a:latin typeface="IBM Plex Sans"/>
                <a:ea typeface="IBM Plex Sans"/>
                <a:cs typeface="IBM Plex Sans"/>
              </a:defRPr>
            </a:pPr>
            <a:r>
              <a:rPr sz="2100" b="0">
                <a:solidFill>
                  <a:srgbClr val="FFFFFF"/>
                </a:solidFill>
                <a:latin typeface="IBM Plex Sans"/>
                <a:ea typeface="IBM Plex Sans"/>
                <a:cs typeface="IBM Plex Sans"/>
              </a:rPr>
              <a:t>Fälle fachlich prüfen und Labels sammeln.</a:t>
            </a:r>
          </a:p>
          <a:p xmlns:a="http://schemas.openxmlformats.org/drawingml/2006/main">
            <a:pPr>
              <a:defRPr sz="2100" b="0">
                <a:solidFill>
                  <a:srgbClr val="FFFFFF"/>
                </a:solidFill>
                <a:latin typeface="IBM Plex Sans"/>
                <a:ea typeface="IBM Plex Sans"/>
                <a:cs typeface="IBM Plex Sans"/>
              </a:defRPr>
            </a:pPr>
            <a:r>
              <a:rPr sz="2100" b="0">
                <a:solidFill>
                  <a:srgbClr val="FFFFFF"/>
                </a:solidFill>
                <a:latin typeface="IBM Plex Sans"/>
                <a:ea typeface="IBM Plex Sans"/>
                <a:cs typeface="IBM Plex Sans"/>
              </a:rPr>
              <a:t>Später kann eine Klassifikation die Priorisierung ergänzen.</a:t>
            </a:r>
          </a:p>
        </p:txBody>
      </p:sp>
    </p:spTree>
    <p:extLst>
      <p:ext uri="{BB962C8B-B14F-4D97-AF65-F5344CB8AC3E}">
        <p14:creationId xmlns:p14="http://schemas.microsoft.com/office/powerpoint/2010/main" val="42960660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block-202">
            <a:extLst xmlns:a="http://schemas.openxmlformats.org/drawingml/2006/main">
              <a:ext uri="{FF2B5EF4-FFF2-40B4-BE49-F238E27FC236}">
                <a16:creationId xmlns:a16="http://schemas.microsoft.com/office/drawing/2014/main" id="{5F15E522-DEC6-49A5-B5D9-966397CE7A47}"/>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A  /  FEHLERMETRIKEN</a:t>
            </a:r>
          </a:p>
        </p:txBody>
      </p:sp>
      <p:sp>
        <p:nvSpPr>
          <p:cNvPr id="2" name="block-203">
            <a:extLst xmlns:a="http://schemas.openxmlformats.org/drawingml/2006/main">
              <a:ext uri="{FF2B5EF4-FFF2-40B4-BE49-F238E27FC236}">
                <a16:creationId xmlns:a16="http://schemas.microsoft.com/office/drawing/2014/main" id="{AEAF0596-8422-443A-9CBB-505FECFE0586}"/>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RMSE gewichtet große Fehler stärker</a:t>
            </a:r>
          </a:p>
        </p:txBody>
      </p:sp>
      <p:sp>
        <p:nvSpPr>
          <p:cNvPr id="3" name="block-204">
            <a:extLst xmlns:a="http://schemas.openxmlformats.org/drawingml/2006/main">
              <a:ext uri="{FF2B5EF4-FFF2-40B4-BE49-F238E27FC236}">
                <a16:creationId xmlns:a16="http://schemas.microsoft.com/office/drawing/2014/main" id="{8743040D-A68E-41E9-8E8C-A3F84D48AF16}"/>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Beispiel: Fehlerbeträge A = [10, 10, 10, 10] kWh, B = [0, 0, 0, 40] kWh.</a:t>
            </a:r>
          </a:p>
        </p:txBody>
      </p:sp>
      <p:sp>
        <p:nvSpPr>
          <p:cNvPr id="4" name="block-205">
            <a:extLst xmlns:a="http://schemas.openxmlformats.org/drawingml/2006/main">
              <a:ext uri="{FF2B5EF4-FFF2-40B4-BE49-F238E27FC236}">
                <a16:creationId xmlns:a16="http://schemas.microsoft.com/office/drawing/2014/main" id="{97824C1D-A34F-4AE2-AE54-CB074C825BA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6cd63dfa6a4477b"/>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06">
            <a:extLst xmlns:a="http://schemas.openxmlformats.org/drawingml/2006/main">
              <a:ext uri="{FF2B5EF4-FFF2-40B4-BE49-F238E27FC236}">
                <a16:creationId xmlns:a16="http://schemas.microsoft.com/office/drawing/2014/main" id="{B0A9D546-799C-456C-97BB-0FE2B845055D}"/>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Vertiefung · Notebook 13</a:t>
            </a:r>
          </a:p>
        </p:txBody>
      </p:sp>
      <p:sp>
        <p:nvSpPr>
          <p:cNvPr id="7" name="block-207">
            <a:extLst xmlns:a="http://schemas.openxmlformats.org/drawingml/2006/main">
              <a:ext uri="{FF2B5EF4-FFF2-40B4-BE49-F238E27FC236}">
                <a16:creationId xmlns:a16="http://schemas.microsoft.com/office/drawing/2014/main" id="{2F82DFBF-B4D5-40A5-982C-12B8E4547CE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14 / 18</a:t>
            </a:r>
          </a:p>
        </p:txBody>
      </p:sp>
      <p:graphicFrame>
        <p:nvGraphicFramePr>
          <p:cNvPr id="22" name="Chart"/>
          <p:cNvGraphicFramePr/>
          <p:nvPr/>
        </p:nvGraphicFramePr>
        <p:xfrm>
          <a:off xmlns:a="http://schemas.openxmlformats.org/drawingml/2006/main" x="495300" y="2381250"/>
          <a:ext xmlns:a="http://schemas.openxmlformats.org/drawingml/2006/main" cx="7772400" cy="3086100"/>
        </p:xfrm>
        <a:graphic xmlns:a="http://schemas.openxmlformats.org/drawingml/2006/main">
          <a:graphicData uri="http://schemas.openxmlformats.org/drawingml/2006/chart">
            <c:chart xmlns:r="http://schemas.openxmlformats.org/officeDocument/2006/relationships" xmlns:c="http://schemas.openxmlformats.org/drawingml/2006/chart" r:id="Ra8235256126440b6"/>
          </a:graphicData>
        </a:graphic>
      </p:graphicFrame>
      <p:sp>
        <p:nvSpPr>
          <p:cNvPr id="9" name="block-208">
            <a:extLst xmlns:a="http://schemas.openxmlformats.org/drawingml/2006/main">
              <a:ext uri="{FF2B5EF4-FFF2-40B4-BE49-F238E27FC236}">
                <a16:creationId xmlns:a16="http://schemas.microsoft.com/office/drawing/2014/main" id="{3BBCEBA8-CA0F-41CA-AA42-A6A85FA17197}"/>
              </a:ext>
            </a:extLst>
          </p:cNvPr>
          <p:cNvSpPr>
            <a:spLocks xmlns:a="http://schemas.openxmlformats.org/drawingml/2006/main" noGrp="1"/>
          </p:cNvSpPr>
          <p:nvPr/>
        </p:nvSpPr>
        <p:spPr>
          <a:xfrm xmlns:a="http://schemas.openxmlformats.org/drawingml/2006/main">
            <a:off x="8763000" y="2571750"/>
            <a:ext cx="2819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63659"/>
                </a:solidFill>
                <a:latin typeface="IBM Plex Sans"/>
                <a:ea typeface="IBM Plex Sans"/>
                <a:cs typeface="IBM Plex Sans"/>
              </a:defRPr>
            </a:pPr>
            <a:r>
              <a:rPr sz="2400" b="1">
                <a:solidFill>
                  <a:srgbClr val="063659"/>
                </a:solidFill>
                <a:latin typeface="IBM Plex Sans"/>
                <a:ea typeface="IBM Plex Sans"/>
                <a:cs typeface="IBM Plex Sans"/>
              </a:rPr>
              <a:t>MAE</a:t>
            </a:r>
          </a:p>
        </p:txBody>
      </p:sp>
      <p:sp>
        <p:nvSpPr>
          <p:cNvPr id="10" name="block-209">
            <a:extLst xmlns:a="http://schemas.openxmlformats.org/drawingml/2006/main">
              <a:ext uri="{FF2B5EF4-FFF2-40B4-BE49-F238E27FC236}">
                <a16:creationId xmlns:a16="http://schemas.microsoft.com/office/drawing/2014/main" id="{DFA259EA-F6AE-4C5F-BC5B-87D9010F05EC}"/>
              </a:ext>
            </a:extLst>
          </p:cNvPr>
          <p:cNvSpPr>
            <a:spLocks xmlns:a="http://schemas.openxmlformats.org/drawingml/2006/main" noGrp="1"/>
          </p:cNvSpPr>
          <p:nvPr/>
        </p:nvSpPr>
        <p:spPr>
          <a:xfrm xmlns:a="http://schemas.openxmlformats.org/drawingml/2006/main">
            <a:off x="8763000" y="3038475"/>
            <a:ext cx="2819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10 kWh</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in beiden Beispielen</a:t>
            </a:r>
          </a:p>
        </p:txBody>
      </p:sp>
      <p:sp>
        <p:nvSpPr>
          <p:cNvPr id="11" name="block-210">
            <a:extLst xmlns:a="http://schemas.openxmlformats.org/drawingml/2006/main">
              <a:ext uri="{FF2B5EF4-FFF2-40B4-BE49-F238E27FC236}">
                <a16:creationId xmlns:a16="http://schemas.microsoft.com/office/drawing/2014/main" id="{00C1DD68-3465-4DC7-91C8-5B83F14DDD1E}"/>
              </a:ext>
            </a:extLst>
          </p:cNvPr>
          <p:cNvSpPr>
            <a:spLocks xmlns:a="http://schemas.openxmlformats.org/drawingml/2006/main" noGrp="1"/>
          </p:cNvSpPr>
          <p:nvPr/>
        </p:nvSpPr>
        <p:spPr>
          <a:xfrm xmlns:a="http://schemas.openxmlformats.org/drawingml/2006/main">
            <a:off x="8763000" y="4191000"/>
            <a:ext cx="2819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080A0"/>
                </a:solidFill>
                <a:latin typeface="IBM Plex Sans"/>
                <a:ea typeface="IBM Plex Sans"/>
                <a:cs typeface="IBM Plex Sans"/>
              </a:defRPr>
            </a:pPr>
            <a:r>
              <a:rPr sz="2400" b="1">
                <a:solidFill>
                  <a:srgbClr val="0080A0"/>
                </a:solidFill>
                <a:latin typeface="IBM Plex Sans"/>
                <a:ea typeface="IBM Plex Sans"/>
                <a:cs typeface="IBM Plex Sans"/>
              </a:rPr>
              <a:t>RMSE</a:t>
            </a:r>
          </a:p>
        </p:txBody>
      </p:sp>
      <p:sp>
        <p:nvSpPr>
          <p:cNvPr id="12" name="block-211">
            <a:extLst xmlns:a="http://schemas.openxmlformats.org/drawingml/2006/main">
              <a:ext uri="{FF2B5EF4-FFF2-40B4-BE49-F238E27FC236}">
                <a16:creationId xmlns:a16="http://schemas.microsoft.com/office/drawing/2014/main" id="{7264C2A0-793F-4295-B282-7FD6EE6F8FFC}"/>
              </a:ext>
            </a:extLst>
          </p:cNvPr>
          <p:cNvSpPr>
            <a:spLocks xmlns:a="http://schemas.openxmlformats.org/drawingml/2006/main" noGrp="1"/>
          </p:cNvSpPr>
          <p:nvPr/>
        </p:nvSpPr>
        <p:spPr>
          <a:xfrm xmlns:a="http://schemas.openxmlformats.org/drawingml/2006/main">
            <a:off x="8763000" y="4657725"/>
            <a:ext cx="2819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10 versus 20 kWh</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Einzelpeak zählt stärker.</a:t>
            </a:r>
          </a:p>
        </p:txBody>
      </p:sp>
      <p:sp>
        <p:nvSpPr>
          <p:cNvPr id="13" name="block-212">
            <a:extLst xmlns:a="http://schemas.openxmlformats.org/drawingml/2006/main">
              <a:ext uri="{FF2B5EF4-FFF2-40B4-BE49-F238E27FC236}">
                <a16:creationId xmlns:a16="http://schemas.microsoft.com/office/drawing/2014/main" id="{56742C1D-FF33-40AE-A892-62580C9AF44D}"/>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4" name="block-213">
            <a:extLst xmlns:a="http://schemas.openxmlformats.org/drawingml/2006/main">
              <a:ext uri="{FF2B5EF4-FFF2-40B4-BE49-F238E27FC236}">
                <a16:creationId xmlns:a16="http://schemas.microsoft.com/office/drawing/2014/main" id="{BF359340-29A9-4BB1-BB4C-0D9D79ACAFFE}"/>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Deshalb dient RMSE als Hauptmetrik. MAE ergänzt die mittlere Fehlergröße.</a:t>
            </a:r>
          </a:p>
        </p:txBody>
      </p:sp>
    </p:spTree>
    <p:extLst>
      <p:ext uri="{BB962C8B-B14F-4D97-AF65-F5344CB8AC3E}">
        <p14:creationId xmlns:p14="http://schemas.microsoft.com/office/powerpoint/2010/main" val="117526396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block-214">
            <a:extLst xmlns:a="http://schemas.openxmlformats.org/drawingml/2006/main">
              <a:ext uri="{FF2B5EF4-FFF2-40B4-BE49-F238E27FC236}">
                <a16:creationId xmlns:a16="http://schemas.microsoft.com/office/drawing/2014/main" id="{2947C617-2B76-424F-92C6-9E332FB3ECF7}"/>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B  /  ZIELVARIABLE</a:t>
            </a:r>
          </a:p>
        </p:txBody>
      </p:sp>
      <p:sp>
        <p:nvSpPr>
          <p:cNvPr id="2" name="block-215">
            <a:extLst xmlns:a="http://schemas.openxmlformats.org/drawingml/2006/main">
              <a:ext uri="{FF2B5EF4-FFF2-40B4-BE49-F238E27FC236}">
                <a16:creationId xmlns:a16="http://schemas.microsoft.com/office/drawing/2014/main" id="{27FED54D-7E83-4185-89AB-BF5FF68E50A8}"/>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VLS verbessert diesen Modellvergleich</a:t>
            </a:r>
          </a:p>
        </p:txBody>
      </p:sp>
      <p:sp>
        <p:nvSpPr>
          <p:cNvPr id="3" name="block-216">
            <a:extLst xmlns:a="http://schemas.openxmlformats.org/drawingml/2006/main">
              <a:ext uri="{FF2B5EF4-FFF2-40B4-BE49-F238E27FC236}">
                <a16:creationId xmlns:a16="http://schemas.microsoft.com/office/drawing/2014/main" id="{576D683A-7D36-46A3-A4BF-8CEF82BE4E4B}"/>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Gleicher Modelltyp: Random Forest. Bewertung in kWh auf dem Benchmark 2025.</a:t>
            </a:r>
          </a:p>
        </p:txBody>
      </p:sp>
      <p:sp>
        <p:nvSpPr>
          <p:cNvPr id="4" name="block-217">
            <a:extLst xmlns:a="http://schemas.openxmlformats.org/drawingml/2006/main">
              <a:ext uri="{FF2B5EF4-FFF2-40B4-BE49-F238E27FC236}">
                <a16:creationId xmlns:a16="http://schemas.microsoft.com/office/drawing/2014/main" id="{AD356FB2-5924-4A2F-A627-E3E931ECFB8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17012537e2d475b"/>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18">
            <a:extLst xmlns:a="http://schemas.openxmlformats.org/drawingml/2006/main">
              <a:ext uri="{FF2B5EF4-FFF2-40B4-BE49-F238E27FC236}">
                <a16:creationId xmlns:a16="http://schemas.microsoft.com/office/drawing/2014/main" id="{DCBA40D7-C547-43AF-90C5-CFD94E995CF2}"/>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Vertiefung · Notebook 13</a:t>
            </a:r>
          </a:p>
        </p:txBody>
      </p:sp>
      <p:sp>
        <p:nvSpPr>
          <p:cNvPr id="7" name="block-219">
            <a:extLst xmlns:a="http://schemas.openxmlformats.org/drawingml/2006/main">
              <a:ext uri="{FF2B5EF4-FFF2-40B4-BE49-F238E27FC236}">
                <a16:creationId xmlns:a16="http://schemas.microsoft.com/office/drawing/2014/main" id="{48C8042A-9344-4B95-B0FA-7AA56CCACF23}"/>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15 / 18</a:t>
            </a:r>
          </a:p>
        </p:txBody>
      </p:sp>
      <p:graphicFrame>
        <p:nvGraphicFramePr>
          <p:cNvPr id="20" name="Chart"/>
          <p:cNvGraphicFramePr/>
          <p:nvPr/>
        </p:nvGraphicFramePr>
        <p:xfrm>
          <a:off xmlns:a="http://schemas.openxmlformats.org/drawingml/2006/main" x="495300" y="2438400"/>
          <a:ext xmlns:a="http://schemas.openxmlformats.org/drawingml/2006/main" cx="7829550" cy="3009900"/>
        </p:xfrm>
        <a:graphic xmlns:a="http://schemas.openxmlformats.org/drawingml/2006/main">
          <a:graphicData uri="http://schemas.openxmlformats.org/drawingml/2006/chart">
            <c:chart xmlns:r="http://schemas.openxmlformats.org/officeDocument/2006/relationships" xmlns:c="http://schemas.openxmlformats.org/drawingml/2006/chart" r:id="R0e7117bef37143f8"/>
          </a:graphicData>
        </a:graphic>
      </p:graphicFrame>
      <p:sp>
        <p:nvSpPr>
          <p:cNvPr id="9" name="block-220">
            <a:extLst xmlns:a="http://schemas.openxmlformats.org/drawingml/2006/main">
              <a:ext uri="{FF2B5EF4-FFF2-40B4-BE49-F238E27FC236}">
                <a16:creationId xmlns:a16="http://schemas.microsoft.com/office/drawing/2014/main" id="{17C2BD40-B3BF-47D1-B03D-53650C140834}"/>
              </a:ext>
            </a:extLst>
          </p:cNvPr>
          <p:cNvSpPr>
            <a:spLocks xmlns:a="http://schemas.openxmlformats.org/drawingml/2006/main" noGrp="1"/>
          </p:cNvSpPr>
          <p:nvPr/>
        </p:nvSpPr>
        <p:spPr>
          <a:xfrm xmlns:a="http://schemas.openxmlformats.org/drawingml/2006/main">
            <a:off x="8905875" y="2809875"/>
            <a:ext cx="26765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−6,2 %</a:t>
            </a:r>
          </a:p>
        </p:txBody>
      </p:sp>
      <p:sp>
        <p:nvSpPr>
          <p:cNvPr id="10" name="block-221">
            <a:extLst xmlns:a="http://schemas.openxmlformats.org/drawingml/2006/main">
              <a:ext uri="{FF2B5EF4-FFF2-40B4-BE49-F238E27FC236}">
                <a16:creationId xmlns:a16="http://schemas.microsoft.com/office/drawing/2014/main" id="{50C2070B-D2FF-452D-95A7-5C24E40D77E2}"/>
              </a:ext>
            </a:extLst>
          </p:cNvPr>
          <p:cNvSpPr>
            <a:spLocks xmlns:a="http://schemas.openxmlformats.org/drawingml/2006/main" noGrp="1"/>
          </p:cNvSpPr>
          <p:nvPr/>
        </p:nvSpPr>
        <p:spPr>
          <a:xfrm xmlns:a="http://schemas.openxmlformats.org/drawingml/2006/main">
            <a:off x="8905875" y="3590925"/>
            <a:ext cx="2676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RMSE durch die</a:t>
            </a:r>
          </a:p>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Zielvariable VLS</a:t>
            </a:r>
          </a:p>
        </p:txBody>
      </p:sp>
      <p:sp>
        <p:nvSpPr>
          <p:cNvPr id="11" name="block-222">
            <a:extLst xmlns:a="http://schemas.openxmlformats.org/drawingml/2006/main">
              <a:ext uri="{FF2B5EF4-FFF2-40B4-BE49-F238E27FC236}">
                <a16:creationId xmlns:a16="http://schemas.microsoft.com/office/drawing/2014/main" id="{FF00B190-5BC5-4BFD-828B-EAE5992F8350}"/>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2" name="block-223">
            <a:extLst xmlns:a="http://schemas.openxmlformats.org/drawingml/2006/main">
              <a:ext uri="{FF2B5EF4-FFF2-40B4-BE49-F238E27FC236}">
                <a16:creationId xmlns:a16="http://schemas.microsoft.com/office/drawing/2014/main" id="{51EA4403-2E6C-445E-BD6E-E4111BE47FAD}"/>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Das Ergebnis gilt für diesen Datensatz. Es ist keine allgemeine Überlegenheit.</a:t>
            </a:r>
          </a:p>
        </p:txBody>
      </p:sp>
    </p:spTree>
    <p:extLst>
      <p:ext uri="{BB962C8B-B14F-4D97-AF65-F5344CB8AC3E}">
        <p14:creationId xmlns:p14="http://schemas.microsoft.com/office/powerpoint/2010/main" val="79289520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lock-224">
            <a:extLst xmlns:a="http://schemas.openxmlformats.org/drawingml/2006/main">
              <a:ext uri="{FF2B5EF4-FFF2-40B4-BE49-F238E27FC236}">
                <a16:creationId xmlns:a16="http://schemas.microsoft.com/office/drawing/2014/main" id="{C9BEC654-1D62-45CD-976F-B8F1EB8698AD}"/>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C  /  SENSITIVITÄT</a:t>
            </a:r>
          </a:p>
        </p:txBody>
      </p:sp>
      <p:sp>
        <p:nvSpPr>
          <p:cNvPr id="2" name="block-225">
            <a:extLst xmlns:a="http://schemas.openxmlformats.org/drawingml/2006/main">
              <a:ext uri="{FF2B5EF4-FFF2-40B4-BE49-F238E27FC236}">
                <a16:creationId xmlns:a16="http://schemas.microsoft.com/office/drawing/2014/main" id="{C53F7EB0-AE68-4A93-86BB-ACF760646F9B}"/>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Das Perzentil bestimmt den Prüfaufwand</a:t>
            </a:r>
          </a:p>
        </p:txBody>
      </p:sp>
      <p:sp>
        <p:nvSpPr>
          <p:cNvPr id="3" name="block-226">
            <a:extLst xmlns:a="http://schemas.openxmlformats.org/drawingml/2006/main">
              <a:ext uri="{FF2B5EF4-FFF2-40B4-BE49-F238E27FC236}">
                <a16:creationId xmlns:a16="http://schemas.microsoft.com/office/drawing/2014/main" id="{BD9BFCC5-224B-4018-8059-88B4C5B1E611}"/>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Gleiche Prognosen, andere Grenze. Dafür wird das Modell nicht neu trainiert.</a:t>
            </a:r>
          </a:p>
        </p:txBody>
      </p:sp>
      <p:sp>
        <p:nvSpPr>
          <p:cNvPr id="4" name="block-227">
            <a:extLst xmlns:a="http://schemas.openxmlformats.org/drawingml/2006/main">
              <a:ext uri="{FF2B5EF4-FFF2-40B4-BE49-F238E27FC236}">
                <a16:creationId xmlns:a16="http://schemas.microsoft.com/office/drawing/2014/main" id="{9FFFA40E-1592-45CF-BB44-C8D7D17C569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88ccb45978c490a"/>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28">
            <a:extLst xmlns:a="http://schemas.openxmlformats.org/drawingml/2006/main">
              <a:ext uri="{FF2B5EF4-FFF2-40B4-BE49-F238E27FC236}">
                <a16:creationId xmlns:a16="http://schemas.microsoft.com/office/drawing/2014/main" id="{587CF0B3-9423-406B-91AC-075AEB8E3FE3}"/>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Vertiefung · Notebook 13</a:t>
            </a:r>
          </a:p>
        </p:txBody>
      </p:sp>
      <p:sp>
        <p:nvSpPr>
          <p:cNvPr id="7" name="block-229">
            <a:extLst xmlns:a="http://schemas.openxmlformats.org/drawingml/2006/main">
              <a:ext uri="{FF2B5EF4-FFF2-40B4-BE49-F238E27FC236}">
                <a16:creationId xmlns:a16="http://schemas.microsoft.com/office/drawing/2014/main" id="{8263E313-5B9C-41DF-922E-B76E52CCCE1F}"/>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16 / 18</a:t>
            </a:r>
          </a:p>
        </p:txBody>
      </p:sp>
      <p:graphicFrame>
        <p:nvGraphicFramePr>
          <p:cNvPr id="19" name="Chart"/>
          <p:cNvGraphicFramePr/>
          <p:nvPr/>
        </p:nvGraphicFramePr>
        <p:xfrm>
          <a:off xmlns:a="http://schemas.openxmlformats.org/drawingml/2006/main" x="495300" y="2505075"/>
          <a:ext xmlns:a="http://schemas.openxmlformats.org/drawingml/2006/main" cx="6410325" cy="2924175"/>
        </p:xfrm>
        <a:graphic xmlns:a="http://schemas.openxmlformats.org/drawingml/2006/main">
          <a:graphicData uri="http://schemas.openxmlformats.org/drawingml/2006/chart">
            <c:chart xmlns:r="http://schemas.openxmlformats.org/officeDocument/2006/relationships" xmlns:c="http://schemas.openxmlformats.org/drawingml/2006/chart" r:id="R83af39f7076442ff"/>
          </a:graphicData>
        </a:graphic>
      </p:graphicFrame>
      <p:graphicFrame>
        <p:nvGraphicFramePr>
          <p:cNvPr id="20" name=""/>
          <p:cNvGraphicFramePr/>
          <p:nvPr/>
        </p:nvGraphicFramePr>
        <p:xfrm>
          <a:off xmlns:a="http://schemas.openxmlformats.org/drawingml/2006/main" x="7324725" y="2571750"/>
          <a:ext xmlns:a="http://schemas.openxmlformats.org/drawingml/2006/main" cx="4257675" cy="2743200"/>
        </p:xfrm>
        <a:graphic xmlns:a="http://schemas.openxmlformats.org/drawingml/2006/main">
          <a:graphicData uri="http://schemas.openxmlformats.org/drawingml/2006/table">
            <a:tbl>
              <a:tblPr/>
              <a:tblGrid>
                <a:gridCol w="942975"/>
                <a:gridCol w="1019175"/>
                <a:gridCol w="2295525"/>
              </a:tblGrid>
              <a:tr h="548640">
                <a:tc>
                  <a:txBody>
                    <a:bodyPr lIns="133350" tIns="85725" rIns="95250" bIns="85725"/>
                    <a:lstStyle/>
                    <a:p>
                      <a:r>
                        <a:rPr sz="1725" b="1">
                          <a:solidFill>
                            <a:srgbClr val="FFFFFF"/>
                          </a:solidFill>
                          <a:latin typeface="IBM Plex Sans"/>
                          <a:ea typeface="IBM Plex Sans"/>
                          <a:cs typeface="IBM Plex Sans"/>
                        </a:rPr>
                        <a:t>Grenze</a:t>
                      </a:r>
                    </a:p>
                  </a:txBody>
                  <a:tcPr marL="91440" marR="91440" marT="45720" marB="45720" anchor="ctr">
                    <a:solidFill>
                      <a:srgbClr val="063659"/>
                    </a:solidFill>
                  </a:tcPr>
                </a:tc>
                <a:tc>
                  <a:txBody>
                    <a:bodyPr lIns="133350" tIns="85725" rIns="95250" bIns="85725"/>
                    <a:lstStyle/>
                    <a:p>
                      <a:r>
                        <a:rPr sz="1725" b="1">
                          <a:solidFill>
                            <a:srgbClr val="FFFFFF"/>
                          </a:solidFill>
                          <a:latin typeface="IBM Plex Sans"/>
                          <a:ea typeface="IBM Plex Sans"/>
                          <a:cs typeface="IBM Plex Sans"/>
                        </a:rPr>
                        <a:t>VLS-h</a:t>
                      </a:r>
                    </a:p>
                  </a:txBody>
                  <a:tcPr marL="91440" marR="91440" marT="45720" marB="45720" anchor="ctr">
                    <a:solidFill>
                      <a:srgbClr val="063659"/>
                    </a:solidFill>
                  </a:tcPr>
                </a:tc>
                <a:tc>
                  <a:txBody>
                    <a:bodyPr lIns="133350" tIns="85725" rIns="95250" bIns="85725"/>
                    <a:lstStyle/>
                    <a:p>
                      <a:r>
                        <a:rPr sz="1725" b="1">
                          <a:solidFill>
                            <a:srgbClr val="FFFFFF"/>
                          </a:solidFill>
                          <a:latin typeface="IBM Plex Sans"/>
                          <a:ea typeface="IBM Plex Sans"/>
                          <a:cs typeface="IBM Plex Sans"/>
                        </a:rPr>
                        <a:t>Hinweise / Monat</a:t>
                      </a:r>
                    </a:p>
                  </a:txBody>
                  <a:tcPr marL="91440" marR="91440" marT="45720" marB="45720" anchor="ctr">
                    <a:solidFill>
                      <a:srgbClr val="063659"/>
                    </a:solidFill>
                  </a:tcPr>
                </a:tc>
              </a:tr>
              <a:tr h="548640">
                <a:tc>
                  <a:txBody>
                    <a:bodyPr lIns="133350" tIns="85725" rIns="95250" bIns="85725"/>
                    <a:lstStyle/>
                    <a:p>
                      <a:r>
                        <a:rPr sz="1725" b="0">
                          <a:solidFill>
                            <a:srgbClr val="141A21"/>
                          </a:solidFill>
                          <a:latin typeface="IBM Plex Sans"/>
                          <a:ea typeface="IBM Plex Sans"/>
                          <a:cs typeface="IBM Plex Sans"/>
                        </a:rPr>
                        <a:t>q95</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68,0</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33,3</a:t>
                      </a:r>
                    </a:p>
                  </a:txBody>
                  <a:tcPr marL="91440" marR="91440" marT="45720" marB="45720" anchor="ctr">
                    <a:solidFill>
                      <a:srgbClr val="F1F4F7"/>
                    </a:solidFill>
                  </a:tcPr>
                </a:tc>
              </a:tr>
              <a:tr h="548640">
                <a:tc>
                  <a:txBody>
                    <a:bodyPr lIns="133350" tIns="85725" rIns="95250" bIns="85725"/>
                    <a:lstStyle/>
                    <a:p>
                      <a:r>
                        <a:rPr sz="1725" b="0">
                          <a:solidFill>
                            <a:srgbClr val="141A21"/>
                          </a:solidFill>
                          <a:latin typeface="IBM Plex Sans"/>
                          <a:ea typeface="IBM Plex Sans"/>
                          <a:cs typeface="IBM Plex Sans"/>
                        </a:rPr>
                        <a:t>q97,5</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82,4</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21,3</a:t>
                      </a:r>
                    </a:p>
                  </a:txBody>
                  <a:tcPr marL="91440" marR="91440" marT="45720" marB="45720" anchor="ctr">
                    <a:solidFill>
                      <a:srgbClr val="FFFFFF"/>
                    </a:solidFill>
                  </a:tcPr>
                </a:tc>
              </a:tr>
              <a:tr h="548640">
                <a:tc>
                  <a:txBody>
                    <a:bodyPr lIns="133350" tIns="85725" rIns="95250" bIns="85725"/>
                    <a:lstStyle/>
                    <a:p>
                      <a:r>
                        <a:rPr sz="1725" b="0">
                          <a:solidFill>
                            <a:srgbClr val="141A21"/>
                          </a:solidFill>
                          <a:latin typeface="IBM Plex Sans"/>
                          <a:ea typeface="IBM Plex Sans"/>
                          <a:cs typeface="IBM Plex Sans"/>
                        </a:rPr>
                        <a:t>q99</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144,4</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9,5</a:t>
                      </a:r>
                    </a:p>
                  </a:txBody>
                  <a:tcPr marL="91440" marR="91440" marT="45720" marB="45720" anchor="ctr">
                    <a:solidFill>
                      <a:srgbClr val="F1F4F7"/>
                    </a:solidFill>
                  </a:tcPr>
                </a:tc>
              </a:tr>
              <a:tr h="548640">
                <a:tc>
                  <a:txBody>
                    <a:bodyPr lIns="133350" tIns="85725" rIns="95250" bIns="85725"/>
                    <a:lstStyle/>
                    <a:p>
                      <a:r>
                        <a:rPr sz="1725" b="0">
                          <a:solidFill>
                            <a:srgbClr val="141A21"/>
                          </a:solidFill>
                          <a:latin typeface="IBM Plex Sans"/>
                          <a:ea typeface="IBM Plex Sans"/>
                          <a:cs typeface="IBM Plex Sans"/>
                        </a:rPr>
                        <a:t>q99,5</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196,3</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5,8</a:t>
                      </a:r>
                    </a:p>
                  </a:txBody>
                  <a:tcPr marL="91440" marR="91440" marT="45720" marB="45720" anchor="ctr">
                    <a:solidFill>
                      <a:srgbClr val="FFFFFF"/>
                    </a:solidFill>
                  </a:tcPr>
                </a:tc>
              </a:tr>
            </a:tbl>
          </a:graphicData>
        </a:graphic>
      </p:graphicFrame>
      <p:sp>
        <p:nvSpPr>
          <p:cNvPr id="10" name="block-230">
            <a:extLst xmlns:a="http://schemas.openxmlformats.org/drawingml/2006/main">
              <a:ext uri="{FF2B5EF4-FFF2-40B4-BE49-F238E27FC236}">
                <a16:creationId xmlns:a16="http://schemas.microsoft.com/office/drawing/2014/main" id="{F4DC3108-9707-414D-AFF1-DE412FEA434B}"/>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1" name="block-231">
            <a:extLst xmlns:a="http://schemas.openxmlformats.org/drawingml/2006/main">
              <a:ext uri="{FF2B5EF4-FFF2-40B4-BE49-F238E27FC236}">
                <a16:creationId xmlns:a16="http://schemas.microsoft.com/office/drawing/2014/main" id="{EA53999F-B80F-4BF9-891B-879D03E3903A}"/>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Die passende Grenze braucht bekannte Prüfkapazität und bestätigte Labels.</a:t>
            </a:r>
          </a:p>
        </p:txBody>
      </p:sp>
    </p:spTree>
    <p:extLst>
      <p:ext uri="{BB962C8B-B14F-4D97-AF65-F5344CB8AC3E}">
        <p14:creationId xmlns:p14="http://schemas.microsoft.com/office/powerpoint/2010/main" val="4256145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lock-232">
            <a:extLst xmlns:a="http://schemas.openxmlformats.org/drawingml/2006/main">
              <a:ext uri="{FF2B5EF4-FFF2-40B4-BE49-F238E27FC236}">
                <a16:creationId xmlns:a16="http://schemas.microsoft.com/office/drawing/2014/main" id="{9EE1BBA8-695A-46A3-A5D4-4158E37E967C}"/>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D  /  MODELLKONFIGURATION</a:t>
            </a:r>
          </a:p>
        </p:txBody>
      </p:sp>
      <p:sp>
        <p:nvSpPr>
          <p:cNvPr id="2" name="block-233">
            <a:extLst xmlns:a="http://schemas.openxmlformats.org/drawingml/2006/main">
              <a:ext uri="{FF2B5EF4-FFF2-40B4-BE49-F238E27FC236}">
                <a16:creationId xmlns:a16="http://schemas.microsoft.com/office/drawing/2014/main" id="{6FA9CEDB-5D5A-4ACB-BD58-F38281C47A59}"/>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Die Fold-Ergebnisse schwanken deutlich</a:t>
            </a:r>
          </a:p>
        </p:txBody>
      </p:sp>
      <p:sp>
        <p:nvSpPr>
          <p:cNvPr id="3" name="block-234">
            <a:extLst xmlns:a="http://schemas.openxmlformats.org/drawingml/2006/main">
              <a:ext uri="{FF2B5EF4-FFF2-40B4-BE49-F238E27FC236}">
                <a16:creationId xmlns:a16="http://schemas.microsoft.com/office/drawing/2014/main" id="{496B786D-A7E4-4230-8AD3-0D55DAB7F09D}"/>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Random-Forest-RMSE in kWh. Jeder Fold bewertet einen anderen Zeitraum.</a:t>
            </a:r>
          </a:p>
        </p:txBody>
      </p:sp>
      <p:sp>
        <p:nvSpPr>
          <p:cNvPr id="4" name="block-235">
            <a:extLst xmlns:a="http://schemas.openxmlformats.org/drawingml/2006/main">
              <a:ext uri="{FF2B5EF4-FFF2-40B4-BE49-F238E27FC236}">
                <a16:creationId xmlns:a16="http://schemas.microsoft.com/office/drawing/2014/main" id="{C66E37CB-6EDB-4B90-A8A4-2AF75E3990C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3e70dc88d794046"/>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36">
            <a:extLst xmlns:a="http://schemas.openxmlformats.org/drawingml/2006/main">
              <a:ext uri="{FF2B5EF4-FFF2-40B4-BE49-F238E27FC236}">
                <a16:creationId xmlns:a16="http://schemas.microsoft.com/office/drawing/2014/main" id="{4088B856-9C09-4739-A0B6-EC907AC8CDD7}"/>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Vertiefung · Notebook 13</a:t>
            </a:r>
          </a:p>
        </p:txBody>
      </p:sp>
      <p:sp>
        <p:nvSpPr>
          <p:cNvPr id="7" name="block-237">
            <a:extLst xmlns:a="http://schemas.openxmlformats.org/drawingml/2006/main">
              <a:ext uri="{FF2B5EF4-FFF2-40B4-BE49-F238E27FC236}">
                <a16:creationId xmlns:a16="http://schemas.microsoft.com/office/drawing/2014/main" id="{572D0657-DC60-4BF5-AC84-4144D538D9E6}"/>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17 / 18</a:t>
            </a:r>
          </a:p>
        </p:txBody>
      </p:sp>
      <p:graphicFrame>
        <p:nvGraphicFramePr>
          <p:cNvPr id="19" name="Chart"/>
          <p:cNvGraphicFramePr/>
          <p:nvPr/>
        </p:nvGraphicFramePr>
        <p:xfrm>
          <a:off xmlns:a="http://schemas.openxmlformats.org/drawingml/2006/main" x="466725" y="2667000"/>
          <a:ext xmlns:a="http://schemas.openxmlformats.org/drawingml/2006/main" cx="5334000" cy="2505075"/>
        </p:xfrm>
        <a:graphic xmlns:a="http://schemas.openxmlformats.org/drawingml/2006/main">
          <a:graphicData uri="http://schemas.openxmlformats.org/drawingml/2006/chart">
            <c:chart xmlns:r="http://schemas.openxmlformats.org/officeDocument/2006/relationships" xmlns:c="http://schemas.openxmlformats.org/drawingml/2006/chart" r:id="Reabf0472ebab4f7e"/>
          </a:graphicData>
        </a:graphic>
      </p:graphicFrame>
      <p:sp>
        <p:nvSpPr>
          <p:cNvPr id="9" name="block-238">
            <a:extLst xmlns:a="http://schemas.openxmlformats.org/drawingml/2006/main">
              <a:ext uri="{FF2B5EF4-FFF2-40B4-BE49-F238E27FC236}">
                <a16:creationId xmlns:a16="http://schemas.microsoft.com/office/drawing/2014/main" id="{049019E7-5858-4511-AAA6-D9283DEDD3FC}"/>
              </a:ext>
            </a:extLst>
          </p:cNvPr>
          <p:cNvSpPr>
            <a:spLocks xmlns:a="http://schemas.openxmlformats.org/drawingml/2006/main" noGrp="1"/>
          </p:cNvSpPr>
          <p:nvPr/>
        </p:nvSpPr>
        <p:spPr>
          <a:xfrm xmlns:a="http://schemas.openxmlformats.org/drawingml/2006/main">
            <a:off x="609600" y="53244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E5A68"/>
                </a:solidFill>
                <a:latin typeface="IBM Plex Sans"/>
                <a:ea typeface="IBM Plex Sans"/>
                <a:cs typeface="IBM Plex Sans"/>
              </a:defRPr>
            </a:pPr>
            <a:r>
              <a:rPr sz="1650" b="0">
                <a:solidFill>
                  <a:srgbClr val="4E5A68"/>
                </a:solidFill>
                <a:latin typeface="IBM Plex Sans"/>
                <a:ea typeface="IBM Plex Sans"/>
                <a:cs typeface="IBM Plex Sans"/>
              </a:rPr>
              <a:t>Mittel 13.272 kWh  ·  Standardabw. 3.843 kWh</a:t>
            </a:r>
          </a:p>
        </p:txBody>
      </p:sp>
      <p:graphicFrame>
        <p:nvGraphicFramePr>
          <p:cNvPr id="21" name=""/>
          <p:cNvGraphicFramePr/>
          <p:nvPr/>
        </p:nvGraphicFramePr>
        <p:xfrm>
          <a:off xmlns:a="http://schemas.openxmlformats.org/drawingml/2006/main" x="6334125" y="2486025"/>
          <a:ext xmlns:a="http://schemas.openxmlformats.org/drawingml/2006/main" cx="5248275" cy="2962275"/>
        </p:xfrm>
        <a:graphic xmlns:a="http://schemas.openxmlformats.org/drawingml/2006/main">
          <a:graphicData uri="http://schemas.openxmlformats.org/drawingml/2006/table">
            <a:tbl>
              <a:tblPr/>
              <a:tblGrid>
                <a:gridCol w="3467100"/>
                <a:gridCol w="1781175"/>
              </a:tblGrid>
              <a:tr h="493713">
                <a:tc>
                  <a:txBody>
                    <a:bodyPr lIns="133350" tIns="85725" rIns="95250" bIns="85725"/>
                    <a:lstStyle/>
                    <a:p>
                      <a:r>
                        <a:rPr sz="1800" b="1">
                          <a:solidFill>
                            <a:srgbClr val="FFFFFF"/>
                          </a:solidFill>
                          <a:latin typeface="IBM Plex Sans"/>
                          <a:ea typeface="IBM Plex Sans"/>
                          <a:cs typeface="IBM Plex Sans"/>
                        </a:rPr>
                        <a:t>Parameter</a:t>
                      </a:r>
                    </a:p>
                  </a:txBody>
                  <a:tcPr marL="91440" marR="91440" marT="45720" marB="45720" anchor="ctr">
                    <a:solidFill>
                      <a:srgbClr val="063659"/>
                    </a:solidFill>
                  </a:tcPr>
                </a:tc>
                <a:tc>
                  <a:txBody>
                    <a:bodyPr lIns="133350" tIns="85725" rIns="95250" bIns="85725"/>
                    <a:lstStyle/>
                    <a:p>
                      <a:r>
                        <a:rPr sz="1800" b="1">
                          <a:solidFill>
                            <a:srgbClr val="FFFFFF"/>
                          </a:solidFill>
                          <a:latin typeface="IBM Plex Sans"/>
                          <a:ea typeface="IBM Plex Sans"/>
                          <a:cs typeface="IBM Plex Sans"/>
                        </a:rPr>
                        <a:t>Wert</a:t>
                      </a:r>
                    </a:p>
                  </a:txBody>
                  <a:tcPr marL="91440" marR="91440" marT="45720" marB="45720" anchor="ctr">
                    <a:solidFill>
                      <a:srgbClr val="063659"/>
                    </a:solidFill>
                  </a:tcPr>
                </a:tc>
              </a:tr>
              <a:tr h="493713">
                <a:tc>
                  <a:txBody>
                    <a:bodyPr lIns="133350" tIns="85725" rIns="95250" bIns="85725"/>
                    <a:lstStyle/>
                    <a:p>
                      <a:r>
                        <a:rPr sz="1800" b="0">
                          <a:solidFill>
                            <a:srgbClr val="141A21"/>
                          </a:solidFill>
                          <a:latin typeface="IBM Plex Sans"/>
                          <a:ea typeface="IBM Plex Sans"/>
                          <a:cs typeface="IBM Plex Sans"/>
                        </a:rPr>
                        <a:t>max_depth</a:t>
                      </a:r>
                    </a:p>
                  </a:txBody>
                  <a:tcPr marL="91440" marR="91440" marT="45720" marB="45720" anchor="ctr">
                    <a:solidFill>
                      <a:srgbClr val="F1F4F7"/>
                    </a:solidFill>
                  </a:tcPr>
                </a:tc>
                <a:tc>
                  <a:txBody>
                    <a:bodyPr lIns="133350" tIns="85725" rIns="95250" bIns="85725"/>
                    <a:lstStyle/>
                    <a:p>
                      <a:r>
                        <a:rPr sz="1800" b="0">
                          <a:solidFill>
                            <a:srgbClr val="141A21"/>
                          </a:solidFill>
                          <a:latin typeface="IBM Plex Sans"/>
                          <a:ea typeface="IBM Plex Sans"/>
                          <a:cs typeface="IBM Plex Sans"/>
                        </a:rPr>
                        <a:t>8</a:t>
                      </a:r>
                    </a:p>
                  </a:txBody>
                  <a:tcPr marL="91440" marR="91440" marT="45720" marB="45720" anchor="ctr">
                    <a:solidFill>
                      <a:srgbClr val="F1F4F7"/>
                    </a:solidFill>
                  </a:tcPr>
                </a:tc>
              </a:tr>
              <a:tr h="493713">
                <a:tc>
                  <a:txBody>
                    <a:bodyPr lIns="133350" tIns="85725" rIns="95250" bIns="85725"/>
                    <a:lstStyle/>
                    <a:p>
                      <a:r>
                        <a:rPr sz="1800" b="0">
                          <a:solidFill>
                            <a:srgbClr val="141A21"/>
                          </a:solidFill>
                          <a:latin typeface="IBM Plex Sans"/>
                          <a:ea typeface="IBM Plex Sans"/>
                          <a:cs typeface="IBM Plex Sans"/>
                        </a:rPr>
                        <a:t>min_samples_leaf</a:t>
                      </a:r>
                    </a:p>
                  </a:txBody>
                  <a:tcPr marL="91440" marR="91440" marT="45720" marB="45720" anchor="ctr">
                    <a:solidFill>
                      <a:srgbClr val="FFFFFF"/>
                    </a:solidFill>
                  </a:tcPr>
                </a:tc>
                <a:tc>
                  <a:txBody>
                    <a:bodyPr lIns="133350" tIns="85725" rIns="95250" bIns="85725"/>
                    <a:lstStyle/>
                    <a:p>
                      <a:r>
                        <a:rPr sz="1800" b="0">
                          <a:solidFill>
                            <a:srgbClr val="141A21"/>
                          </a:solidFill>
                          <a:latin typeface="IBM Plex Sans"/>
                          <a:ea typeface="IBM Plex Sans"/>
                          <a:cs typeface="IBM Plex Sans"/>
                        </a:rPr>
                        <a:t>5</a:t>
                      </a:r>
                    </a:p>
                  </a:txBody>
                  <a:tcPr marL="91440" marR="91440" marT="45720" marB="45720" anchor="ctr">
                    <a:solidFill>
                      <a:srgbClr val="FFFFFF"/>
                    </a:solidFill>
                  </a:tcPr>
                </a:tc>
              </a:tr>
              <a:tr h="493713">
                <a:tc>
                  <a:txBody>
                    <a:bodyPr lIns="133350" tIns="85725" rIns="95250" bIns="85725"/>
                    <a:lstStyle/>
                    <a:p>
                      <a:r>
                        <a:rPr sz="1800" b="0">
                          <a:solidFill>
                            <a:srgbClr val="141A21"/>
                          </a:solidFill>
                          <a:latin typeface="IBM Plex Sans"/>
                          <a:ea typeface="IBM Plex Sans"/>
                          <a:cs typeface="IBM Plex Sans"/>
                        </a:rPr>
                        <a:t>max_features</a:t>
                      </a:r>
                    </a:p>
                  </a:txBody>
                  <a:tcPr marL="91440" marR="91440" marT="45720" marB="45720" anchor="ctr">
                    <a:solidFill>
                      <a:srgbClr val="F1F4F7"/>
                    </a:solidFill>
                  </a:tcPr>
                </a:tc>
                <a:tc>
                  <a:txBody>
                    <a:bodyPr lIns="133350" tIns="85725" rIns="95250" bIns="85725"/>
                    <a:lstStyle/>
                    <a:p>
                      <a:r>
                        <a:rPr sz="1800" b="0">
                          <a:solidFill>
                            <a:srgbClr val="141A21"/>
                          </a:solidFill>
                          <a:latin typeface="IBM Plex Sans"/>
                          <a:ea typeface="IBM Plex Sans"/>
                          <a:cs typeface="IBM Plex Sans"/>
                        </a:rPr>
                        <a:t>0,7</a:t>
                      </a:r>
                    </a:p>
                  </a:txBody>
                  <a:tcPr marL="91440" marR="91440" marT="45720" marB="45720" anchor="ctr">
                    <a:solidFill>
                      <a:srgbClr val="F1F4F7"/>
                    </a:solidFill>
                  </a:tcPr>
                </a:tc>
              </a:tr>
              <a:tr h="493713">
                <a:tc>
                  <a:txBody>
                    <a:bodyPr lIns="133350" tIns="85725" rIns="95250" bIns="85725"/>
                    <a:lstStyle/>
                    <a:p>
                      <a:r>
                        <a:rPr sz="1800" b="0">
                          <a:solidFill>
                            <a:srgbClr val="141A21"/>
                          </a:solidFill>
                          <a:latin typeface="IBM Plex Sans"/>
                          <a:ea typeface="IBM Plex Sans"/>
                          <a:cs typeface="IBM Plex Sans"/>
                        </a:rPr>
                        <a:t>n_estimators</a:t>
                      </a:r>
                    </a:p>
                  </a:txBody>
                  <a:tcPr marL="91440" marR="91440" marT="45720" marB="45720" anchor="ctr">
                    <a:solidFill>
                      <a:srgbClr val="FFFFFF"/>
                    </a:solidFill>
                  </a:tcPr>
                </a:tc>
                <a:tc>
                  <a:txBody>
                    <a:bodyPr lIns="133350" tIns="85725" rIns="95250" bIns="85725"/>
                    <a:lstStyle/>
                    <a:p>
                      <a:r>
                        <a:rPr sz="1800" b="0">
                          <a:solidFill>
                            <a:srgbClr val="141A21"/>
                          </a:solidFill>
                          <a:latin typeface="IBM Plex Sans"/>
                          <a:ea typeface="IBM Plex Sans"/>
                          <a:cs typeface="IBM Plex Sans"/>
                        </a:rPr>
                        <a:t>300</a:t>
                      </a:r>
                    </a:p>
                  </a:txBody>
                  <a:tcPr marL="91440" marR="91440" marT="45720" marB="45720" anchor="ctr">
                    <a:solidFill>
                      <a:srgbClr val="FFFFFF"/>
                    </a:solidFill>
                  </a:tcPr>
                </a:tc>
              </a:tr>
              <a:tr h="493713">
                <a:tc>
                  <a:txBody>
                    <a:bodyPr lIns="133350" tIns="85725" rIns="95250" bIns="85725"/>
                    <a:lstStyle/>
                    <a:p>
                      <a:r>
                        <a:rPr sz="1800" b="0">
                          <a:solidFill>
                            <a:srgbClr val="141A21"/>
                          </a:solidFill>
                          <a:latin typeface="IBM Plex Sans"/>
                          <a:ea typeface="IBM Plex Sans"/>
                          <a:cs typeface="IBM Plex Sans"/>
                        </a:rPr>
                        <a:t>random_state</a:t>
                      </a:r>
                    </a:p>
                  </a:txBody>
                  <a:tcPr marL="91440" marR="91440" marT="45720" marB="45720" anchor="ctr">
                    <a:solidFill>
                      <a:srgbClr val="F1F4F7"/>
                    </a:solidFill>
                  </a:tcPr>
                </a:tc>
                <a:tc>
                  <a:txBody>
                    <a:bodyPr lIns="133350" tIns="85725" rIns="95250" bIns="85725"/>
                    <a:lstStyle/>
                    <a:p>
                      <a:r>
                        <a:rPr sz="1800" b="0">
                          <a:solidFill>
                            <a:srgbClr val="141A21"/>
                          </a:solidFill>
                          <a:latin typeface="IBM Plex Sans"/>
                          <a:ea typeface="IBM Plex Sans"/>
                          <a:cs typeface="IBM Plex Sans"/>
                        </a:rPr>
                        <a:t>42</a:t>
                      </a:r>
                    </a:p>
                  </a:txBody>
                  <a:tcPr marL="91440" marR="91440" marT="45720" marB="45720" anchor="ctr">
                    <a:solidFill>
                      <a:srgbClr val="F1F4F7"/>
                    </a:solidFill>
                  </a:tcPr>
                </a:tc>
              </a:tr>
            </a:tbl>
          </a:graphicData>
        </a:graphic>
      </p:graphicFrame>
      <p:sp>
        <p:nvSpPr>
          <p:cNvPr id="11" name="block-239">
            <a:extLst xmlns:a="http://schemas.openxmlformats.org/drawingml/2006/main">
              <a:ext uri="{FF2B5EF4-FFF2-40B4-BE49-F238E27FC236}">
                <a16:creationId xmlns:a16="http://schemas.microsoft.com/office/drawing/2014/main" id="{C4DD9C5D-5E56-44ED-8B4B-931F5BA90401}"/>
              </a:ext>
            </a:extLst>
          </p:cNvPr>
          <p:cNvSpPr>
            <a:spLocks xmlns:a="http://schemas.openxmlformats.org/drawingml/2006/main" noGrp="1"/>
          </p:cNvSpPr>
          <p:nvPr/>
        </p:nvSpPr>
        <p:spPr>
          <a:xfrm xmlns:a="http://schemas.openxmlformats.org/drawingml/2006/main">
            <a:off x="609600" y="57912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063659"/>
                </a:solidFill>
                <a:latin typeface="IBM Plex Sans"/>
                <a:ea typeface="IBM Plex Sans"/>
                <a:cs typeface="IBM Plex Sans"/>
              </a:defRPr>
            </a:pPr>
            <a:r>
              <a:rPr sz="1725" b="0">
                <a:solidFill>
                  <a:srgbClr val="063659"/>
                </a:solidFill>
                <a:latin typeface="IBM Plex Sans"/>
                <a:ea typeface="IBM Plex Sans"/>
                <a:cs typeface="IBM Plex Sans"/>
              </a:rPr>
              <a:t>Fold 2 erzielt den kleinsten Fehler. Mehr Training allein erklärt den Unterschied nicht.</a:t>
            </a:r>
          </a:p>
        </p:txBody>
      </p:sp>
    </p:spTree>
    <p:extLst>
      <p:ext uri="{BB962C8B-B14F-4D97-AF65-F5344CB8AC3E}">
        <p14:creationId xmlns:p14="http://schemas.microsoft.com/office/powerpoint/2010/main" val="187052549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block-240">
            <a:extLst xmlns:a="http://schemas.openxmlformats.org/drawingml/2006/main">
              <a:ext uri="{FF2B5EF4-FFF2-40B4-BE49-F238E27FC236}">
                <a16:creationId xmlns:a16="http://schemas.microsoft.com/office/drawing/2014/main" id="{448D197E-5BDD-41ED-8168-76ACE009C3EB}"/>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E  /  BEGRIFFE</a:t>
            </a:r>
          </a:p>
        </p:txBody>
      </p:sp>
      <p:sp>
        <p:nvSpPr>
          <p:cNvPr id="2" name="block-241">
            <a:extLst xmlns:a="http://schemas.openxmlformats.org/drawingml/2006/main">
              <a:ext uri="{FF2B5EF4-FFF2-40B4-BE49-F238E27FC236}">
                <a16:creationId xmlns:a16="http://schemas.microsoft.com/office/drawing/2014/main" id="{CFDDDAB8-F8BC-40A3-9B87-B3FE5807DA7A}"/>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Prüfhinweise sind noch keine bestätigten Anomalien</a:t>
            </a:r>
          </a:p>
        </p:txBody>
      </p:sp>
      <p:sp>
        <p:nvSpPr>
          <p:cNvPr id="3" name="block-242">
            <a:extLst xmlns:a="http://schemas.openxmlformats.org/drawingml/2006/main">
              <a:ext uri="{FF2B5EF4-FFF2-40B4-BE49-F238E27FC236}">
                <a16:creationId xmlns:a16="http://schemas.microsoft.com/office/drawing/2014/main" id="{B3F1B4A3-AE16-467F-BDC7-29291B432632}"/>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Vier Begriffe beschreiben vier unterschiedliche Aussagen.</a:t>
            </a:r>
          </a:p>
        </p:txBody>
      </p:sp>
      <p:sp>
        <p:nvSpPr>
          <p:cNvPr id="4" name="block-243">
            <a:extLst xmlns:a="http://schemas.openxmlformats.org/drawingml/2006/main">
              <a:ext uri="{FF2B5EF4-FFF2-40B4-BE49-F238E27FC236}">
                <a16:creationId xmlns:a16="http://schemas.microsoft.com/office/drawing/2014/main" id="{FA00AB8F-BB7B-48CC-9CAB-F877486ECF5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14016ff4b18c4b02"/>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44">
            <a:extLst xmlns:a="http://schemas.openxmlformats.org/drawingml/2006/main">
              <a:ext uri="{FF2B5EF4-FFF2-40B4-BE49-F238E27FC236}">
                <a16:creationId xmlns:a16="http://schemas.microsoft.com/office/drawing/2014/main" id="{E27388E1-30C9-49ED-8D5E-62512AA8844F}"/>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Vertiefung · Notebook 13</a:t>
            </a:r>
          </a:p>
        </p:txBody>
      </p:sp>
      <p:sp>
        <p:nvSpPr>
          <p:cNvPr id="7" name="block-245">
            <a:extLst xmlns:a="http://schemas.openxmlformats.org/drawingml/2006/main">
              <a:ext uri="{FF2B5EF4-FFF2-40B4-BE49-F238E27FC236}">
                <a16:creationId xmlns:a16="http://schemas.microsoft.com/office/drawing/2014/main" id="{86520C58-B29C-42C0-94A6-093EDA210BB8}"/>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18 / 18</a:t>
            </a:r>
          </a:p>
        </p:txBody>
      </p:sp>
      <p:sp>
        <p:nvSpPr>
          <p:cNvPr id="8" name="block-246">
            <a:extLst xmlns:a="http://schemas.openxmlformats.org/drawingml/2006/main">
              <a:ext uri="{FF2B5EF4-FFF2-40B4-BE49-F238E27FC236}">
                <a16:creationId xmlns:a16="http://schemas.microsoft.com/office/drawing/2014/main" id="{82260602-217E-4CDB-BDA4-6ABAB01A7F0F}"/>
              </a:ext>
            </a:extLst>
          </p:cNvPr>
          <p:cNvSpPr>
            <a:spLocks xmlns:a="http://schemas.openxmlformats.org/drawingml/2006/main" noGrp="1"/>
          </p:cNvSpPr>
          <p:nvPr/>
        </p:nvSpPr>
        <p:spPr>
          <a:xfrm xmlns:a="http://schemas.openxmlformats.org/drawingml/2006/main">
            <a:off x="609600" y="2543175"/>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01</a:t>
            </a:r>
          </a:p>
        </p:txBody>
      </p:sp>
      <p:sp>
        <p:nvSpPr>
          <p:cNvPr id="9" name="block-247">
            <a:extLst xmlns:a="http://schemas.openxmlformats.org/drawingml/2006/main">
              <a:ext uri="{FF2B5EF4-FFF2-40B4-BE49-F238E27FC236}">
                <a16:creationId xmlns:a16="http://schemas.microsoft.com/office/drawing/2014/main" id="{FAA85294-151A-4B47-A2A1-E47E56EA0500}"/>
              </a:ext>
            </a:extLst>
          </p:cNvPr>
          <p:cNvSpPr>
            <a:spLocks xmlns:a="http://schemas.openxmlformats.org/drawingml/2006/main" noGrp="1"/>
          </p:cNvSpPr>
          <p:nvPr/>
        </p:nvSpPr>
        <p:spPr>
          <a:xfrm xmlns:a="http://schemas.openxmlformats.org/drawingml/2006/main">
            <a:off x="1457325" y="2543175"/>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Statistischer Ausreißer</a:t>
            </a:r>
          </a:p>
        </p:txBody>
      </p:sp>
      <p:sp>
        <p:nvSpPr>
          <p:cNvPr id="10" name="block-248">
            <a:extLst xmlns:a="http://schemas.openxmlformats.org/drawingml/2006/main">
              <a:ext uri="{FF2B5EF4-FFF2-40B4-BE49-F238E27FC236}">
                <a16:creationId xmlns:a16="http://schemas.microsoft.com/office/drawing/2014/main" id="{2DE76998-82C9-473C-8C55-C3B7694C4EE3}"/>
              </a:ext>
            </a:extLst>
          </p:cNvPr>
          <p:cNvSpPr>
            <a:spLocks xmlns:a="http://schemas.openxmlformats.org/drawingml/2006/main" noGrp="1"/>
          </p:cNvSpPr>
          <p:nvPr/>
        </p:nvSpPr>
        <p:spPr>
          <a:xfrm xmlns:a="http://schemas.openxmlformats.org/drawingml/2006/main">
            <a:off x="5391150" y="25431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Ungewöhnlich in einer Vergleichsverteilung.</a:t>
            </a:r>
          </a:p>
        </p:txBody>
      </p:sp>
      <p:sp>
        <p:nvSpPr>
          <p:cNvPr id="11" name="block-249">
            <a:extLst xmlns:a="http://schemas.openxmlformats.org/drawingml/2006/main">
              <a:ext uri="{FF2B5EF4-FFF2-40B4-BE49-F238E27FC236}">
                <a16:creationId xmlns:a16="http://schemas.microsoft.com/office/drawing/2014/main" id="{560E7B59-6CBD-4A3D-AF49-7B19CE6CFDC3}"/>
              </a:ext>
            </a:extLst>
          </p:cNvPr>
          <p:cNvSpPr>
            <a:spLocks xmlns:a="http://schemas.openxmlformats.org/drawingml/2006/main" noGrp="1"/>
          </p:cNvSpPr>
          <p:nvPr/>
        </p:nvSpPr>
        <p:spPr>
          <a:xfrm xmlns:a="http://schemas.openxmlformats.org/drawingml/2006/main">
            <a:off x="1457325" y="3057525"/>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2" name="block-250">
            <a:extLst xmlns:a="http://schemas.openxmlformats.org/drawingml/2006/main">
              <a:ext uri="{FF2B5EF4-FFF2-40B4-BE49-F238E27FC236}">
                <a16:creationId xmlns:a16="http://schemas.microsoft.com/office/drawing/2014/main" id="{53AA57E1-8821-4F1D-AE3A-CD7CA8F3B05D}"/>
              </a:ext>
            </a:extLst>
          </p:cNvPr>
          <p:cNvSpPr>
            <a:spLocks xmlns:a="http://schemas.openxmlformats.org/drawingml/2006/main" noGrp="1"/>
          </p:cNvSpPr>
          <p:nvPr/>
        </p:nvSpPr>
        <p:spPr>
          <a:xfrm xmlns:a="http://schemas.openxmlformats.org/drawingml/2006/main">
            <a:off x="609600" y="3200400"/>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02</a:t>
            </a:r>
          </a:p>
        </p:txBody>
      </p:sp>
      <p:sp>
        <p:nvSpPr>
          <p:cNvPr id="13" name="block-251">
            <a:extLst xmlns:a="http://schemas.openxmlformats.org/drawingml/2006/main">
              <a:ext uri="{FF2B5EF4-FFF2-40B4-BE49-F238E27FC236}">
                <a16:creationId xmlns:a16="http://schemas.microsoft.com/office/drawing/2014/main" id="{623F6185-D442-41E2-8082-9F7D859721FD}"/>
              </a:ext>
            </a:extLst>
          </p:cNvPr>
          <p:cNvSpPr>
            <a:spLocks xmlns:a="http://schemas.openxmlformats.org/drawingml/2006/main" noGrp="1"/>
          </p:cNvSpPr>
          <p:nvPr/>
        </p:nvSpPr>
        <p:spPr>
          <a:xfrm xmlns:a="http://schemas.openxmlformats.org/drawingml/2006/main">
            <a:off x="1457325" y="3200400"/>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Modellabweichung</a:t>
            </a:r>
          </a:p>
        </p:txBody>
      </p:sp>
      <p:sp>
        <p:nvSpPr>
          <p:cNvPr id="14" name="block-252">
            <a:extLst xmlns:a="http://schemas.openxmlformats.org/drawingml/2006/main">
              <a:ext uri="{FF2B5EF4-FFF2-40B4-BE49-F238E27FC236}">
                <a16:creationId xmlns:a16="http://schemas.microsoft.com/office/drawing/2014/main" id="{97D0A396-DC83-4026-8DBB-1645FDC67794}"/>
              </a:ext>
            </a:extLst>
          </p:cNvPr>
          <p:cNvSpPr>
            <a:spLocks xmlns:a="http://schemas.openxmlformats.org/drawingml/2006/main" noGrp="1"/>
          </p:cNvSpPr>
          <p:nvPr/>
        </p:nvSpPr>
        <p:spPr>
          <a:xfrm xmlns:a="http://schemas.openxmlformats.org/drawingml/2006/main">
            <a:off x="5391150" y="32004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Ist und Prognose unterscheiden sich deutlich.</a:t>
            </a:r>
          </a:p>
        </p:txBody>
      </p:sp>
      <p:sp>
        <p:nvSpPr>
          <p:cNvPr id="15" name="block-253">
            <a:extLst xmlns:a="http://schemas.openxmlformats.org/drawingml/2006/main">
              <a:ext uri="{FF2B5EF4-FFF2-40B4-BE49-F238E27FC236}">
                <a16:creationId xmlns:a16="http://schemas.microsoft.com/office/drawing/2014/main" id="{8CBCDCD9-3A2C-4BF4-9769-CB7507E279AD}"/>
              </a:ext>
            </a:extLst>
          </p:cNvPr>
          <p:cNvSpPr>
            <a:spLocks xmlns:a="http://schemas.openxmlformats.org/drawingml/2006/main" noGrp="1"/>
          </p:cNvSpPr>
          <p:nvPr/>
        </p:nvSpPr>
        <p:spPr>
          <a:xfrm xmlns:a="http://schemas.openxmlformats.org/drawingml/2006/main">
            <a:off x="1457325" y="3714750"/>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6" name="block-254">
            <a:extLst xmlns:a="http://schemas.openxmlformats.org/drawingml/2006/main">
              <a:ext uri="{FF2B5EF4-FFF2-40B4-BE49-F238E27FC236}">
                <a16:creationId xmlns:a16="http://schemas.microsoft.com/office/drawing/2014/main" id="{721B8A4F-E5E3-4F0D-A74E-95FA7EF989D4}"/>
              </a:ext>
            </a:extLst>
          </p:cNvPr>
          <p:cNvSpPr>
            <a:spLocks xmlns:a="http://schemas.openxmlformats.org/drawingml/2006/main" noGrp="1"/>
          </p:cNvSpPr>
          <p:nvPr/>
        </p:nvSpPr>
        <p:spPr>
          <a:xfrm xmlns:a="http://schemas.openxmlformats.org/drawingml/2006/main">
            <a:off x="609600" y="3857625"/>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03</a:t>
            </a:r>
          </a:p>
        </p:txBody>
      </p:sp>
      <p:sp>
        <p:nvSpPr>
          <p:cNvPr id="17" name="block-255">
            <a:extLst xmlns:a="http://schemas.openxmlformats.org/drawingml/2006/main">
              <a:ext uri="{FF2B5EF4-FFF2-40B4-BE49-F238E27FC236}">
                <a16:creationId xmlns:a16="http://schemas.microsoft.com/office/drawing/2014/main" id="{C775FEFC-1C37-41FC-BB9F-491C55746E1A}"/>
              </a:ext>
            </a:extLst>
          </p:cNvPr>
          <p:cNvSpPr>
            <a:spLocks xmlns:a="http://schemas.openxmlformats.org/drawingml/2006/main" noGrp="1"/>
          </p:cNvSpPr>
          <p:nvPr/>
        </p:nvSpPr>
        <p:spPr>
          <a:xfrm xmlns:a="http://schemas.openxmlformats.org/drawingml/2006/main">
            <a:off x="1457325" y="3857625"/>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Prüfhinweis</a:t>
            </a:r>
          </a:p>
        </p:txBody>
      </p:sp>
      <p:sp>
        <p:nvSpPr>
          <p:cNvPr id="18" name="block-256">
            <a:extLst xmlns:a="http://schemas.openxmlformats.org/drawingml/2006/main">
              <a:ext uri="{FF2B5EF4-FFF2-40B4-BE49-F238E27FC236}">
                <a16:creationId xmlns:a16="http://schemas.microsoft.com/office/drawing/2014/main" id="{0BB6DCCC-8C4A-4310-A9D0-AF24586255AA}"/>
              </a:ext>
            </a:extLst>
          </p:cNvPr>
          <p:cNvSpPr>
            <a:spLocks xmlns:a="http://schemas.openxmlformats.org/drawingml/2006/main" noGrp="1"/>
          </p:cNvSpPr>
          <p:nvPr/>
        </p:nvSpPr>
        <p:spPr>
          <a:xfrm xmlns:a="http://schemas.openxmlformats.org/drawingml/2006/main">
            <a:off x="5391150" y="38576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Die q99-Grenze ist erreicht. Eine Prüfung folgt.</a:t>
            </a:r>
          </a:p>
        </p:txBody>
      </p:sp>
      <p:sp>
        <p:nvSpPr>
          <p:cNvPr id="19" name="block-257">
            <a:extLst xmlns:a="http://schemas.openxmlformats.org/drawingml/2006/main">
              <a:ext uri="{FF2B5EF4-FFF2-40B4-BE49-F238E27FC236}">
                <a16:creationId xmlns:a16="http://schemas.microsoft.com/office/drawing/2014/main" id="{461BD74A-A905-47D0-851A-182AEA85D503}"/>
              </a:ext>
            </a:extLst>
          </p:cNvPr>
          <p:cNvSpPr>
            <a:spLocks xmlns:a="http://schemas.openxmlformats.org/drawingml/2006/main" noGrp="1"/>
          </p:cNvSpPr>
          <p:nvPr/>
        </p:nvSpPr>
        <p:spPr>
          <a:xfrm xmlns:a="http://schemas.openxmlformats.org/drawingml/2006/main">
            <a:off x="1457325" y="4371975"/>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0" name="block-258">
            <a:extLst xmlns:a="http://schemas.openxmlformats.org/drawingml/2006/main">
              <a:ext uri="{FF2B5EF4-FFF2-40B4-BE49-F238E27FC236}">
                <a16:creationId xmlns:a16="http://schemas.microsoft.com/office/drawing/2014/main" id="{215A6F1F-E317-4578-9641-D8B1FBE440C5}"/>
              </a:ext>
            </a:extLst>
          </p:cNvPr>
          <p:cNvSpPr>
            <a:spLocks xmlns:a="http://schemas.openxmlformats.org/drawingml/2006/main" noGrp="1"/>
          </p:cNvSpPr>
          <p:nvPr/>
        </p:nvSpPr>
        <p:spPr>
          <a:xfrm xmlns:a="http://schemas.openxmlformats.org/drawingml/2006/main">
            <a:off x="609600" y="4514850"/>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A86505"/>
                </a:solidFill>
                <a:latin typeface="Geist Mono"/>
                <a:ea typeface="Geist Mono"/>
                <a:cs typeface="Geist Mono"/>
              </a:defRPr>
            </a:pPr>
            <a:r>
              <a:rPr sz="2175" b="1">
                <a:solidFill>
                  <a:srgbClr val="A86505"/>
                </a:solidFill>
                <a:latin typeface="Geist Mono"/>
                <a:ea typeface="Geist Mono"/>
                <a:cs typeface="Geist Mono"/>
              </a:rPr>
              <a:t>04</a:t>
            </a:r>
          </a:p>
        </p:txBody>
      </p:sp>
      <p:sp>
        <p:nvSpPr>
          <p:cNvPr id="21" name="block-259">
            <a:extLst xmlns:a="http://schemas.openxmlformats.org/drawingml/2006/main">
              <a:ext uri="{FF2B5EF4-FFF2-40B4-BE49-F238E27FC236}">
                <a16:creationId xmlns:a16="http://schemas.microsoft.com/office/drawing/2014/main" id="{B44281EE-758B-4134-951B-F831F7AC664F}"/>
              </a:ext>
            </a:extLst>
          </p:cNvPr>
          <p:cNvSpPr>
            <a:spLocks xmlns:a="http://schemas.openxmlformats.org/drawingml/2006/main" noGrp="1"/>
          </p:cNvSpPr>
          <p:nvPr/>
        </p:nvSpPr>
        <p:spPr>
          <a:xfrm xmlns:a="http://schemas.openxmlformats.org/drawingml/2006/main">
            <a:off x="1457325" y="4514850"/>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Bestätigte Anomalie</a:t>
            </a:r>
          </a:p>
        </p:txBody>
      </p:sp>
      <p:sp>
        <p:nvSpPr>
          <p:cNvPr id="22" name="block-260">
            <a:extLst xmlns:a="http://schemas.openxmlformats.org/drawingml/2006/main">
              <a:ext uri="{FF2B5EF4-FFF2-40B4-BE49-F238E27FC236}">
                <a16:creationId xmlns:a16="http://schemas.microsoft.com/office/drawing/2014/main" id="{591814A3-1C50-4726-8EDB-10D082F5B2F2}"/>
              </a:ext>
            </a:extLst>
          </p:cNvPr>
          <p:cNvSpPr>
            <a:spLocks xmlns:a="http://schemas.openxmlformats.org/drawingml/2006/main" noGrp="1"/>
          </p:cNvSpPr>
          <p:nvPr/>
        </p:nvSpPr>
        <p:spPr>
          <a:xfrm xmlns:a="http://schemas.openxmlformats.org/drawingml/2006/main">
            <a:off x="5391150" y="45148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Die Fachprüfung liefert ein begründetes Label.</a:t>
            </a:r>
          </a:p>
        </p:txBody>
      </p:sp>
      <p:sp>
        <p:nvSpPr>
          <p:cNvPr id="23" name="block-261">
            <a:extLst xmlns:a="http://schemas.openxmlformats.org/drawingml/2006/main">
              <a:ext uri="{FF2B5EF4-FFF2-40B4-BE49-F238E27FC236}">
                <a16:creationId xmlns:a16="http://schemas.microsoft.com/office/drawing/2014/main" id="{E1CDC4C8-0349-4A91-93F8-598AC124807F}"/>
              </a:ext>
            </a:extLst>
          </p:cNvPr>
          <p:cNvSpPr>
            <a:spLocks xmlns:a="http://schemas.openxmlformats.org/drawingml/2006/main" noGrp="1"/>
          </p:cNvSpPr>
          <p:nvPr/>
        </p:nvSpPr>
        <p:spPr>
          <a:xfrm xmlns:a="http://schemas.openxmlformats.org/drawingml/2006/main">
            <a:off x="1457325" y="5029200"/>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4" name="block-262">
            <a:extLst xmlns:a="http://schemas.openxmlformats.org/drawingml/2006/main">
              <a:ext uri="{FF2B5EF4-FFF2-40B4-BE49-F238E27FC236}">
                <a16:creationId xmlns:a16="http://schemas.microsoft.com/office/drawing/2014/main" id="{43D8690B-2515-4758-86A1-44FC79D63689}"/>
              </a:ext>
            </a:extLst>
          </p:cNvPr>
          <p:cNvSpPr>
            <a:spLocks xmlns:a="http://schemas.openxmlformats.org/drawingml/2006/main" noGrp="1"/>
          </p:cNvSpPr>
          <p:nvPr/>
        </p:nvSpPr>
        <p:spPr>
          <a:xfrm xmlns:a="http://schemas.openxmlformats.org/drawingml/2006/main">
            <a:off x="609600" y="5410200"/>
            <a:ext cx="109728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Für Precision und Recall fehlen Labels. Stichproben ohne Hinweis helfen,</a:t>
            </a:r>
          </a:p>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übersehene Fälle zu erfassen.</a:t>
            </a:r>
          </a:p>
        </p:txBody>
      </p:sp>
    </p:spTree>
    <p:extLst>
      <p:ext uri="{BB962C8B-B14F-4D97-AF65-F5344CB8AC3E}">
        <p14:creationId xmlns:p14="http://schemas.microsoft.com/office/powerpoint/2010/main" val="60942812"/>
      </p:ext>
    </p:extLst>
  </p:cSld>
</p:sld>
</file>

<file path=ppt/theme/theme1.xml><?xml version="1.0" encoding="utf-8"?>
<a:theme xmlns:a="http://schemas.openxmlformats.org/drawingml/2006/main" name="ChatGPT">
  <a:themeElements>
    <a:clrScheme name="StadtWerke Westhafen">
      <a:dk1>
        <a:srgbClr val="141A21"/>
      </a:dk1>
      <a:lt1>
        <a:srgbClr val="FFFFFF"/>
      </a:lt1>
      <a:dk2>
        <a:srgbClr val="063659"/>
      </a:dk2>
      <a:lt2>
        <a:srgbClr val="F1F4F7"/>
      </a:lt2>
      <a:accent1>
        <a:srgbClr val="084878"/>
      </a:accent1>
      <a:accent2>
        <a:srgbClr val="0090C8"/>
      </a:accent2>
      <a:accent3>
        <a:srgbClr val="0080A0"/>
      </a:accent3>
      <a:accent4>
        <a:srgbClr val="A86505"/>
      </a:accent4>
      <a:accent5>
        <a:srgbClr val="B3261E"/>
      </a:accent5>
      <a:accent6>
        <a:srgbClr val="8C98A6"/>
      </a:accent6>
      <a:hlink>
        <a:srgbClr val="0080A0"/>
      </a:hlink>
      <a:folHlink>
        <a:srgbClr val="084878"/>
      </a:folHlink>
    </a:clrScheme>
    <a:fontScheme name="Office">
      <a:majorFont>
        <a:latin typeface="IBM Plex Sans"/>
        <a:ea typeface="Calibri Light"/>
        <a:cs typeface="Calibri Light"/>
      </a:majorFont>
      <a:minorFont>
        <a:latin typeface="IBM Plex Sans"/>
        <a:ea typeface="Calibri"/>
        <a:cs typeface="Calibri"/>
      </a:minorFont>
    </a:fontScheme>
    <a:fmtScheme name="StadtWerke Westhafe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2026-09-24T19:31:14.6670000Z</dcterms:created>
  <dcterms:modified xsi:type="dcterms:W3CDTF">2026-09-24T19:31:14.6670000Z</dcterms:modified>
</coreProperties>
</file>