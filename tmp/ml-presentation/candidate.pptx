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e3d09838c14788" /><Relationship Type="http://schemas.openxmlformats.org/officeDocument/2006/relationships/extended-properties" Target="/docProps/app.xml" Id="R5fd186bb43434350" /><Relationship Type="http://schemas.openxmlformats.org/officeDocument/2006/relationships/officeDocument" Target="/ppt/presentation.xml" Id="R1489b8dc49334f71" /></Relationships>
</file>

<file path=ppt/presentation.xml><?xml version="1.0" encoding="utf-8"?>
<p:presentation xmlns:p="http://schemas.openxmlformats.org/presentationml/2006/main">
  <p:sldMasterIdLst>
    <p:sldMasterId xmlns:r="http://schemas.openxmlformats.org/officeDocument/2006/relationships" id="2147483648" r:id="R7f20b3c735144e79"/>
  </p:sldMasterIdLst>
  <p:notesMasterIdLst>
    <p:notesMasterId xmlns:r="http://schemas.openxmlformats.org/officeDocument/2006/relationships" r:id="R721d2236deef4e92"/>
  </p:notesMasterIdLst>
  <p:sldIdLst>
    <p:sldId xmlns:r="http://schemas.openxmlformats.org/officeDocument/2006/relationships" id="256" r:id="Ra93e854d04444e66"/>
    <p:sldId xmlns:r="http://schemas.openxmlformats.org/officeDocument/2006/relationships" id="257" r:id="Ref59636902404752"/>
    <p:sldId xmlns:r="http://schemas.openxmlformats.org/officeDocument/2006/relationships" id="258" r:id="R2b18efa76b4c46cb"/>
    <p:sldId xmlns:r="http://schemas.openxmlformats.org/officeDocument/2006/relationships" id="259" r:id="R391c140c0fe44ae4"/>
    <p:sldId xmlns:r="http://schemas.openxmlformats.org/officeDocument/2006/relationships" id="260" r:id="R8ff81e5ac9fb4174"/>
    <p:sldId xmlns:r="http://schemas.openxmlformats.org/officeDocument/2006/relationships" id="261" r:id="Raa5985f1e0194e2b"/>
    <p:sldId xmlns:r="http://schemas.openxmlformats.org/officeDocument/2006/relationships" id="262" r:id="R24e698389bfc4e13"/>
    <p:sldId xmlns:r="http://schemas.openxmlformats.org/officeDocument/2006/relationships" id="263" r:id="R7dc895d082d24787"/>
    <p:sldId xmlns:r="http://schemas.openxmlformats.org/officeDocument/2006/relationships" id="264" r:id="R121c5c77991c4622"/>
    <p:sldId xmlns:r="http://schemas.openxmlformats.org/officeDocument/2006/relationships" id="265" r:id="R38d0c4229ecd4b5d"/>
    <p:sldId xmlns:r="http://schemas.openxmlformats.org/officeDocument/2006/relationships" id="266" r:id="Ra950168a218f42c2"/>
    <p:sldId xmlns:r="http://schemas.openxmlformats.org/officeDocument/2006/relationships" id="267" r:id="R9b2d41c5077f4025"/>
    <p:sldId xmlns:r="http://schemas.openxmlformats.org/officeDocument/2006/relationships" id="268" r:id="Rc45e4fe25e9c494d"/>
    <p:sldId xmlns:r="http://schemas.openxmlformats.org/officeDocument/2006/relationships" id="269" r:id="R9e2e2bcedf7c4888"/>
    <p:sldId xmlns:r="http://schemas.openxmlformats.org/officeDocument/2006/relationships" id="270" r:id="Re84f7c1870ed4420"/>
    <p:sldId xmlns:r="http://schemas.openxmlformats.org/officeDocument/2006/relationships" id="271" r:id="Rb925dc65245745b1"/>
    <p:sldId xmlns:r="http://schemas.openxmlformats.org/officeDocument/2006/relationships" id="272" r:id="R34209ba948b740b6"/>
    <p:sldId xmlns:r="http://schemas.openxmlformats.org/officeDocument/2006/relationships" id="273" r:id="Rcaab7fe85bbb4c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fb0337404841cf" /><Relationship Type="http://schemas.openxmlformats.org/officeDocument/2006/relationships/slideMaster" Target="/ppt/slideMasters/slideMaster1.xml" Id="R7f20b3c735144e79" /><Relationship Type="http://schemas.openxmlformats.org/officeDocument/2006/relationships/notesMaster" Target="/ppt/notesMasters/notesMaster1.xml" Id="R721d2236deef4e92" /><Relationship Type="http://schemas.openxmlformats.org/officeDocument/2006/relationships/presProps" Target="/ppt/presProps.xml" Id="R38975dc5645048cf" /><Relationship Type="http://schemas.openxmlformats.org/officeDocument/2006/relationships/tableStyles" Target="/ppt/tableStyles.xml" Id="R233aa7f5627046d8" /><Relationship Type="http://schemas.openxmlformats.org/officeDocument/2006/relationships/slide" Target="/ppt/slides/slide1.xml" Id="Ra93e854d04444e66" /><Relationship Type="http://schemas.openxmlformats.org/officeDocument/2006/relationships/slide" Target="/ppt/slides/slide2.xml" Id="Ref59636902404752" /><Relationship Type="http://schemas.openxmlformats.org/officeDocument/2006/relationships/slide" Target="/ppt/slides/slide3.xml" Id="R2b18efa76b4c46cb" /><Relationship Type="http://schemas.openxmlformats.org/officeDocument/2006/relationships/slide" Target="/ppt/slides/slide4.xml" Id="R391c140c0fe44ae4" /><Relationship Type="http://schemas.openxmlformats.org/officeDocument/2006/relationships/slide" Target="/ppt/slides/slide5.xml" Id="R8ff81e5ac9fb4174" /><Relationship Type="http://schemas.openxmlformats.org/officeDocument/2006/relationships/slide" Target="/ppt/slides/slide6.xml" Id="Raa5985f1e0194e2b" /><Relationship Type="http://schemas.openxmlformats.org/officeDocument/2006/relationships/slide" Target="/ppt/slides/slide7.xml" Id="R24e698389bfc4e13" /><Relationship Type="http://schemas.openxmlformats.org/officeDocument/2006/relationships/slide" Target="/ppt/slides/slide8.xml" Id="R7dc895d082d24787" /><Relationship Type="http://schemas.openxmlformats.org/officeDocument/2006/relationships/slide" Target="/ppt/slides/slide9.xml" Id="R121c5c77991c4622" /><Relationship Type="http://schemas.openxmlformats.org/officeDocument/2006/relationships/slide" Target="/ppt/slides/slide10.xml" Id="R38d0c4229ecd4b5d" /><Relationship Type="http://schemas.openxmlformats.org/officeDocument/2006/relationships/slide" Target="/ppt/slides/slide11.xml" Id="Ra950168a218f42c2" /><Relationship Type="http://schemas.openxmlformats.org/officeDocument/2006/relationships/slide" Target="/ppt/slides/slide12.xml" Id="R9b2d41c5077f4025" /><Relationship Type="http://schemas.openxmlformats.org/officeDocument/2006/relationships/slide" Target="/ppt/slides/slide13.xml" Id="Rc45e4fe25e9c494d" /><Relationship Type="http://schemas.openxmlformats.org/officeDocument/2006/relationships/slide" Target="/ppt/slides/slide14.xml" Id="R9e2e2bcedf7c4888" /><Relationship Type="http://schemas.openxmlformats.org/officeDocument/2006/relationships/slide" Target="/ppt/slides/slide15.xml" Id="Re84f7c1870ed4420" /><Relationship Type="http://schemas.openxmlformats.org/officeDocument/2006/relationships/slide" Target="/ppt/slides/slide16.xml" Id="Rb925dc65245745b1" /><Relationship Type="http://schemas.openxmlformats.org/officeDocument/2006/relationships/slide" Target="/ppt/slides/slide17.xml" Id="R34209ba948b740b6" /><Relationship Type="http://schemas.openxmlformats.org/officeDocument/2006/relationships/slide" Target="/ppt/slides/slide18.xml" Id="Rcaab7fe85bbb4c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857bb9e6a640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e9fdf2a37c4a62" /><Relationship Type="http://schemas.openxmlformats.org/officeDocument/2006/relationships/notesMaster" Target="/ppt/notesMasters/notesMaster1.xml" Id="Rdea0ff3d2a0642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1c29999e13414d" /><Relationship Type="http://schemas.openxmlformats.org/officeDocument/2006/relationships/notesMaster" Target="/ppt/notesMasters/notesMaster1.xml" Id="R3d60925d87f14b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c54e1875c545cf" /><Relationship Type="http://schemas.openxmlformats.org/officeDocument/2006/relationships/notesMaster" Target="/ppt/notesMasters/notesMaster1.xml" Id="R009049f2d1374f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1b85db43534c9b" /><Relationship Type="http://schemas.openxmlformats.org/officeDocument/2006/relationships/notesMaster" Target="/ppt/notesMasters/notesMaster1.xml" Id="R33c223e99ef440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7e8a264ecd4708" /><Relationship Type="http://schemas.openxmlformats.org/officeDocument/2006/relationships/notesMaster" Target="/ppt/notesMasters/notesMaster1.xml" Id="Re5182dfb0e4e4d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df7592964649e8" /><Relationship Type="http://schemas.openxmlformats.org/officeDocument/2006/relationships/notesMaster" Target="/ppt/notesMasters/notesMaster1.xml" Id="R09df7a6356bd41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e60a36fa684e7e" /><Relationship Type="http://schemas.openxmlformats.org/officeDocument/2006/relationships/notesMaster" Target="/ppt/notesMasters/notesMaster1.xml" Id="R9a519a604413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7d8ea5e560444f" /><Relationship Type="http://schemas.openxmlformats.org/officeDocument/2006/relationships/notesMaster" Target="/ppt/notesMasters/notesMaster1.xml" Id="Rd2ba0df2816c49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027f1e7e67401c" /><Relationship Type="http://schemas.openxmlformats.org/officeDocument/2006/relationships/notesMaster" Target="/ppt/notesMasters/notesMaster1.xml" Id="R1ac0bbe855ac4c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f564dd5c0f4ec1" /><Relationship Type="http://schemas.openxmlformats.org/officeDocument/2006/relationships/notesMaster" Target="/ppt/notesMasters/notesMaster1.xml" Id="R9de08418af6040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14ed3e2ef64d66" /><Relationship Type="http://schemas.openxmlformats.org/officeDocument/2006/relationships/notesMaster" Target="/ppt/notesMasters/notesMaster1.xml" Id="R0b311dd4804247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1ac81f74d54ed3" /><Relationship Type="http://schemas.openxmlformats.org/officeDocument/2006/relationships/notesMaster" Target="/ppt/notesMasters/notesMaster1.xml" Id="R80efd87ebe954f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5f853de8f44f82" /><Relationship Type="http://schemas.openxmlformats.org/officeDocument/2006/relationships/notesMaster" Target="/ppt/notesMasters/notesMaster1.xml" Id="R7ad4b38dd09b44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843ef2cf074857" /><Relationship Type="http://schemas.openxmlformats.org/officeDocument/2006/relationships/notesMaster" Target="/ppt/notesMasters/notesMaster1.xml" Id="Rd30f697c2c7346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1cfb407ef04e73" /><Relationship Type="http://schemas.openxmlformats.org/officeDocument/2006/relationships/notesMaster" Target="/ppt/notesMasters/notesMaster1.xml" Id="R9cf151ed254344a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8c28dd4d494caf" /><Relationship Type="http://schemas.openxmlformats.org/officeDocument/2006/relationships/notesMaster" Target="/ppt/notesMasters/notesMaster1.xml" Id="R492bf1be422e41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6a9bb6a70b4ca6" /><Relationship Type="http://schemas.openxmlformats.org/officeDocument/2006/relationships/notesMaster" Target="/ppt/notesMasters/notesMaster1.xml" Id="R22a26efe00e149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cf476eedf64b05" /><Relationship Type="http://schemas.openxmlformats.org/officeDocument/2006/relationships/notesMaster" Target="/ppt/notesMasters/notesMaster1.xml" Id="Rc1abf14d5c514b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Notebook 13, Zelle learn-feature-table; scripts/build_modeling_verstehen_notebook.py, Feature-Tabelle. Neun gelernte Prädiktoren: vormonat_vls, letzte_3_monate_vls, monat_idx, arbeitstage, feiertage_im_monat, produktionsplan_index, wartung_aktiv, heizgradtage, kundentyp. Vertragsleistung ist kein gelerntes Merkmal, sondern der separate Normierungs- und Rückrechnungsfaktor. Historienmerkmale dürfen nur bekannte frühere Monate desselben Zählers verwenden. Produktionsplan und Wartung müssen vor Monatsbeginn bekannt sein. Heizgradtage sind nur als zu diesem Zeitpunkt verfügbarer Wetterprognosewert zulässig; eine historische Forecast-Vintage ist hier nicht nachgewiesen. Der Einsatz benötigt deshalb eine Prüfung der tatsächlichen Verfügbarkeit. Istverbrauch, Ziel-VLS und nachträglich realisierte Wetterdaten desselben Monats dürfen nicht als vorab bekannte Eingaben behandelt werden. Keine produktive Verfügbarkeit behaupten.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Drei Permutationswiederholungen aus Notebook 13. Bericht und Notebook 12 verwenden fünf Wiederholungen, deshalb zeigen sie leicht andere Werte bei gleicher Rangfolge.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bd7da6352a49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1d0a2c05304c43" /><Relationship Type="http://schemas.openxmlformats.org/officeDocument/2006/relationships/slideLayout" Target="/ppt/slideLayouts/slideLayout1.xml" Id="R2ac6644b57444d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c6644b57444d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2719963bdd40c1" /><Relationship Type="http://schemas.openxmlformats.org/officeDocument/2006/relationships/image" Target="/ppt/media/image.png" Id="R2f21a3aa27c04884" /><Relationship Type="http://schemas.openxmlformats.org/officeDocument/2006/relationships/notesSlide" Target="/ppt/notesSlides/notesSlide1.xml" Id="R83cac2e6502f46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877eab75ff411a" /><Relationship Type="http://schemas.openxmlformats.org/officeDocument/2006/relationships/image" Target="/ppt/media/image2.png" Id="R0c57f8438238496b" /><Relationship Type="http://schemas.openxmlformats.org/officeDocument/2006/relationships/notesSlide" Target="/ppt/notesSlides/notesSlide2.xml" Id="R068516cf35ea4b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cda090570b489f" /><Relationship Type="http://schemas.openxmlformats.org/officeDocument/2006/relationships/image" Target="/ppt/media/image3.png" Id="R6999d839762341f0" /><Relationship Type="http://schemas.openxmlformats.org/officeDocument/2006/relationships/notesSlide" Target="/ppt/notesSlides/notesSlide3.xml" Id="R5bcfd3b8f9fe4c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e067c5b20944e5" /><Relationship Type="http://schemas.openxmlformats.org/officeDocument/2006/relationships/image" Target="/ppt/media/image4.png" Id="Rfab0032d6f524a3c" /><Relationship Type="http://schemas.openxmlformats.org/officeDocument/2006/relationships/notesSlide" Target="/ppt/notesSlides/notesSlide4.xml" Id="R73c233f017854d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0e6c283f1d41e3" /><Relationship Type="http://schemas.openxmlformats.org/officeDocument/2006/relationships/image" Target="/ppt/media/image5.png" Id="R67b73a24a7ca4929" /><Relationship Type="http://schemas.openxmlformats.org/officeDocument/2006/relationships/notesSlide" Target="/ppt/notesSlides/notesSlide5.xml" Id="R04b34fc7855e49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0e52845c8e4081" /><Relationship Type="http://schemas.openxmlformats.org/officeDocument/2006/relationships/image" Target="/ppt/media/image6.png" Id="R1954510f46734334" /><Relationship Type="http://schemas.openxmlformats.org/officeDocument/2006/relationships/notesSlide" Target="/ppt/notesSlides/notesSlide6.xml" Id="R3073ea0b9c4d41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cde9ba28364195" /><Relationship Type="http://schemas.openxmlformats.org/officeDocument/2006/relationships/image" Target="/ppt/media/image7.png" Id="R9b926176e52945d7" /><Relationship Type="http://schemas.openxmlformats.org/officeDocument/2006/relationships/chart" Target="/ppt/slides/charts/chart1.xml" Id="R7524fdbb9f164e4d" /><Relationship Type="http://schemas.openxmlformats.org/officeDocument/2006/relationships/notesSlide" Target="/ppt/notesSlides/notesSlide7.xml" Id="Rb11898a1656046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5cccf41135493b" /><Relationship Type="http://schemas.openxmlformats.org/officeDocument/2006/relationships/image" Target="/ppt/media/image8.png" Id="Re16c8687c5754aa0" /><Relationship Type="http://schemas.openxmlformats.org/officeDocument/2006/relationships/chart" Target="/ppt/slides/charts/chart2.xml" Id="R134b7d6c77b44a8e" /><Relationship Type="http://schemas.openxmlformats.org/officeDocument/2006/relationships/notesSlide" Target="/ppt/notesSlides/notesSlide8.xml" Id="R69a9dd9ad25b44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906a1eb336485b" /><Relationship Type="http://schemas.openxmlformats.org/officeDocument/2006/relationships/image" Target="/ppt/media/image9.png" Id="Rdc1b94d915d6415b" /><Relationship Type="http://schemas.openxmlformats.org/officeDocument/2006/relationships/chart" Target="/ppt/slides/charts/chart3.xml" Id="R334e2d2e26554c80" /><Relationship Type="http://schemas.openxmlformats.org/officeDocument/2006/relationships/notesSlide" Target="/ppt/notesSlides/notesSlide9.xml" Id="Rf38a6fcecbff42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a055df931549cb" /><Relationship Type="http://schemas.openxmlformats.org/officeDocument/2006/relationships/image" Target="/ppt/media/image10.png" Id="Rbe4f3097725d4b0e" /><Relationship Type="http://schemas.openxmlformats.org/officeDocument/2006/relationships/chart" Target="/ppt/slides/charts/chart4.xml" Id="R15cdbe855d9e4d35" /><Relationship Type="http://schemas.openxmlformats.org/officeDocument/2006/relationships/notesSlide" Target="/ppt/notesSlides/notesSlide10.xml" Id="R0dac75d430ae4b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ead043e6e94117" /><Relationship Type="http://schemas.openxmlformats.org/officeDocument/2006/relationships/image" Target="/ppt/media/image11.png" Id="R0fc619dc476d4725" /><Relationship Type="http://schemas.openxmlformats.org/officeDocument/2006/relationships/chart" Target="/ppt/slides/charts/chart5.xml" Id="Rc9beeecd0c464fec" /><Relationship Type="http://schemas.openxmlformats.org/officeDocument/2006/relationships/notesSlide" Target="/ppt/notesSlides/notesSlide11.xml" Id="R4d114752485a4d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6e96d281c94829" /><Relationship Type="http://schemas.openxmlformats.org/officeDocument/2006/relationships/image" Target="/ppt/media/image12.png" Id="R330f53ad8edd4fbf" /><Relationship Type="http://schemas.openxmlformats.org/officeDocument/2006/relationships/chart" Target="/ppt/slides/charts/chart6.xml" Id="R28ade5448afa496b" /><Relationship Type="http://schemas.openxmlformats.org/officeDocument/2006/relationships/notesSlide" Target="/ppt/notesSlides/notesSlide12.xml" Id="R869787ed2da84b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b8bad321aa4414" /><Relationship Type="http://schemas.openxmlformats.org/officeDocument/2006/relationships/notesSlide" Target="/ppt/notesSlides/notesSlide13.xml" Id="Re4213f97606345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366e92aa664053" /><Relationship Type="http://schemas.openxmlformats.org/officeDocument/2006/relationships/image" Target="/ppt/media/image13.png" Id="R4e74c869785d4ce0" /><Relationship Type="http://schemas.openxmlformats.org/officeDocument/2006/relationships/chart" Target="/ppt/slides/charts/chart7.xml" Id="Rf0e1a3dc94004032" /><Relationship Type="http://schemas.openxmlformats.org/officeDocument/2006/relationships/notesSlide" Target="/ppt/notesSlides/notesSlide14.xml" Id="R628ec0d660bc44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69ce060e2ce4ebd" /><Relationship Type="http://schemas.openxmlformats.org/officeDocument/2006/relationships/image" Target="/ppt/media/image14.png" Id="R799a124415c64a15" /><Relationship Type="http://schemas.openxmlformats.org/officeDocument/2006/relationships/chart" Target="/ppt/slides/charts/chart8.xml" Id="R6be3ab5e0a7241bb" /><Relationship Type="http://schemas.openxmlformats.org/officeDocument/2006/relationships/notesSlide" Target="/ppt/notesSlides/notesSlide15.xml" Id="R1af4a258f2d447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03f161ffbb47f2" /><Relationship Type="http://schemas.openxmlformats.org/officeDocument/2006/relationships/image" Target="/ppt/media/image15.png" Id="R049557cb17204eb3" /><Relationship Type="http://schemas.openxmlformats.org/officeDocument/2006/relationships/chart" Target="/ppt/slides/charts/chart9.xml" Id="R1dd895f7e42b4166" /><Relationship Type="http://schemas.openxmlformats.org/officeDocument/2006/relationships/notesSlide" Target="/ppt/notesSlides/notesSlide16.xml" Id="R9087a101500b41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43777b2bea7496d" /><Relationship Type="http://schemas.openxmlformats.org/officeDocument/2006/relationships/image" Target="/ppt/media/image16.png" Id="Rf85539a4d02849dd" /><Relationship Type="http://schemas.openxmlformats.org/officeDocument/2006/relationships/chart" Target="/ppt/slides/charts/chart10.xml" Id="R2d970dd3d39e4384" /><Relationship Type="http://schemas.openxmlformats.org/officeDocument/2006/relationships/notesSlide" Target="/ppt/notesSlides/notesSlide17.xml" Id="R9af784f5829546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834ee2e8cc4fd0" /><Relationship Type="http://schemas.openxmlformats.org/officeDocument/2006/relationships/image" Target="/ppt/media/image17.png" Id="R217857af1abd42de" /><Relationship Type="http://schemas.openxmlformats.org/officeDocument/2006/relationships/notesSlide" Target="/ppt/notesSlides/notesSlide18.xml" Id="R9fbc9cbb5ad14024" /></Relationships>
</file>

<file path=ppt/slides/charts/chart1.xml><?xml version="1.0" encoding="utf-8"?>
<c:chartSpace xmlns:c="http://schemas.openxmlformats.org/drawingml/2006/chart">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Vormonat</c:v>
              </c:pt>
              <c:pt idx="1">
                <c:v>Mittel bis 3 Monate</c:v>
              </c:pt>
              <c:pt idx="2">
                <c:v>Lineare Regression</c:v>
              </c:pt>
              <c:pt idx="3">
                <c:v>Random Forest</c:v>
              </c:pt>
            </c:strLit>
          </c:cat>
          <c:val>
            <c:numLit>
              <c:formatCode>#,##0</c:formatCode>
              <c:ptCount val="4"/>
              <c:pt idx="0">
                <c:v>18460.476093</c:v>
              </c:pt>
              <c:pt idx="1">
                <c:v>15483.069879</c:v>
              </c:pt>
              <c:pt idx="2">
                <c:v>13643.035958</c:v>
              </c:pt>
              <c:pt idx="3">
                <c:v>13272.407403</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Vormonat</c:v>
              </c:pt>
              <c:pt idx="1">
                <c:v>Mittel bis 3 Monate</c:v>
              </c:pt>
              <c:pt idx="2">
                <c:v>Lineare Regression</c:v>
              </c:pt>
              <c:pt idx="3">
                <c:v>Random Forest</c:v>
              </c:pt>
            </c:strLit>
          </c:cat>
          <c:val>
            <c:numLit>
              <c:formatCode>#,##0</c:formatCode>
              <c:ptCount val="4"/>
              <c:pt idx="0">
                <c:v>12385.537591</c:v>
              </c:pt>
              <c:pt idx="1">
                <c:v>10922.440646</c:v>
              </c:pt>
              <c:pt idx="2">
                <c:v>9414.216883</c:v>
              </c:pt>
              <c:pt idx="3">
                <c:v>9188.397031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7"/>
              <c:pt idx="0">
                <c:v>Kundentyp</c:v>
              </c:pt>
              <c:pt idx="1">
                <c:v>Jahreszeit</c:v>
              </c:pt>
              <c:pt idx="2">
                <c:v>Wetterprognose</c:v>
              </c:pt>
              <c:pt idx="3">
                <c:v>Kalender</c:v>
              </c:pt>
              <c:pt idx="4">
                <c:v>Wartung</c:v>
              </c:pt>
              <c:pt idx="5">
                <c:v>Produktionsplan</c:v>
              </c:pt>
              <c:pt idx="6">
                <c:v>Verbrauchshistorie</c:v>
              </c:pt>
            </c:strLit>
          </c:cat>
          <c:val>
            <c:numLit>
              <c:formatCode>#,##0</c:formatCode>
              <c:ptCount val="7"/>
              <c:pt idx="0">
                <c:v>4.814823</c:v>
              </c:pt>
              <c:pt idx="1">
                <c:v>115.485278</c:v>
              </c:pt>
              <c:pt idx="2">
                <c:v>192.599091</c:v>
              </c:pt>
              <c:pt idx="3">
                <c:v>232.448917</c:v>
              </c:pt>
              <c:pt idx="4">
                <c:v>577.745193</c:v>
              </c:pt>
              <c:pt idx="5">
                <c:v>716.603171</c:v>
              </c:pt>
              <c:pt idx="6">
                <c:v>7349.010964</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Lit>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Lit>
          </c:xVal>
          <c:yVal>
            <c:numLit>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Lit>
          </c:yVal>
        </c:ser>
        <c:ser>
          <c:idx val="1"/>
          <c:order val="1"/>
          <c:tx>
            <c:v>Oberhalb der Schwelle</c:v>
          </c:tx>
          <c:spPr>
            <a:ln xmlns:a="http://schemas.openxmlformats.org/drawingml/2006/main" w="28575">
              <a:solidFill>
                <a:srgbClr val="B3261E"/>
              </a:solidFill>
              <a:prstDash val="solid"/>
            </a:ln>
          </c:spPr>
          <c:marker>
            <c:symbol val="none"/>
          </c:marker>
          <c:xVal>
            <c:numLit>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Lit>
          </c:xVal>
          <c:yVal>
            <c:numLit>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Lit>
          </c:yVal>
        </c:ser>
        <c:ser>
          <c:idx val="2"/>
          <c:order val="2"/>
          <c:tx>
            <c:v>99-%-Schwelle</c:v>
          </c:tx>
          <c:spPr>
            <a:ln xmlns:a="http://schemas.openxmlformats.org/drawingml/2006/main" w="19050">
              <a:solidFill>
                <a:srgbClr val="A86505"/>
              </a:solidFill>
              <a:prstDash val="sysDot"/>
            </a:ln>
          </c:spPr>
          <c:marker>
            <c:symbol val="none"/>
          </c:marker>
          <c:xVal>
            <c:numLit>
              <c:formatCode>General</c:formatCode>
              <c:ptCount val="2"/>
              <c:pt idx="0">
                <c:v>0</c:v>
              </c:pt>
              <c:pt idx="1">
                <c:v>100</c:v>
              </c:pt>
            </c:numLit>
          </c:xVal>
          <c:yVal>
            <c:numLit>
              <c:formatCode>0</c:formatCode>
              <c:ptCount val="2"/>
              <c:pt idx="0">
                <c:v>144.354705</c:v>
              </c:pt>
              <c:pt idx="1">
                <c:v>144.354705</c:v>
              </c:pt>
            </c:numLit>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Lit>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Lit>
              <c:ptCount val="12"/>
              <c:pt idx="0">
                <c:v>Jan</c:v>
              </c:pt>
              <c:pt idx="1">
                <c:v>Feb</c:v>
              </c:pt>
              <c:pt idx="2">
                <c:v>Mär</c:v>
              </c:pt>
              <c:pt idx="3">
                <c:v>Apr</c:v>
              </c:pt>
              <c:pt idx="4">
                <c:v>Mai</c:v>
              </c:pt>
              <c:pt idx="5">
                <c:v>Jun</c:v>
              </c:pt>
              <c:pt idx="6">
                <c:v>Jul</c:v>
              </c:pt>
              <c:pt idx="7">
                <c:v>Aug</c:v>
              </c:pt>
              <c:pt idx="8">
                <c:v>Sep</c:v>
              </c:pt>
              <c:pt idx="9">
                <c:v>Okt</c:v>
              </c:pt>
              <c:pt idx="10">
                <c:v>Nov</c:v>
              </c:pt>
              <c:pt idx="11">
                <c:v>Dez</c:v>
              </c:pt>
            </c:strLit>
          </c:cat>
          <c:val>
            <c:numLit>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7.xml><?xml version="1.0" encoding="utf-8"?>
<c:chartSpace xmlns:c="http://schemas.openxmlformats.org/drawingml/2006/chart">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A: gleichmäßige Fehler</c:v>
              </c:pt>
              <c:pt idx="1">
                <c:v>B: ein großer Fehler</c:v>
              </c:pt>
            </c:strLit>
          </c:cat>
          <c:val>
            <c:numLit>
              <c:formatCode>0</c:formatCode>
              <c:ptCount val="2"/>
              <c:pt idx="0">
                <c:v>10</c:v>
              </c:pt>
              <c:pt idx="1">
                <c:v>10</c:v>
              </c:pt>
            </c:numLit>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A: gleichmäßige Fehler</c:v>
              </c:pt>
              <c:pt idx="1">
                <c:v>B: ein großer Fehler</c:v>
              </c:pt>
            </c:strLit>
          </c:cat>
          <c:val>
            <c:numLit>
              <c:formatCode>0</c:formatCode>
              <c:ptCount val="2"/>
              <c:pt idx="0">
                <c:v>10</c:v>
              </c:pt>
              <c:pt idx="1">
                <c:v>20</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8.xml><?xml version="1.0" encoding="utf-8"?>
<c:chartSpace xmlns:c="http://schemas.openxmlformats.org/drawingml/2006/chart">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2"/>
              <c:pt idx="0">
                <c:v>Direkt in kWh</c:v>
              </c:pt>
              <c:pt idx="1">
                <c:v>VLS, zurück in kWh</c:v>
              </c:pt>
            </c:strLit>
          </c:cat>
          <c:val>
            <c:numLit>
              <c:formatCode>#,##0</c:formatCode>
              <c:ptCount val="2"/>
              <c:pt idx="0">
                <c:v>9799.9091</c:v>
              </c:pt>
              <c:pt idx="1">
                <c:v>9188.397031</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9.xml><?xml version="1.0" encoding="utf-8"?>
<c:chartSpace xmlns:c="http://schemas.openxmlformats.org/drawingml/2006/chart">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4"/>
              <c:pt idx="0">
                <c:v>95 %</c:v>
              </c:pt>
              <c:pt idx="1">
                <c:v>97,5 %</c:v>
              </c:pt>
              <c:pt idx="2">
                <c:v>99 %</c:v>
              </c:pt>
              <c:pt idx="3">
                <c:v>99,5 %</c:v>
              </c:pt>
            </c:strLit>
          </c:cat>
          <c:val>
            <c:numLit>
              <c:formatCode>#,##0.0</c:formatCode>
              <c:ptCount val="4"/>
              <c:pt idx="0">
                <c:v>33.333333</c:v>
              </c:pt>
              <c:pt idx="1">
                <c:v>21.333333</c:v>
              </c:pt>
              <c:pt idx="2">
                <c:v>9.5</c:v>
              </c:pt>
              <c:pt idx="3">
                <c:v>5.75</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10.xml><?xml version="1.0" encoding="utf-8"?>
<c:chartSpace xmlns:c="http://schemas.openxmlformats.org/drawingml/2006/chart">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Lit>
              <c:ptCount val="3"/>
              <c:pt idx="0">
                <c:v>Fold 1</c:v>
              </c:pt>
              <c:pt idx="1">
                <c:v>Fold 2</c:v>
              </c:pt>
              <c:pt idx="2">
                <c:v>Fold 3</c:v>
              </c:pt>
            </c:strLit>
          </c:cat>
          <c:val>
            <c:numLit>
              <c:formatCode>#,##0</c:formatCode>
              <c:ptCount val="3"/>
              <c:pt idx="0">
                <c:v>17537.58823</c:v>
              </c:pt>
              <c:pt idx="1">
                <c:v>8223.484122</c:v>
              </c:pt>
              <c:pt idx="2">
                <c:v>14056.149857</c:v>
              </c:pt>
            </c:numLit>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F5235141-37F0-47A2-B938-6DDA97B7E3D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9AFC16F3-FC9E-4D03-8B14-876155CB89C6}"/>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ML-Modellierung</a:t>
            </a:r>
          </a:p>
        </p:txBody>
      </p:sp>
      <p:sp>
        <p:nvSpPr>
          <p:cNvPr id="3" name="block-3">
            <a:extLst xmlns:a="http://schemas.openxmlformats.org/drawingml/2006/main">
              <a:ext uri="{FF2B5EF4-FFF2-40B4-BE49-F238E27FC236}">
                <a16:creationId xmlns:a16="http://schemas.microsoft.com/office/drawing/2014/main" id="{0722F909-3AC2-495B-A468-221044C0815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f21a3aa27c04884"/>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B7B3A1C8-8604-405A-B173-F071E392738D}"/>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MACHINE LEARNING  /  SWW</a:t>
            </a:r>
          </a:p>
        </p:txBody>
      </p:sp>
      <p:sp>
        <p:nvSpPr>
          <p:cNvPr id="6" name="block-5">
            <a:extLst xmlns:a="http://schemas.openxmlformats.org/drawingml/2006/main">
              <a:ext uri="{FF2B5EF4-FFF2-40B4-BE49-F238E27FC236}">
                <a16:creationId xmlns:a16="http://schemas.microsoft.com/office/drawing/2014/main" id="{83DF567A-9333-4455-B993-F69770F4C971}"/>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B1F0FA4F-115B-4981-A8F0-6387CB3445DF}"/>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Zielvariable, Modellwahl und kalibrierte Prüfhinweise</a:t>
            </a:r>
          </a:p>
        </p:txBody>
      </p:sp>
      <p:sp>
        <p:nvSpPr>
          <p:cNvPr id="8" name="block-7">
            <a:extLst xmlns:a="http://schemas.openxmlformats.org/drawingml/2006/main">
              <a:ext uri="{FF2B5EF4-FFF2-40B4-BE49-F238E27FC236}">
                <a16:creationId xmlns:a16="http://schemas.microsoft.com/office/drawing/2014/main" id="{7D2A38D4-EE2A-4EEB-BA6C-A963987DF41F}"/>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87FA5101-1243-4EED-9C28-5019DE540292}"/>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2644254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7A8FB9CC-4E3F-4B48-842E-1115E6DF489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7B546D6-99AA-4C60-B118-4962A80FE54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094B91DF-3895-4450-ABA0-9D35723521C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46451EFA-6C24-4FE7-A9B9-6460F80693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c57f8438238496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FEA9F326-11F7-4C59-9358-9C06874A63B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4">
            <a:extLst xmlns:a="http://schemas.openxmlformats.org/drawingml/2006/main">
              <a:ext uri="{FF2B5EF4-FFF2-40B4-BE49-F238E27FC236}">
                <a16:creationId xmlns:a16="http://schemas.microsoft.com/office/drawing/2014/main" id="{BF17FA70-AE76-4C05-A9C4-67285943FCBB}"/>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95743482-2A15-4BBE-86B5-0627B5157C9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6B00CDCC-3809-4A3D-954A-9AB3467C93C0}"/>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165062B5-C70C-42BB-845F-418FDAEC4C57}"/>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5CEF41B0-B4BB-4A63-8688-C22F31C50F54}"/>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010F95D9-49B1-4ADE-B26B-A9A38732228B}"/>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BCE13BE9-5096-4E64-8E06-86B1A4F5C77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C5EB561E-7844-4E5C-B5F4-4FEBCE1CF389}"/>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82FEB378-2B86-4394-AECD-A3AB47B42D2B}"/>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504CCB24-0E61-4BDB-9A73-0713D3684BF9}"/>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6ADF9C4-71C5-4891-AFC6-0D9A56E9A880}"/>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4C286F00-974F-4A7C-87F3-36BB1ED4E977}"/>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DADF522-9EE0-44DE-8FCE-A9330EB2D40D}"/>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2DBAA915-461E-4718-9FB6-50481D43814F}"/>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4952FB44-7A35-4F17-90B0-B33BA2852AB1}"/>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3139C569-3EFE-4F5D-834D-B02A2E0344B8}"/>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75E4A1D0-1292-4475-8C8B-F87E874CAEE3}"/>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1C0C470F-04D5-4D06-B6A6-67A2413B46C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EC5F2952-E9A0-4229-A311-74CCF2EE42E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9966148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5DAEA32D-B64F-44E9-98AB-98629A5DD21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327E311D-AB55-46FD-B309-59DE1B37B7D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A9E7816A-0BA5-44CD-B0F0-EF015E36F34C}"/>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15A3E748-BFFD-4218-8152-A13D658EF3F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999d839762341f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EE398CE0-BB92-4C9E-9E50-81ADF2ADF2B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38">
            <a:extLst xmlns:a="http://schemas.openxmlformats.org/drawingml/2006/main">
              <a:ext uri="{FF2B5EF4-FFF2-40B4-BE49-F238E27FC236}">
                <a16:creationId xmlns:a16="http://schemas.microsoft.com/office/drawing/2014/main" id="{0A9BD6B5-43A0-433B-9A89-71452A7EBFC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E14A0ACD-ED0E-4CAD-B9B6-D28E01692972}"/>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EDFF88E2-50B5-4B34-AD9A-20B30C1B5F0D}"/>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0C4C80D-19A7-49F2-AD1B-81A8EDB3237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55E51D46-D1DA-40E3-9607-9D0C401A3980}"/>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FBE0C705-8DD0-4D0E-8125-0A7685F443DB}"/>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E497C8E5-04CF-40A0-B070-811E2495628F}"/>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D68F322A-BE82-42EF-A7F9-8814AA0689C6}"/>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C64014D5-FE95-44CC-B1F7-1F5A4B8A23A1}"/>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DFF86B0-9CA8-4430-998C-1AE1E94DCB0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35743A61-D80E-4A03-8A35-3727DC8B406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6960686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49">
            <a:extLst xmlns:a="http://schemas.openxmlformats.org/drawingml/2006/main">
              <a:ext uri="{FF2B5EF4-FFF2-40B4-BE49-F238E27FC236}">
                <a16:creationId xmlns:a16="http://schemas.microsoft.com/office/drawing/2014/main" id="{BD2D3E67-C843-4418-B39A-D095D433DB4E}"/>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MERKMALE</a:t>
            </a:r>
          </a:p>
        </p:txBody>
      </p:sp>
      <p:sp>
        <p:nvSpPr>
          <p:cNvPr id="2" name="block-50">
            <a:extLst xmlns:a="http://schemas.openxmlformats.org/drawingml/2006/main">
              <a:ext uri="{FF2B5EF4-FFF2-40B4-BE49-F238E27FC236}">
                <a16:creationId xmlns:a16="http://schemas.microsoft.com/office/drawing/2014/main" id="{33BFB88E-B8FD-407B-BB46-93F12845088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Nur vorab verfügbare Merkmale dürfen ins Modell</a:t>
            </a:r>
          </a:p>
        </p:txBody>
      </p:sp>
      <p:sp>
        <p:nvSpPr>
          <p:cNvPr id="3" name="block-51">
            <a:extLst xmlns:a="http://schemas.openxmlformats.org/drawingml/2006/main">
              <a:ext uri="{FF2B5EF4-FFF2-40B4-BE49-F238E27FC236}">
                <a16:creationId xmlns:a16="http://schemas.microsoft.com/office/drawing/2014/main" id="{5F9A4219-352E-4A60-BE7E-CB8D1880013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Neun Prädiktoren. Die Vertragsleistung dient separat zur VLS-Umrechnung.</a:t>
            </a:r>
          </a:p>
        </p:txBody>
      </p:sp>
      <p:sp>
        <p:nvSpPr>
          <p:cNvPr id="4" name="block-52">
            <a:extLst xmlns:a="http://schemas.openxmlformats.org/drawingml/2006/main">
              <a:ext uri="{FF2B5EF4-FFF2-40B4-BE49-F238E27FC236}">
                <a16:creationId xmlns:a16="http://schemas.microsoft.com/office/drawing/2014/main" id="{1439B101-B407-4CBA-9E3A-788AD40B80D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ab0032d6f524a3c"/>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53EDE19D-82F7-42BB-BDD3-FD178CE48BC1}"/>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54">
            <a:extLst xmlns:a="http://schemas.openxmlformats.org/drawingml/2006/main">
              <a:ext uri="{FF2B5EF4-FFF2-40B4-BE49-F238E27FC236}">
                <a16:creationId xmlns:a16="http://schemas.microsoft.com/office/drawing/2014/main" id="{899ED658-2126-43E8-A70D-23BEB4E8691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74CEE62F-850C-4651-BC29-B4FE5C10A648}"/>
              </a:ext>
            </a:extLst>
          </p:cNvPr>
          <p:cNvSpPr>
            <a:spLocks xmlns:a="http://schemas.openxmlformats.org/drawingml/2006/main" noGrp="1"/>
          </p:cNvSpPr>
          <p:nvPr/>
        </p:nvSpPr>
        <p:spPr>
          <a:xfrm xmlns:a="http://schemas.openxmlformats.org/drawingml/2006/main">
            <a:off x="609600" y="2428875"/>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56">
            <a:extLst xmlns:a="http://schemas.openxmlformats.org/drawingml/2006/main">
              <a:ext uri="{FF2B5EF4-FFF2-40B4-BE49-F238E27FC236}">
                <a16:creationId xmlns:a16="http://schemas.microsoft.com/office/drawing/2014/main" id="{3402A33C-32A3-4425-9016-533965BD4984}"/>
              </a:ext>
            </a:extLst>
          </p:cNvPr>
          <p:cNvSpPr>
            <a:spLocks xmlns:a="http://schemas.openxmlformats.org/drawingml/2006/main" noGrp="1"/>
          </p:cNvSpPr>
          <p:nvPr/>
        </p:nvSpPr>
        <p:spPr>
          <a:xfrm xmlns:a="http://schemas.openxmlformats.org/drawingml/2006/main">
            <a:off x="1381125" y="2428875"/>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Vergangenheit</a:t>
            </a:r>
          </a:p>
        </p:txBody>
      </p:sp>
      <p:sp>
        <p:nvSpPr>
          <p:cNvPr id="10" name="block-57">
            <a:extLst xmlns:a="http://schemas.openxmlformats.org/drawingml/2006/main">
              <a:ext uri="{FF2B5EF4-FFF2-40B4-BE49-F238E27FC236}">
                <a16:creationId xmlns:a16="http://schemas.microsoft.com/office/drawing/2014/main" id="{8101FEE0-1201-445F-AFEF-165190A29CB9}"/>
              </a:ext>
            </a:extLst>
          </p:cNvPr>
          <p:cNvSpPr>
            <a:spLocks xmlns:a="http://schemas.openxmlformats.org/drawingml/2006/main" noGrp="1"/>
          </p:cNvSpPr>
          <p:nvPr/>
        </p:nvSpPr>
        <p:spPr>
          <a:xfrm xmlns:a="http://schemas.openxmlformats.org/drawingml/2006/main">
            <a:off x="5114925" y="2428875"/>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Vormonat und 3-Monats-Mittel in VLS</a:t>
            </a:r>
          </a:p>
        </p:txBody>
      </p:sp>
      <p:sp>
        <p:nvSpPr>
          <p:cNvPr id="11" name="block-58">
            <a:extLst xmlns:a="http://schemas.openxmlformats.org/drawingml/2006/main">
              <a:ext uri="{FF2B5EF4-FFF2-40B4-BE49-F238E27FC236}">
                <a16:creationId xmlns:a16="http://schemas.microsoft.com/office/drawing/2014/main" id="{E73FE2AE-CF0F-498D-9CAE-521FE7169711}"/>
              </a:ext>
            </a:extLst>
          </p:cNvPr>
          <p:cNvSpPr>
            <a:spLocks xmlns:a="http://schemas.openxmlformats.org/drawingml/2006/main" noGrp="1"/>
          </p:cNvSpPr>
          <p:nvPr/>
        </p:nvSpPr>
        <p:spPr>
          <a:xfrm xmlns:a="http://schemas.openxmlformats.org/drawingml/2006/main">
            <a:off x="1381125" y="3076575"/>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59">
            <a:extLst xmlns:a="http://schemas.openxmlformats.org/drawingml/2006/main">
              <a:ext uri="{FF2B5EF4-FFF2-40B4-BE49-F238E27FC236}">
                <a16:creationId xmlns:a16="http://schemas.microsoft.com/office/drawing/2014/main" id="{221495EF-C11D-40A0-B946-A3ED422857DF}"/>
              </a:ext>
            </a:extLst>
          </p:cNvPr>
          <p:cNvSpPr>
            <a:spLocks xmlns:a="http://schemas.openxmlformats.org/drawingml/2006/main" noGrp="1"/>
          </p:cNvSpPr>
          <p:nvPr/>
        </p:nvSpPr>
        <p:spPr>
          <a:xfrm xmlns:a="http://schemas.openxmlformats.org/drawingml/2006/main">
            <a:off x="609600" y="3162300"/>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60">
            <a:extLst xmlns:a="http://schemas.openxmlformats.org/drawingml/2006/main">
              <a:ext uri="{FF2B5EF4-FFF2-40B4-BE49-F238E27FC236}">
                <a16:creationId xmlns:a16="http://schemas.microsoft.com/office/drawing/2014/main" id="{3C7F8D55-7243-4B89-86F4-E8C67A609C8F}"/>
              </a:ext>
            </a:extLst>
          </p:cNvPr>
          <p:cNvSpPr>
            <a:spLocks xmlns:a="http://schemas.openxmlformats.org/drawingml/2006/main" noGrp="1"/>
          </p:cNvSpPr>
          <p:nvPr/>
        </p:nvSpPr>
        <p:spPr>
          <a:xfrm xmlns:a="http://schemas.openxmlformats.org/drawingml/2006/main">
            <a:off x="1381125" y="3162300"/>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Planung &amp; Kalender</a:t>
            </a:r>
          </a:p>
        </p:txBody>
      </p:sp>
      <p:sp>
        <p:nvSpPr>
          <p:cNvPr id="14" name="block-61">
            <a:extLst xmlns:a="http://schemas.openxmlformats.org/drawingml/2006/main">
              <a:ext uri="{FF2B5EF4-FFF2-40B4-BE49-F238E27FC236}">
                <a16:creationId xmlns:a16="http://schemas.microsoft.com/office/drawing/2014/main" id="{EE5A2B94-1428-4DA0-9D9E-E3DF0A486602}"/>
              </a:ext>
            </a:extLst>
          </p:cNvPr>
          <p:cNvSpPr>
            <a:spLocks xmlns:a="http://schemas.openxmlformats.org/drawingml/2006/main" noGrp="1"/>
          </p:cNvSpPr>
          <p:nvPr/>
        </p:nvSpPr>
        <p:spPr>
          <a:xfrm xmlns:a="http://schemas.openxmlformats.org/drawingml/2006/main">
            <a:off x="5114925" y="3162300"/>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Monat, Arbeits-/Feiertage,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Produktionsplan und geplante Wartung</a:t>
            </a:r>
          </a:p>
        </p:txBody>
      </p:sp>
      <p:sp>
        <p:nvSpPr>
          <p:cNvPr id="15" name="block-62">
            <a:extLst xmlns:a="http://schemas.openxmlformats.org/drawingml/2006/main">
              <a:ext uri="{FF2B5EF4-FFF2-40B4-BE49-F238E27FC236}">
                <a16:creationId xmlns:a16="http://schemas.microsoft.com/office/drawing/2014/main" id="{2526FBAC-E809-4C52-9D6F-0B919394BC55}"/>
              </a:ext>
            </a:extLst>
          </p:cNvPr>
          <p:cNvSpPr>
            <a:spLocks xmlns:a="http://schemas.openxmlformats.org/drawingml/2006/main" noGrp="1"/>
          </p:cNvSpPr>
          <p:nvPr/>
        </p:nvSpPr>
        <p:spPr>
          <a:xfrm xmlns:a="http://schemas.openxmlformats.org/drawingml/2006/main">
            <a:off x="1381125" y="3810000"/>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63">
            <a:extLst xmlns:a="http://schemas.openxmlformats.org/drawingml/2006/main">
              <a:ext uri="{FF2B5EF4-FFF2-40B4-BE49-F238E27FC236}">
                <a16:creationId xmlns:a16="http://schemas.microsoft.com/office/drawing/2014/main" id="{D2BBE5B8-2581-4720-BB9A-A3AAF4FACFA7}"/>
              </a:ext>
            </a:extLst>
          </p:cNvPr>
          <p:cNvSpPr>
            <a:spLocks xmlns:a="http://schemas.openxmlformats.org/drawingml/2006/main" noGrp="1"/>
          </p:cNvSpPr>
          <p:nvPr/>
        </p:nvSpPr>
        <p:spPr>
          <a:xfrm xmlns:a="http://schemas.openxmlformats.org/drawingml/2006/main">
            <a:off x="609600" y="3895725"/>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64">
            <a:extLst xmlns:a="http://schemas.openxmlformats.org/drawingml/2006/main">
              <a:ext uri="{FF2B5EF4-FFF2-40B4-BE49-F238E27FC236}">
                <a16:creationId xmlns:a16="http://schemas.microsoft.com/office/drawing/2014/main" id="{AEC32C31-8FC4-4209-95B8-76E0DCA2B648}"/>
              </a:ext>
            </a:extLst>
          </p:cNvPr>
          <p:cNvSpPr>
            <a:spLocks xmlns:a="http://schemas.openxmlformats.org/drawingml/2006/main" noGrp="1"/>
          </p:cNvSpPr>
          <p:nvPr/>
        </p:nvSpPr>
        <p:spPr>
          <a:xfrm xmlns:a="http://schemas.openxmlformats.org/drawingml/2006/main">
            <a:off x="1381125" y="3895725"/>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Wetterprognose</a:t>
            </a:r>
          </a:p>
        </p:txBody>
      </p:sp>
      <p:sp>
        <p:nvSpPr>
          <p:cNvPr id="18" name="block-65">
            <a:extLst xmlns:a="http://schemas.openxmlformats.org/drawingml/2006/main">
              <a:ext uri="{FF2B5EF4-FFF2-40B4-BE49-F238E27FC236}">
                <a16:creationId xmlns:a16="http://schemas.microsoft.com/office/drawing/2014/main" id="{89F0F92D-F5F2-49D6-96E9-B3BD4EDB861A}"/>
              </a:ext>
            </a:extLst>
          </p:cNvPr>
          <p:cNvSpPr>
            <a:spLocks xmlns:a="http://schemas.openxmlformats.org/drawingml/2006/main" noGrp="1"/>
          </p:cNvSpPr>
          <p:nvPr/>
        </p:nvSpPr>
        <p:spPr>
          <a:xfrm xmlns:a="http://schemas.openxmlformats.org/drawingml/2006/main">
            <a:off x="5114925" y="3895725"/>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Heizgradtage als Prognose vor Monatsbeginn</a:t>
            </a:r>
          </a:p>
        </p:txBody>
      </p:sp>
      <p:sp>
        <p:nvSpPr>
          <p:cNvPr id="19" name="block-66">
            <a:extLst xmlns:a="http://schemas.openxmlformats.org/drawingml/2006/main">
              <a:ext uri="{FF2B5EF4-FFF2-40B4-BE49-F238E27FC236}">
                <a16:creationId xmlns:a16="http://schemas.microsoft.com/office/drawing/2014/main" id="{939FF58A-C928-406B-AE59-A76F11D96742}"/>
              </a:ext>
            </a:extLst>
          </p:cNvPr>
          <p:cNvSpPr>
            <a:spLocks xmlns:a="http://schemas.openxmlformats.org/drawingml/2006/main" noGrp="1"/>
          </p:cNvSpPr>
          <p:nvPr/>
        </p:nvSpPr>
        <p:spPr>
          <a:xfrm xmlns:a="http://schemas.openxmlformats.org/drawingml/2006/main">
            <a:off x="1381125" y="4543425"/>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67">
            <a:extLst xmlns:a="http://schemas.openxmlformats.org/drawingml/2006/main">
              <a:ext uri="{FF2B5EF4-FFF2-40B4-BE49-F238E27FC236}">
                <a16:creationId xmlns:a16="http://schemas.microsoft.com/office/drawing/2014/main" id="{5A943C98-D23B-4779-A17A-514EB6A4073B}"/>
              </a:ext>
            </a:extLst>
          </p:cNvPr>
          <p:cNvSpPr>
            <a:spLocks xmlns:a="http://schemas.openxmlformats.org/drawingml/2006/main" noGrp="1"/>
          </p:cNvSpPr>
          <p:nvPr/>
        </p:nvSpPr>
        <p:spPr>
          <a:xfrm xmlns:a="http://schemas.openxmlformats.org/drawingml/2006/main">
            <a:off x="609600" y="4629150"/>
            <a:ext cx="59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04</a:t>
            </a:r>
          </a:p>
        </p:txBody>
      </p:sp>
      <p:sp>
        <p:nvSpPr>
          <p:cNvPr id="21" name="block-68">
            <a:extLst xmlns:a="http://schemas.openxmlformats.org/drawingml/2006/main">
              <a:ext uri="{FF2B5EF4-FFF2-40B4-BE49-F238E27FC236}">
                <a16:creationId xmlns:a16="http://schemas.microsoft.com/office/drawing/2014/main" id="{0C10BC12-C2C2-4D70-B408-E7D24D0966DD}"/>
              </a:ext>
            </a:extLst>
          </p:cNvPr>
          <p:cNvSpPr>
            <a:spLocks xmlns:a="http://schemas.openxmlformats.org/drawingml/2006/main" noGrp="1"/>
          </p:cNvSpPr>
          <p:nvPr/>
        </p:nvSpPr>
        <p:spPr>
          <a:xfrm xmlns:a="http://schemas.openxmlformats.org/drawingml/2006/main">
            <a:off x="1381125" y="4629150"/>
            <a:ext cx="3514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Stammdaten</a:t>
            </a:r>
          </a:p>
        </p:txBody>
      </p:sp>
      <p:sp>
        <p:nvSpPr>
          <p:cNvPr id="22" name="block-69">
            <a:extLst xmlns:a="http://schemas.openxmlformats.org/drawingml/2006/main">
              <a:ext uri="{FF2B5EF4-FFF2-40B4-BE49-F238E27FC236}">
                <a16:creationId xmlns:a16="http://schemas.microsoft.com/office/drawing/2014/main" id="{E20E4CAB-BC2A-40A7-9ECA-F7CEB18754CD}"/>
              </a:ext>
            </a:extLst>
          </p:cNvPr>
          <p:cNvSpPr>
            <a:spLocks xmlns:a="http://schemas.openxmlformats.org/drawingml/2006/main" noGrp="1"/>
          </p:cNvSpPr>
          <p:nvPr/>
        </p:nvSpPr>
        <p:spPr>
          <a:xfrm xmlns:a="http://schemas.openxmlformats.org/drawingml/2006/main">
            <a:off x="5114925" y="4629150"/>
            <a:ext cx="646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Kundentyp des Zählers</a:t>
            </a:r>
          </a:p>
        </p:txBody>
      </p:sp>
      <p:sp>
        <p:nvSpPr>
          <p:cNvPr id="23" name="block-70">
            <a:extLst xmlns:a="http://schemas.openxmlformats.org/drawingml/2006/main">
              <a:ext uri="{FF2B5EF4-FFF2-40B4-BE49-F238E27FC236}">
                <a16:creationId xmlns:a16="http://schemas.microsoft.com/office/drawing/2014/main" id="{34563049-4FC6-433A-896F-6D3B10D1B99D}"/>
              </a:ext>
            </a:extLst>
          </p:cNvPr>
          <p:cNvSpPr>
            <a:spLocks xmlns:a="http://schemas.openxmlformats.org/drawingml/2006/main" noGrp="1"/>
          </p:cNvSpPr>
          <p:nvPr/>
        </p:nvSpPr>
        <p:spPr>
          <a:xfrm xmlns:a="http://schemas.openxmlformats.org/drawingml/2006/main">
            <a:off x="1381125" y="5276850"/>
            <a:ext cx="102012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71">
            <a:extLst xmlns:a="http://schemas.openxmlformats.org/drawingml/2006/main">
              <a:ext uri="{FF2B5EF4-FFF2-40B4-BE49-F238E27FC236}">
                <a16:creationId xmlns:a16="http://schemas.microsoft.com/office/drawing/2014/main" id="{16432F8C-5BD7-4140-9A88-4999E582A86E}"/>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72">
            <a:extLst xmlns:a="http://schemas.openxmlformats.org/drawingml/2006/main">
              <a:ext uri="{FF2B5EF4-FFF2-40B4-BE49-F238E27FC236}">
                <a16:creationId xmlns:a16="http://schemas.microsoft.com/office/drawing/2014/main" id="{2CFF1B44-C5A0-4C8D-8CCC-9CD0FAE8113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Keine Istwerte des Prognosemonats. Die Verfügbarkeit muss betrieblich gesichert sein.</a:t>
            </a:r>
          </a:p>
        </p:txBody>
      </p:sp>
    </p:spTree>
    <p:extLst>
      <p:ext uri="{BB962C8B-B14F-4D97-AF65-F5344CB8AC3E}">
        <p14:creationId xmlns:p14="http://schemas.microsoft.com/office/powerpoint/2010/main" val="16923151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73">
            <a:extLst xmlns:a="http://schemas.openxmlformats.org/drawingml/2006/main">
              <a:ext uri="{FF2B5EF4-FFF2-40B4-BE49-F238E27FC236}">
                <a16:creationId xmlns:a16="http://schemas.microsoft.com/office/drawing/2014/main" id="{69CF8108-A2EE-4611-A6A0-194567C07A9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74">
            <a:extLst xmlns:a="http://schemas.openxmlformats.org/drawingml/2006/main">
              <a:ext uri="{FF2B5EF4-FFF2-40B4-BE49-F238E27FC236}">
                <a16:creationId xmlns:a16="http://schemas.microsoft.com/office/drawing/2014/main" id="{69158F38-B5F7-4170-964C-CBF93B3C46C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75">
            <a:extLst xmlns:a="http://schemas.openxmlformats.org/drawingml/2006/main">
              <a:ext uri="{FF2B5EF4-FFF2-40B4-BE49-F238E27FC236}">
                <a16:creationId xmlns:a16="http://schemas.microsoft.com/office/drawing/2014/main" id="{F0D9415B-40E1-44AD-93D1-3E664A47B4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76">
            <a:extLst xmlns:a="http://schemas.openxmlformats.org/drawingml/2006/main">
              <a:ext uri="{FF2B5EF4-FFF2-40B4-BE49-F238E27FC236}">
                <a16:creationId xmlns:a16="http://schemas.microsoft.com/office/drawing/2014/main" id="{0FB898B3-F209-44AB-AB8D-357145F266B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7b73a24a7ca492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77">
            <a:extLst xmlns:a="http://schemas.openxmlformats.org/drawingml/2006/main">
              <a:ext uri="{FF2B5EF4-FFF2-40B4-BE49-F238E27FC236}">
                <a16:creationId xmlns:a16="http://schemas.microsoft.com/office/drawing/2014/main" id="{7BA4EA7A-9D01-4F01-A0F2-F6EB01B7614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78">
            <a:extLst xmlns:a="http://schemas.openxmlformats.org/drawingml/2006/main">
              <a:ext uri="{FF2B5EF4-FFF2-40B4-BE49-F238E27FC236}">
                <a16:creationId xmlns:a16="http://schemas.microsoft.com/office/drawing/2014/main" id="{AB65A47E-092E-4631-A040-A6641373C70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79">
            <a:extLst xmlns:a="http://schemas.openxmlformats.org/drawingml/2006/main">
              <a:ext uri="{FF2B5EF4-FFF2-40B4-BE49-F238E27FC236}">
                <a16:creationId xmlns:a16="http://schemas.microsoft.com/office/drawing/2014/main" id="{15B84A2D-D500-4F19-A0AB-4767C8C8595F}"/>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80">
            <a:extLst xmlns:a="http://schemas.openxmlformats.org/drawingml/2006/main">
              <a:ext uri="{FF2B5EF4-FFF2-40B4-BE49-F238E27FC236}">
                <a16:creationId xmlns:a16="http://schemas.microsoft.com/office/drawing/2014/main" id="{14D51A57-86D3-40BF-93FF-F9152D271D58}"/>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81">
            <a:extLst xmlns:a="http://schemas.openxmlformats.org/drawingml/2006/main">
              <a:ext uri="{FF2B5EF4-FFF2-40B4-BE49-F238E27FC236}">
                <a16:creationId xmlns:a16="http://schemas.microsoft.com/office/drawing/2014/main" id="{E535D5EB-E58C-4B09-BB8F-D809701FAC5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82">
            <a:extLst xmlns:a="http://schemas.openxmlformats.org/drawingml/2006/main">
              <a:ext uri="{FF2B5EF4-FFF2-40B4-BE49-F238E27FC236}">
                <a16:creationId xmlns:a16="http://schemas.microsoft.com/office/drawing/2014/main" id="{AE4D333D-6CF6-4E12-8782-6205E9832682}"/>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83">
            <a:extLst xmlns:a="http://schemas.openxmlformats.org/drawingml/2006/main">
              <a:ext uri="{FF2B5EF4-FFF2-40B4-BE49-F238E27FC236}">
                <a16:creationId xmlns:a16="http://schemas.microsoft.com/office/drawing/2014/main" id="{8EC40963-26D2-4D45-B77C-7AC88C7770E0}"/>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84">
            <a:extLst xmlns:a="http://schemas.openxmlformats.org/drawingml/2006/main">
              <a:ext uri="{FF2B5EF4-FFF2-40B4-BE49-F238E27FC236}">
                <a16:creationId xmlns:a16="http://schemas.microsoft.com/office/drawing/2014/main" id="{324BACB1-CEE1-4795-8563-6C2DD419C32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85">
            <a:extLst xmlns:a="http://schemas.openxmlformats.org/drawingml/2006/main">
              <a:ext uri="{FF2B5EF4-FFF2-40B4-BE49-F238E27FC236}">
                <a16:creationId xmlns:a16="http://schemas.microsoft.com/office/drawing/2014/main" id="{351E7BAA-2E70-4AC7-B363-3648BE1270BE}"/>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86">
            <a:extLst xmlns:a="http://schemas.openxmlformats.org/drawingml/2006/main">
              <a:ext uri="{FF2B5EF4-FFF2-40B4-BE49-F238E27FC236}">
                <a16:creationId xmlns:a16="http://schemas.microsoft.com/office/drawing/2014/main" id="{E386A3CD-8B51-4E8E-85B8-4095208DE199}"/>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87">
            <a:extLst xmlns:a="http://schemas.openxmlformats.org/drawingml/2006/main">
              <a:ext uri="{FF2B5EF4-FFF2-40B4-BE49-F238E27FC236}">
                <a16:creationId xmlns:a16="http://schemas.microsoft.com/office/drawing/2014/main" id="{7794FB11-9267-43F4-90CB-537ACF60BC3C}"/>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88">
            <a:extLst xmlns:a="http://schemas.openxmlformats.org/drawingml/2006/main">
              <a:ext uri="{FF2B5EF4-FFF2-40B4-BE49-F238E27FC236}">
                <a16:creationId xmlns:a16="http://schemas.microsoft.com/office/drawing/2014/main" id="{D22DA10A-AA5B-4D11-BA76-124C3BB5F9B3}"/>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89">
            <a:extLst xmlns:a="http://schemas.openxmlformats.org/drawingml/2006/main">
              <a:ext uri="{FF2B5EF4-FFF2-40B4-BE49-F238E27FC236}">
                <a16:creationId xmlns:a16="http://schemas.microsoft.com/office/drawing/2014/main" id="{21299E34-4C78-41D0-94EF-A6752B17ACCD}"/>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90">
            <a:extLst xmlns:a="http://schemas.openxmlformats.org/drawingml/2006/main">
              <a:ext uri="{FF2B5EF4-FFF2-40B4-BE49-F238E27FC236}">
                <a16:creationId xmlns:a16="http://schemas.microsoft.com/office/drawing/2014/main" id="{70D94DBD-673C-4256-AE9D-05645EF0BAEA}"/>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91">
            <a:extLst xmlns:a="http://schemas.openxmlformats.org/drawingml/2006/main">
              <a:ext uri="{FF2B5EF4-FFF2-40B4-BE49-F238E27FC236}">
                <a16:creationId xmlns:a16="http://schemas.microsoft.com/office/drawing/2014/main" id="{B0E4ED62-C040-4798-936F-AB2136E04F14}"/>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92">
            <a:extLst xmlns:a="http://schemas.openxmlformats.org/drawingml/2006/main">
              <a:ext uri="{FF2B5EF4-FFF2-40B4-BE49-F238E27FC236}">
                <a16:creationId xmlns:a16="http://schemas.microsoft.com/office/drawing/2014/main" id="{D2DD2C46-254A-4619-A94D-5B2B6FB9E007}"/>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93">
            <a:extLst xmlns:a="http://schemas.openxmlformats.org/drawingml/2006/main">
              <a:ext uri="{FF2B5EF4-FFF2-40B4-BE49-F238E27FC236}">
                <a16:creationId xmlns:a16="http://schemas.microsoft.com/office/drawing/2014/main" id="{B9367400-4241-4EE0-8E6F-33FE54AC1EBB}"/>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94">
            <a:extLst xmlns:a="http://schemas.openxmlformats.org/drawingml/2006/main">
              <a:ext uri="{FF2B5EF4-FFF2-40B4-BE49-F238E27FC236}">
                <a16:creationId xmlns:a16="http://schemas.microsoft.com/office/drawing/2014/main" id="{D7CC5EC9-426E-45D7-8FE8-0A839AF17168}"/>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95">
            <a:extLst xmlns:a="http://schemas.openxmlformats.org/drawingml/2006/main">
              <a:ext uri="{FF2B5EF4-FFF2-40B4-BE49-F238E27FC236}">
                <a16:creationId xmlns:a16="http://schemas.microsoft.com/office/drawing/2014/main" id="{4BAF57AF-BFA1-49D1-B41C-6314830F177A}"/>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96">
            <a:extLst xmlns:a="http://schemas.openxmlformats.org/drawingml/2006/main">
              <a:ext uri="{FF2B5EF4-FFF2-40B4-BE49-F238E27FC236}">
                <a16:creationId xmlns:a16="http://schemas.microsoft.com/office/drawing/2014/main" id="{32E15A88-E78B-4ED2-B537-2E5DDB0A253B}"/>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97">
            <a:extLst xmlns:a="http://schemas.openxmlformats.org/drawingml/2006/main">
              <a:ext uri="{FF2B5EF4-FFF2-40B4-BE49-F238E27FC236}">
                <a16:creationId xmlns:a16="http://schemas.microsoft.com/office/drawing/2014/main" id="{CD22A352-7347-472A-B471-1D59626DD2AE}"/>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98">
            <a:extLst xmlns:a="http://schemas.openxmlformats.org/drawingml/2006/main">
              <a:ext uri="{FF2B5EF4-FFF2-40B4-BE49-F238E27FC236}">
                <a16:creationId xmlns:a16="http://schemas.microsoft.com/office/drawing/2014/main" id="{B6C0332A-4702-439E-AF99-4E3D80797D4D}"/>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99">
            <a:extLst xmlns:a="http://schemas.openxmlformats.org/drawingml/2006/main">
              <a:ext uri="{FF2B5EF4-FFF2-40B4-BE49-F238E27FC236}">
                <a16:creationId xmlns:a16="http://schemas.microsoft.com/office/drawing/2014/main" id="{7C431E6C-4957-4A7D-AF1B-208A3111E07B}"/>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100">
            <a:extLst xmlns:a="http://schemas.openxmlformats.org/drawingml/2006/main">
              <a:ext uri="{FF2B5EF4-FFF2-40B4-BE49-F238E27FC236}">
                <a16:creationId xmlns:a16="http://schemas.microsoft.com/office/drawing/2014/main" id="{42040B3B-DAE2-469E-9833-243B8F136BF8}"/>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101">
            <a:extLst xmlns:a="http://schemas.openxmlformats.org/drawingml/2006/main">
              <a:ext uri="{FF2B5EF4-FFF2-40B4-BE49-F238E27FC236}">
                <a16:creationId xmlns:a16="http://schemas.microsoft.com/office/drawing/2014/main" id="{DB22BA36-E6B8-4890-864C-D54DA360AEAE}"/>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102">
            <a:extLst xmlns:a="http://schemas.openxmlformats.org/drawingml/2006/main">
              <a:ext uri="{FF2B5EF4-FFF2-40B4-BE49-F238E27FC236}">
                <a16:creationId xmlns:a16="http://schemas.microsoft.com/office/drawing/2014/main" id="{C5C810DB-EF74-4200-9923-177A70EABB1E}"/>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103">
            <a:extLst xmlns:a="http://schemas.openxmlformats.org/drawingml/2006/main">
              <a:ext uri="{FF2B5EF4-FFF2-40B4-BE49-F238E27FC236}">
                <a16:creationId xmlns:a16="http://schemas.microsoft.com/office/drawing/2014/main" id="{700ED1FD-C607-40D1-98EA-0C468D2F5EEE}"/>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104">
            <a:extLst xmlns:a="http://schemas.openxmlformats.org/drawingml/2006/main">
              <a:ext uri="{FF2B5EF4-FFF2-40B4-BE49-F238E27FC236}">
                <a16:creationId xmlns:a16="http://schemas.microsoft.com/office/drawing/2014/main" id="{DE7ACD95-1CA0-4231-8794-872701B2775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105">
            <a:extLst xmlns:a="http://schemas.openxmlformats.org/drawingml/2006/main">
              <a:ext uri="{FF2B5EF4-FFF2-40B4-BE49-F238E27FC236}">
                <a16:creationId xmlns:a16="http://schemas.microsoft.com/office/drawing/2014/main" id="{99AEDF47-BB0E-4178-AD03-1451C749594B}"/>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106">
            <a:extLst xmlns:a="http://schemas.openxmlformats.org/drawingml/2006/main">
              <a:ext uri="{FF2B5EF4-FFF2-40B4-BE49-F238E27FC236}">
                <a16:creationId xmlns:a16="http://schemas.microsoft.com/office/drawing/2014/main" id="{441F46D8-516B-422A-B94C-E1A5A4ADCFB9}"/>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107">
            <a:extLst xmlns:a="http://schemas.openxmlformats.org/drawingml/2006/main">
              <a:ext uri="{FF2B5EF4-FFF2-40B4-BE49-F238E27FC236}">
                <a16:creationId xmlns:a16="http://schemas.microsoft.com/office/drawing/2014/main" id="{115E2CE4-C0CB-48EA-B610-4BDB19B2461C}"/>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108">
            <a:extLst xmlns:a="http://schemas.openxmlformats.org/drawingml/2006/main">
              <a:ext uri="{FF2B5EF4-FFF2-40B4-BE49-F238E27FC236}">
                <a16:creationId xmlns:a16="http://schemas.microsoft.com/office/drawing/2014/main" id="{4C79E74E-519F-43A9-B0B2-3AAAD1989A2E}"/>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109">
            <a:extLst xmlns:a="http://schemas.openxmlformats.org/drawingml/2006/main">
              <a:ext uri="{FF2B5EF4-FFF2-40B4-BE49-F238E27FC236}">
                <a16:creationId xmlns:a16="http://schemas.microsoft.com/office/drawing/2014/main" id="{BE349D10-ED7F-4F4D-AA27-7B4FCBF12A15}"/>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110">
            <a:extLst xmlns:a="http://schemas.openxmlformats.org/drawingml/2006/main">
              <a:ext uri="{FF2B5EF4-FFF2-40B4-BE49-F238E27FC236}">
                <a16:creationId xmlns:a16="http://schemas.microsoft.com/office/drawing/2014/main" id="{8895A083-5AC6-4019-B7EA-353C3367D165}"/>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111">
            <a:extLst xmlns:a="http://schemas.openxmlformats.org/drawingml/2006/main">
              <a:ext uri="{FF2B5EF4-FFF2-40B4-BE49-F238E27FC236}">
                <a16:creationId xmlns:a16="http://schemas.microsoft.com/office/drawing/2014/main" id="{DD755FAA-5724-4E6D-BAA0-36EA6E5D8300}"/>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112">
            <a:extLst xmlns:a="http://schemas.openxmlformats.org/drawingml/2006/main">
              <a:ext uri="{FF2B5EF4-FFF2-40B4-BE49-F238E27FC236}">
                <a16:creationId xmlns:a16="http://schemas.microsoft.com/office/drawing/2014/main" id="{9375D76C-5FDE-411B-B761-0DB92D196AA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113">
            <a:extLst xmlns:a="http://schemas.openxmlformats.org/drawingml/2006/main">
              <a:ext uri="{FF2B5EF4-FFF2-40B4-BE49-F238E27FC236}">
                <a16:creationId xmlns:a16="http://schemas.microsoft.com/office/drawing/2014/main" id="{E54A022C-A1BB-4ACA-85FF-BC324B24BDFF}"/>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2953619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4">
            <a:extLst xmlns:a="http://schemas.openxmlformats.org/drawingml/2006/main">
              <a:ext uri="{FF2B5EF4-FFF2-40B4-BE49-F238E27FC236}">
                <a16:creationId xmlns:a16="http://schemas.microsoft.com/office/drawing/2014/main" id="{FA027F56-E3A1-4ACC-BDE8-0CA57B342775}"/>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115">
            <a:extLst xmlns:a="http://schemas.openxmlformats.org/drawingml/2006/main">
              <a:ext uri="{FF2B5EF4-FFF2-40B4-BE49-F238E27FC236}">
                <a16:creationId xmlns:a16="http://schemas.microsoft.com/office/drawing/2014/main" id="{2F5456FB-9E58-4510-A318-B5FD1B25313F}"/>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116">
            <a:extLst xmlns:a="http://schemas.openxmlformats.org/drawingml/2006/main">
              <a:ext uri="{FF2B5EF4-FFF2-40B4-BE49-F238E27FC236}">
                <a16:creationId xmlns:a16="http://schemas.microsoft.com/office/drawing/2014/main" id="{5B829635-3D4E-44C2-A2AE-BCC0637A7CA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117">
            <a:extLst xmlns:a="http://schemas.openxmlformats.org/drawingml/2006/main">
              <a:ext uri="{FF2B5EF4-FFF2-40B4-BE49-F238E27FC236}">
                <a16:creationId xmlns:a16="http://schemas.microsoft.com/office/drawing/2014/main" id="{15D19BB3-19D6-44B0-A663-72AFF12E69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954510f46734334"/>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8">
            <a:extLst xmlns:a="http://schemas.openxmlformats.org/drawingml/2006/main">
              <a:ext uri="{FF2B5EF4-FFF2-40B4-BE49-F238E27FC236}">
                <a16:creationId xmlns:a16="http://schemas.microsoft.com/office/drawing/2014/main" id="{B32DCD59-8D0C-4754-BDDE-E36618E86A2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19">
            <a:extLst xmlns:a="http://schemas.openxmlformats.org/drawingml/2006/main">
              <a:ext uri="{FF2B5EF4-FFF2-40B4-BE49-F238E27FC236}">
                <a16:creationId xmlns:a16="http://schemas.microsoft.com/office/drawing/2014/main" id="{6890FB12-F85F-4A20-BC96-722AD4CD59E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sp>
        <p:nvSpPr>
          <p:cNvPr id="8" name="block-120">
            <a:extLst xmlns:a="http://schemas.openxmlformats.org/drawingml/2006/main">
              <a:ext uri="{FF2B5EF4-FFF2-40B4-BE49-F238E27FC236}">
                <a16:creationId xmlns:a16="http://schemas.microsoft.com/office/drawing/2014/main" id="{6ECCB214-78F0-4DEE-882D-A9720F48D93B}"/>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121">
            <a:extLst xmlns:a="http://schemas.openxmlformats.org/drawingml/2006/main">
              <a:ext uri="{FF2B5EF4-FFF2-40B4-BE49-F238E27FC236}">
                <a16:creationId xmlns:a16="http://schemas.microsoft.com/office/drawing/2014/main" id="{50090947-C46D-4F17-8B45-F3FD8909034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122">
            <a:extLst xmlns:a="http://schemas.openxmlformats.org/drawingml/2006/main">
              <a:ext uri="{FF2B5EF4-FFF2-40B4-BE49-F238E27FC236}">
                <a16:creationId xmlns:a16="http://schemas.microsoft.com/office/drawing/2014/main" id="{3445DCCD-AEA9-4733-99DE-B074E389C3D6}"/>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123">
            <a:extLst xmlns:a="http://schemas.openxmlformats.org/drawingml/2006/main">
              <a:ext uri="{FF2B5EF4-FFF2-40B4-BE49-F238E27FC236}">
                <a16:creationId xmlns:a16="http://schemas.microsoft.com/office/drawing/2014/main" id="{8F438F26-AFF2-402D-B42C-4F905E3EE996}"/>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24">
            <a:extLst xmlns:a="http://schemas.openxmlformats.org/drawingml/2006/main">
              <a:ext uri="{FF2B5EF4-FFF2-40B4-BE49-F238E27FC236}">
                <a16:creationId xmlns:a16="http://schemas.microsoft.com/office/drawing/2014/main" id="{5AF09341-C3C5-4B5E-B0FB-017CF21DC6E0}"/>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0734272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25">
            <a:extLst xmlns:a="http://schemas.openxmlformats.org/drawingml/2006/main">
              <a:ext uri="{FF2B5EF4-FFF2-40B4-BE49-F238E27FC236}">
                <a16:creationId xmlns:a16="http://schemas.microsoft.com/office/drawing/2014/main" id="{CD4B6C1C-1655-41AA-94CB-301F784EE65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26">
            <a:extLst xmlns:a="http://schemas.openxmlformats.org/drawingml/2006/main">
              <a:ext uri="{FF2B5EF4-FFF2-40B4-BE49-F238E27FC236}">
                <a16:creationId xmlns:a16="http://schemas.microsoft.com/office/drawing/2014/main" id="{B651EAFE-CCBF-44F8-87AC-7D4F97254E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27">
            <a:extLst xmlns:a="http://schemas.openxmlformats.org/drawingml/2006/main">
              <a:ext uri="{FF2B5EF4-FFF2-40B4-BE49-F238E27FC236}">
                <a16:creationId xmlns:a16="http://schemas.microsoft.com/office/drawing/2014/main" id="{3FAB16CB-0B35-4DB0-AE4E-4BD1A3188E3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28">
            <a:extLst xmlns:a="http://schemas.openxmlformats.org/drawingml/2006/main">
              <a:ext uri="{FF2B5EF4-FFF2-40B4-BE49-F238E27FC236}">
                <a16:creationId xmlns:a16="http://schemas.microsoft.com/office/drawing/2014/main" id="{71F79D04-8240-4199-BC59-01A1C1680CD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b926176e52945d7"/>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9">
            <a:extLst xmlns:a="http://schemas.openxmlformats.org/drawingml/2006/main">
              <a:ext uri="{FF2B5EF4-FFF2-40B4-BE49-F238E27FC236}">
                <a16:creationId xmlns:a16="http://schemas.microsoft.com/office/drawing/2014/main" id="{8FA686B7-9FE8-47B4-B746-DA47A51C88C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30">
            <a:extLst xmlns:a="http://schemas.openxmlformats.org/drawingml/2006/main">
              <a:ext uri="{FF2B5EF4-FFF2-40B4-BE49-F238E27FC236}">
                <a16:creationId xmlns:a16="http://schemas.microsoft.com/office/drawing/2014/main" id="{56E39F61-FEDC-4E58-8C89-2C779080D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7524fdbb9f164e4d"/>
          </a:graphicData>
        </a:graphic>
      </p:graphicFrame>
      <p:sp>
        <p:nvSpPr>
          <p:cNvPr id="9" name="block-131">
            <a:extLst xmlns:a="http://schemas.openxmlformats.org/drawingml/2006/main">
              <a:ext uri="{FF2B5EF4-FFF2-40B4-BE49-F238E27FC236}">
                <a16:creationId xmlns:a16="http://schemas.microsoft.com/office/drawing/2014/main" id="{5BCE9958-EF20-483D-BDA8-250DBC2881A7}"/>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32">
            <a:extLst xmlns:a="http://schemas.openxmlformats.org/drawingml/2006/main">
              <a:ext uri="{FF2B5EF4-FFF2-40B4-BE49-F238E27FC236}">
                <a16:creationId xmlns:a16="http://schemas.microsoft.com/office/drawing/2014/main" id="{DDAF1186-6A0D-4EF8-82EF-05B33FEDE779}"/>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33">
            <a:extLst xmlns:a="http://schemas.openxmlformats.org/drawingml/2006/main">
              <a:ext uri="{FF2B5EF4-FFF2-40B4-BE49-F238E27FC236}">
                <a16:creationId xmlns:a16="http://schemas.microsoft.com/office/drawing/2014/main" id="{FD47A64C-C094-451A-A9DC-BCEF3E9E8F14}"/>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34">
            <a:extLst xmlns:a="http://schemas.openxmlformats.org/drawingml/2006/main">
              <a:ext uri="{FF2B5EF4-FFF2-40B4-BE49-F238E27FC236}">
                <a16:creationId xmlns:a16="http://schemas.microsoft.com/office/drawing/2014/main" id="{A204C366-9093-44F5-81C0-77C3CCC4229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35">
            <a:extLst xmlns:a="http://schemas.openxmlformats.org/drawingml/2006/main">
              <a:ext uri="{FF2B5EF4-FFF2-40B4-BE49-F238E27FC236}">
                <a16:creationId xmlns:a16="http://schemas.microsoft.com/office/drawing/2014/main" id="{00C3E271-217C-4EA9-8169-E93830290EE6}"/>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14444007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6">
            <a:extLst xmlns:a="http://schemas.openxmlformats.org/drawingml/2006/main">
              <a:ext uri="{FF2B5EF4-FFF2-40B4-BE49-F238E27FC236}">
                <a16:creationId xmlns:a16="http://schemas.microsoft.com/office/drawing/2014/main" id="{D5B578E0-60A6-4DF1-82F9-69555769DFA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37">
            <a:extLst xmlns:a="http://schemas.openxmlformats.org/drawingml/2006/main">
              <a:ext uri="{FF2B5EF4-FFF2-40B4-BE49-F238E27FC236}">
                <a16:creationId xmlns:a16="http://schemas.microsoft.com/office/drawing/2014/main" id="{93C80E97-A4B6-4CA5-A506-11D61399093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38">
            <a:extLst xmlns:a="http://schemas.openxmlformats.org/drawingml/2006/main">
              <a:ext uri="{FF2B5EF4-FFF2-40B4-BE49-F238E27FC236}">
                <a16:creationId xmlns:a16="http://schemas.microsoft.com/office/drawing/2014/main" id="{18D89D80-57E3-4A8E-8AEB-6372CAAB947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39">
            <a:extLst xmlns:a="http://schemas.openxmlformats.org/drawingml/2006/main">
              <a:ext uri="{FF2B5EF4-FFF2-40B4-BE49-F238E27FC236}">
                <a16:creationId xmlns:a16="http://schemas.microsoft.com/office/drawing/2014/main" id="{C88676C7-10F8-4AD6-890C-D47846C37F0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16c8687c5754aa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0">
            <a:extLst xmlns:a="http://schemas.openxmlformats.org/drawingml/2006/main">
              <a:ext uri="{FF2B5EF4-FFF2-40B4-BE49-F238E27FC236}">
                <a16:creationId xmlns:a16="http://schemas.microsoft.com/office/drawing/2014/main" id="{315B26F2-D0AA-4772-BC9D-3FACC4FCAE7E}"/>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41">
            <a:extLst xmlns:a="http://schemas.openxmlformats.org/drawingml/2006/main">
              <a:ext uri="{FF2B5EF4-FFF2-40B4-BE49-F238E27FC236}">
                <a16:creationId xmlns:a16="http://schemas.microsoft.com/office/drawing/2014/main" id="{6F018586-4395-416A-B76C-46148709E3E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134b7d6c77b44a8e"/>
          </a:graphicData>
        </a:graphic>
      </p:graphicFrame>
      <p:sp>
        <p:nvSpPr>
          <p:cNvPr id="9" name="block-142">
            <a:extLst xmlns:a="http://schemas.openxmlformats.org/drawingml/2006/main">
              <a:ext uri="{FF2B5EF4-FFF2-40B4-BE49-F238E27FC236}">
                <a16:creationId xmlns:a16="http://schemas.microsoft.com/office/drawing/2014/main" id="{11B981C8-9E38-4A1C-88D5-DAD115B613F7}"/>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43">
            <a:extLst xmlns:a="http://schemas.openxmlformats.org/drawingml/2006/main">
              <a:ext uri="{FF2B5EF4-FFF2-40B4-BE49-F238E27FC236}">
                <a16:creationId xmlns:a16="http://schemas.microsoft.com/office/drawing/2014/main" id="{7FCF287B-A0A3-479A-AD6E-FC5BBF61AA71}"/>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44">
            <a:extLst xmlns:a="http://schemas.openxmlformats.org/drawingml/2006/main">
              <a:ext uri="{FF2B5EF4-FFF2-40B4-BE49-F238E27FC236}">
                <a16:creationId xmlns:a16="http://schemas.microsoft.com/office/drawing/2014/main" id="{822C6131-9299-4FE7-8A37-B6FA10761D9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45">
            <a:extLst xmlns:a="http://schemas.openxmlformats.org/drawingml/2006/main">
              <a:ext uri="{FF2B5EF4-FFF2-40B4-BE49-F238E27FC236}">
                <a16:creationId xmlns:a16="http://schemas.microsoft.com/office/drawing/2014/main" id="{6B0F8853-29BB-4F18-921C-C30D7EFC351A}"/>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46">
            <a:extLst xmlns:a="http://schemas.openxmlformats.org/drawingml/2006/main">
              <a:ext uri="{FF2B5EF4-FFF2-40B4-BE49-F238E27FC236}">
                <a16:creationId xmlns:a16="http://schemas.microsoft.com/office/drawing/2014/main" id="{FDC00FD3-B37F-4F64-9EBE-8C3F1738551A}"/>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6621747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47">
            <a:extLst xmlns:a="http://schemas.openxmlformats.org/drawingml/2006/main">
              <a:ext uri="{FF2B5EF4-FFF2-40B4-BE49-F238E27FC236}">
                <a16:creationId xmlns:a16="http://schemas.microsoft.com/office/drawing/2014/main" id="{1C0A1E32-DAE8-4446-91ED-5E456D75DB7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48">
            <a:extLst xmlns:a="http://schemas.openxmlformats.org/drawingml/2006/main">
              <a:ext uri="{FF2B5EF4-FFF2-40B4-BE49-F238E27FC236}">
                <a16:creationId xmlns:a16="http://schemas.microsoft.com/office/drawing/2014/main" id="{1BB67FE2-8CD3-4139-8E7C-7444E7ED523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49">
            <a:extLst xmlns:a="http://schemas.openxmlformats.org/drawingml/2006/main">
              <a:ext uri="{FF2B5EF4-FFF2-40B4-BE49-F238E27FC236}">
                <a16:creationId xmlns:a16="http://schemas.microsoft.com/office/drawing/2014/main" id="{F4B1C108-928D-477F-879B-68C52A9FE30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50">
            <a:extLst xmlns:a="http://schemas.openxmlformats.org/drawingml/2006/main">
              <a:ext uri="{FF2B5EF4-FFF2-40B4-BE49-F238E27FC236}">
                <a16:creationId xmlns:a16="http://schemas.microsoft.com/office/drawing/2014/main" id="{8BBE1FFC-00EE-4257-AFB3-108EF53E93D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c1b94d915d641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1">
            <a:extLst xmlns:a="http://schemas.openxmlformats.org/drawingml/2006/main">
              <a:ext uri="{FF2B5EF4-FFF2-40B4-BE49-F238E27FC236}">
                <a16:creationId xmlns:a16="http://schemas.microsoft.com/office/drawing/2014/main" id="{6E7C2066-9527-4106-B917-CB8432EE53D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52">
            <a:extLst xmlns:a="http://schemas.openxmlformats.org/drawingml/2006/main">
              <a:ext uri="{FF2B5EF4-FFF2-40B4-BE49-F238E27FC236}">
                <a16:creationId xmlns:a16="http://schemas.microsoft.com/office/drawing/2014/main" id="{C8DE4B72-BB7E-48AB-94A1-D37D2AC9054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334e2d2e26554c80"/>
          </a:graphicData>
        </a:graphic>
      </p:graphicFrame>
      <p:sp>
        <p:nvSpPr>
          <p:cNvPr id="9" name="block-153">
            <a:extLst xmlns:a="http://schemas.openxmlformats.org/drawingml/2006/main">
              <a:ext uri="{FF2B5EF4-FFF2-40B4-BE49-F238E27FC236}">
                <a16:creationId xmlns:a16="http://schemas.microsoft.com/office/drawing/2014/main" id="{F153906D-7263-468B-A5B3-DE6F9DAEBC4C}"/>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54">
            <a:extLst xmlns:a="http://schemas.openxmlformats.org/drawingml/2006/main">
              <a:ext uri="{FF2B5EF4-FFF2-40B4-BE49-F238E27FC236}">
                <a16:creationId xmlns:a16="http://schemas.microsoft.com/office/drawing/2014/main" id="{E1ED1236-D43E-4A87-9164-3CB24CB33152}"/>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17844885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55">
            <a:extLst xmlns:a="http://schemas.openxmlformats.org/drawingml/2006/main">
              <a:ext uri="{FF2B5EF4-FFF2-40B4-BE49-F238E27FC236}">
                <a16:creationId xmlns:a16="http://schemas.microsoft.com/office/drawing/2014/main" id="{2BC502B2-1E13-46DC-BEAB-EBB16F3D152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56">
            <a:extLst xmlns:a="http://schemas.openxmlformats.org/drawingml/2006/main">
              <a:ext uri="{FF2B5EF4-FFF2-40B4-BE49-F238E27FC236}">
                <a16:creationId xmlns:a16="http://schemas.microsoft.com/office/drawing/2014/main" id="{E6EA5938-4EE1-41F1-8711-68493B77230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57">
            <a:extLst xmlns:a="http://schemas.openxmlformats.org/drawingml/2006/main">
              <a:ext uri="{FF2B5EF4-FFF2-40B4-BE49-F238E27FC236}">
                <a16:creationId xmlns:a16="http://schemas.microsoft.com/office/drawing/2014/main" id="{C5AEAB99-9634-467A-B9DD-AB00178A962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58">
            <a:extLst xmlns:a="http://schemas.openxmlformats.org/drawingml/2006/main">
              <a:ext uri="{FF2B5EF4-FFF2-40B4-BE49-F238E27FC236}">
                <a16:creationId xmlns:a16="http://schemas.microsoft.com/office/drawing/2014/main" id="{F4DF6179-45D1-44D1-A6B3-471B84D8ACB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e4f3097725d4b0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37F913B1-BCBE-4F0D-923A-88DF265C8AC6}"/>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60">
            <a:extLst xmlns:a="http://schemas.openxmlformats.org/drawingml/2006/main">
              <a:ext uri="{FF2B5EF4-FFF2-40B4-BE49-F238E27FC236}">
                <a16:creationId xmlns:a16="http://schemas.microsoft.com/office/drawing/2014/main" id="{2FCF6ADE-4CFF-487F-821E-1B48BC3405F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15cdbe855d9e4d35"/>
          </a:graphicData>
        </a:graphic>
      </p:graphicFrame>
      <p:sp>
        <p:nvSpPr>
          <p:cNvPr id="9" name="block-161">
            <a:extLst xmlns:a="http://schemas.openxmlformats.org/drawingml/2006/main">
              <a:ext uri="{FF2B5EF4-FFF2-40B4-BE49-F238E27FC236}">
                <a16:creationId xmlns:a16="http://schemas.microsoft.com/office/drawing/2014/main" id="{0A4328EF-178F-435C-AE70-B1AB48C415A2}"/>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62">
            <a:extLst xmlns:a="http://schemas.openxmlformats.org/drawingml/2006/main">
              <a:ext uri="{FF2B5EF4-FFF2-40B4-BE49-F238E27FC236}">
                <a16:creationId xmlns:a16="http://schemas.microsoft.com/office/drawing/2014/main" id="{821BE69C-CCB5-4663-8420-D3F069A64E0D}"/>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63">
            <a:extLst xmlns:a="http://schemas.openxmlformats.org/drawingml/2006/main">
              <a:ext uri="{FF2B5EF4-FFF2-40B4-BE49-F238E27FC236}">
                <a16:creationId xmlns:a16="http://schemas.microsoft.com/office/drawing/2014/main" id="{BF987790-047E-45AC-A168-961B9F55AC5C}"/>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64">
            <a:extLst xmlns:a="http://schemas.openxmlformats.org/drawingml/2006/main">
              <a:ext uri="{FF2B5EF4-FFF2-40B4-BE49-F238E27FC236}">
                <a16:creationId xmlns:a16="http://schemas.microsoft.com/office/drawing/2014/main" id="{9E20CB66-BDD9-460D-9807-962A634FED8C}"/>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65">
            <a:extLst xmlns:a="http://schemas.openxmlformats.org/drawingml/2006/main">
              <a:ext uri="{FF2B5EF4-FFF2-40B4-BE49-F238E27FC236}">
                <a16:creationId xmlns:a16="http://schemas.microsoft.com/office/drawing/2014/main" id="{239642EE-A78E-4FE0-9AFB-EC852298240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3421569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66">
            <a:extLst xmlns:a="http://schemas.openxmlformats.org/drawingml/2006/main">
              <a:ext uri="{FF2B5EF4-FFF2-40B4-BE49-F238E27FC236}">
                <a16:creationId xmlns:a16="http://schemas.microsoft.com/office/drawing/2014/main" id="{06EC675F-79F8-49E4-BCBC-13FF8826C1E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67">
            <a:extLst xmlns:a="http://schemas.openxmlformats.org/drawingml/2006/main">
              <a:ext uri="{FF2B5EF4-FFF2-40B4-BE49-F238E27FC236}">
                <a16:creationId xmlns:a16="http://schemas.microsoft.com/office/drawing/2014/main" id="{4AD3D873-FA15-420E-83AF-57E1D24C4830}"/>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68">
            <a:extLst xmlns:a="http://schemas.openxmlformats.org/drawingml/2006/main">
              <a:ext uri="{FF2B5EF4-FFF2-40B4-BE49-F238E27FC236}">
                <a16:creationId xmlns:a16="http://schemas.microsoft.com/office/drawing/2014/main" id="{C6B57522-E2B4-4318-BD63-845C586116D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69">
            <a:extLst xmlns:a="http://schemas.openxmlformats.org/drawingml/2006/main">
              <a:ext uri="{FF2B5EF4-FFF2-40B4-BE49-F238E27FC236}">
                <a16:creationId xmlns:a16="http://schemas.microsoft.com/office/drawing/2014/main" id="{9C670E48-429B-4794-84DE-0A9DD4C69B2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fc619dc476d472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0">
            <a:extLst xmlns:a="http://schemas.openxmlformats.org/drawingml/2006/main">
              <a:ext uri="{FF2B5EF4-FFF2-40B4-BE49-F238E27FC236}">
                <a16:creationId xmlns:a16="http://schemas.microsoft.com/office/drawing/2014/main" id="{4172EF8E-22C6-458F-BA0E-01E9B7E6BB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71">
            <a:extLst xmlns:a="http://schemas.openxmlformats.org/drawingml/2006/main">
              <a:ext uri="{FF2B5EF4-FFF2-40B4-BE49-F238E27FC236}">
                <a16:creationId xmlns:a16="http://schemas.microsoft.com/office/drawing/2014/main" id="{0AAFCEEC-B76E-48FD-A242-404CAB821D6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sp>
        <p:nvSpPr>
          <p:cNvPr id="8" name="block-172">
            <a:extLst xmlns:a="http://schemas.openxmlformats.org/drawingml/2006/main">
              <a:ext uri="{FF2B5EF4-FFF2-40B4-BE49-F238E27FC236}">
                <a16:creationId xmlns:a16="http://schemas.microsoft.com/office/drawing/2014/main" id="{A3E00551-4371-4B83-B4A4-40352A7FC2CA}"/>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73">
            <a:extLst xmlns:a="http://schemas.openxmlformats.org/drawingml/2006/main">
              <a:ext uri="{FF2B5EF4-FFF2-40B4-BE49-F238E27FC236}">
                <a16:creationId xmlns:a16="http://schemas.microsoft.com/office/drawing/2014/main" id="{4AA36663-1F7B-441A-990A-EA986FD364C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74">
            <a:extLst xmlns:a="http://schemas.openxmlformats.org/drawingml/2006/main">
              <a:ext uri="{FF2B5EF4-FFF2-40B4-BE49-F238E27FC236}">
                <a16:creationId xmlns:a16="http://schemas.microsoft.com/office/drawing/2014/main" id="{0A6BC171-F4C0-4756-BA6C-8DEBFD711CE6}"/>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75">
            <a:extLst xmlns:a="http://schemas.openxmlformats.org/drawingml/2006/main">
              <a:ext uri="{FF2B5EF4-FFF2-40B4-BE49-F238E27FC236}">
                <a16:creationId xmlns:a16="http://schemas.microsoft.com/office/drawing/2014/main" id="{01754A82-A7BC-45EE-8C3D-7F143BBA12D7}"/>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Hinweisquote</a:t>
            </a:r>
          </a:p>
        </p:txBody>
      </p:sp>
      <p:sp>
        <p:nvSpPr>
          <p:cNvPr id="12" name="block-176">
            <a:extLst xmlns:a="http://schemas.openxmlformats.org/drawingml/2006/main">
              <a:ext uri="{FF2B5EF4-FFF2-40B4-BE49-F238E27FC236}">
                <a16:creationId xmlns:a16="http://schemas.microsoft.com/office/drawing/2014/main" id="{EC901FAA-19CB-4DEF-8E36-03B06D664F0C}"/>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77">
            <a:extLst xmlns:a="http://schemas.openxmlformats.org/drawingml/2006/main">
              <a:ext uri="{FF2B5EF4-FFF2-40B4-BE49-F238E27FC236}">
                <a16:creationId xmlns:a16="http://schemas.microsoft.com/office/drawing/2014/main" id="{59866483-6C7F-4917-81ED-348AE35FA3F9}"/>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c9beeecd0c464fec"/>
          </a:graphicData>
        </a:graphic>
      </p:graphicFrame>
      <p:sp>
        <p:nvSpPr>
          <p:cNvPr id="15" name="block-178">
            <a:extLst xmlns:a="http://schemas.openxmlformats.org/drawingml/2006/main">
              <a:ext uri="{FF2B5EF4-FFF2-40B4-BE49-F238E27FC236}">
                <a16:creationId xmlns:a16="http://schemas.microsoft.com/office/drawing/2014/main" id="{C630FB6E-1165-4B80-BD18-4ED4337DC914}"/>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931407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79">
            <a:extLst xmlns:a="http://schemas.openxmlformats.org/drawingml/2006/main">
              <a:ext uri="{FF2B5EF4-FFF2-40B4-BE49-F238E27FC236}">
                <a16:creationId xmlns:a16="http://schemas.microsoft.com/office/drawing/2014/main" id="{EE5C2275-2A77-419B-AE1B-FEB9BD9E288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80">
            <a:extLst xmlns:a="http://schemas.openxmlformats.org/drawingml/2006/main">
              <a:ext uri="{FF2B5EF4-FFF2-40B4-BE49-F238E27FC236}">
                <a16:creationId xmlns:a16="http://schemas.microsoft.com/office/drawing/2014/main" id="{7AD13E85-B794-4FE1-87C4-D649DE0B2F63}"/>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81">
            <a:extLst xmlns:a="http://schemas.openxmlformats.org/drawingml/2006/main">
              <a:ext uri="{FF2B5EF4-FFF2-40B4-BE49-F238E27FC236}">
                <a16:creationId xmlns:a16="http://schemas.microsoft.com/office/drawing/2014/main" id="{C74A2E99-18AF-4953-A29F-0DC722AFD2CE}"/>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82">
            <a:extLst xmlns:a="http://schemas.openxmlformats.org/drawingml/2006/main">
              <a:ext uri="{FF2B5EF4-FFF2-40B4-BE49-F238E27FC236}">
                <a16:creationId xmlns:a16="http://schemas.microsoft.com/office/drawing/2014/main" id="{D20B7FB3-B09B-4844-997B-0DD24278CE2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30f53ad8edd4fbf"/>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83">
            <a:extLst xmlns:a="http://schemas.openxmlformats.org/drawingml/2006/main">
              <a:ext uri="{FF2B5EF4-FFF2-40B4-BE49-F238E27FC236}">
                <a16:creationId xmlns:a16="http://schemas.microsoft.com/office/drawing/2014/main" id="{1C712E9B-DC4F-4A1E-AE56-04EFCA60D89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ML-Modellierung · Notebook 13</a:t>
            </a:r>
          </a:p>
        </p:txBody>
      </p:sp>
      <p:sp>
        <p:nvSpPr>
          <p:cNvPr id="7" name="block-184">
            <a:extLst xmlns:a="http://schemas.openxmlformats.org/drawingml/2006/main">
              <a:ext uri="{FF2B5EF4-FFF2-40B4-BE49-F238E27FC236}">
                <a16:creationId xmlns:a16="http://schemas.microsoft.com/office/drawing/2014/main" id="{809DE6E0-FB1B-4DF6-AD42-3183559742FB}"/>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28ade5448afa496b"/>
          </a:graphicData>
        </a:graphic>
      </p:graphicFrame>
      <p:sp>
        <p:nvSpPr>
          <p:cNvPr id="9" name="block-185">
            <a:extLst xmlns:a="http://schemas.openxmlformats.org/drawingml/2006/main">
              <a:ext uri="{FF2B5EF4-FFF2-40B4-BE49-F238E27FC236}">
                <a16:creationId xmlns:a16="http://schemas.microsoft.com/office/drawing/2014/main" id="{282B9DAA-4689-4B0B-A691-4D2EAB3190D1}"/>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86">
            <a:extLst xmlns:a="http://schemas.openxmlformats.org/drawingml/2006/main">
              <a:ext uri="{FF2B5EF4-FFF2-40B4-BE49-F238E27FC236}">
                <a16:creationId xmlns:a16="http://schemas.microsoft.com/office/drawing/2014/main" id="{36C67FD7-BA22-41B4-8C9C-19A85541E10A}"/>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87">
            <a:extLst xmlns:a="http://schemas.openxmlformats.org/drawingml/2006/main">
              <a:ext uri="{FF2B5EF4-FFF2-40B4-BE49-F238E27FC236}">
                <a16:creationId xmlns:a16="http://schemas.microsoft.com/office/drawing/2014/main" id="{5B1F5379-24A2-4013-A22D-7BA31A7F81AE}"/>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88">
            <a:extLst xmlns:a="http://schemas.openxmlformats.org/drawingml/2006/main">
              <a:ext uri="{FF2B5EF4-FFF2-40B4-BE49-F238E27FC236}">
                <a16:creationId xmlns:a16="http://schemas.microsoft.com/office/drawing/2014/main" id="{09DFF995-CEAD-49FC-BB74-F525D0ED7D1C}"/>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89">
            <a:extLst xmlns:a="http://schemas.openxmlformats.org/drawingml/2006/main">
              <a:ext uri="{FF2B5EF4-FFF2-40B4-BE49-F238E27FC236}">
                <a16:creationId xmlns:a16="http://schemas.microsoft.com/office/drawing/2014/main" id="{034B05F7-1A22-4A7E-B2F8-7DACB6F2B552}"/>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90">
            <a:extLst xmlns:a="http://schemas.openxmlformats.org/drawingml/2006/main">
              <a:ext uri="{FF2B5EF4-FFF2-40B4-BE49-F238E27FC236}">
                <a16:creationId xmlns:a16="http://schemas.microsoft.com/office/drawing/2014/main" id="{1E1C5F0A-2535-4358-B9E2-9E8CC539EF62}"/>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91">
            <a:extLst xmlns:a="http://schemas.openxmlformats.org/drawingml/2006/main">
              <a:ext uri="{FF2B5EF4-FFF2-40B4-BE49-F238E27FC236}">
                <a16:creationId xmlns:a16="http://schemas.microsoft.com/office/drawing/2014/main" id="{47E790AC-713F-4496-A55F-31F349408780}"/>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92">
            <a:extLst xmlns:a="http://schemas.openxmlformats.org/drawingml/2006/main">
              <a:ext uri="{FF2B5EF4-FFF2-40B4-BE49-F238E27FC236}">
                <a16:creationId xmlns:a16="http://schemas.microsoft.com/office/drawing/2014/main" id="{0CBBE5B3-6021-4C4D-B954-F8105B5AAF7D}"/>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33046554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93">
            <a:extLst xmlns:a="http://schemas.openxmlformats.org/drawingml/2006/main">
              <a:ext uri="{FF2B5EF4-FFF2-40B4-BE49-F238E27FC236}">
                <a16:creationId xmlns:a16="http://schemas.microsoft.com/office/drawing/2014/main" id="{A31F8BEC-79DC-4281-8875-DE612EA5DD82}"/>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94">
            <a:extLst xmlns:a="http://schemas.openxmlformats.org/drawingml/2006/main">
              <a:ext uri="{FF2B5EF4-FFF2-40B4-BE49-F238E27FC236}">
                <a16:creationId xmlns:a16="http://schemas.microsoft.com/office/drawing/2014/main" id="{7B7E1B28-047E-4CE9-81D4-91BFB046482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5">
            <a:extLst xmlns:a="http://schemas.openxmlformats.org/drawingml/2006/main">
              <a:ext uri="{FF2B5EF4-FFF2-40B4-BE49-F238E27FC236}">
                <a16:creationId xmlns:a16="http://schemas.microsoft.com/office/drawing/2014/main" id="{5C45F474-4F94-4C31-8301-C6F9389FAC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6">
            <a:extLst xmlns:a="http://schemas.openxmlformats.org/drawingml/2006/main">
              <a:ext uri="{FF2B5EF4-FFF2-40B4-BE49-F238E27FC236}">
                <a16:creationId xmlns:a16="http://schemas.microsoft.com/office/drawing/2014/main" id="{21D4A066-D8A2-449C-AC5C-0FB07982542B}"/>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ML-Modellierung</a:t>
            </a:r>
          </a:p>
        </p:txBody>
      </p:sp>
      <p:sp>
        <p:nvSpPr>
          <p:cNvPr id="5" name="block-197">
            <a:extLst xmlns:a="http://schemas.openxmlformats.org/drawingml/2006/main">
              <a:ext uri="{FF2B5EF4-FFF2-40B4-BE49-F238E27FC236}">
                <a16:creationId xmlns:a16="http://schemas.microsoft.com/office/drawing/2014/main" id="{ADC3929B-A061-4518-90CE-3D1B5817CE3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8">
            <a:extLst xmlns:a="http://schemas.openxmlformats.org/drawingml/2006/main">
              <a:ext uri="{FF2B5EF4-FFF2-40B4-BE49-F238E27FC236}">
                <a16:creationId xmlns:a16="http://schemas.microsoft.com/office/drawing/2014/main" id="{7A4983A4-FBA2-43F5-89E8-F1B9F0BE8F42}"/>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9">
            <a:extLst xmlns:a="http://schemas.openxmlformats.org/drawingml/2006/main">
              <a:ext uri="{FF2B5EF4-FFF2-40B4-BE49-F238E27FC236}">
                <a16:creationId xmlns:a16="http://schemas.microsoft.com/office/drawing/2014/main" id="{583070CE-1B69-448A-923E-CA30DDD6F5F9}"/>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200">
            <a:extLst xmlns:a="http://schemas.openxmlformats.org/drawingml/2006/main">
              <a:ext uri="{FF2B5EF4-FFF2-40B4-BE49-F238E27FC236}">
                <a16:creationId xmlns:a16="http://schemas.microsoft.com/office/drawing/2014/main" id="{ABD9FE02-3A14-4336-BBC4-8189C969F229}"/>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201">
            <a:extLst xmlns:a="http://schemas.openxmlformats.org/drawingml/2006/main">
              <a:ext uri="{FF2B5EF4-FFF2-40B4-BE49-F238E27FC236}">
                <a16:creationId xmlns:a16="http://schemas.microsoft.com/office/drawing/2014/main" id="{A4A6F23B-B155-43A3-A2CE-27CB415EB500}"/>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202">
            <a:extLst xmlns:a="http://schemas.openxmlformats.org/drawingml/2006/main">
              <a:ext uri="{FF2B5EF4-FFF2-40B4-BE49-F238E27FC236}">
                <a16:creationId xmlns:a16="http://schemas.microsoft.com/office/drawing/2014/main" id="{36E2415C-8DC2-4521-8781-0FA1561DA3D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203">
            <a:extLst xmlns:a="http://schemas.openxmlformats.org/drawingml/2006/main">
              <a:ext uri="{FF2B5EF4-FFF2-40B4-BE49-F238E27FC236}">
                <a16:creationId xmlns:a16="http://schemas.microsoft.com/office/drawing/2014/main" id="{9C6F0692-4D4D-47E3-AD56-2CD481DEA5E7}"/>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204">
            <a:extLst xmlns:a="http://schemas.openxmlformats.org/drawingml/2006/main">
              <a:ext uri="{FF2B5EF4-FFF2-40B4-BE49-F238E27FC236}">
                <a16:creationId xmlns:a16="http://schemas.microsoft.com/office/drawing/2014/main" id="{DBD4C901-42F2-4BF5-8CB5-8382C00D288C}"/>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5">
            <a:extLst xmlns:a="http://schemas.openxmlformats.org/drawingml/2006/main">
              <a:ext uri="{FF2B5EF4-FFF2-40B4-BE49-F238E27FC236}">
                <a16:creationId xmlns:a16="http://schemas.microsoft.com/office/drawing/2014/main" id="{8BF85638-6EB7-43CA-8193-C92E44D1C5A0}"/>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6">
            <a:extLst xmlns:a="http://schemas.openxmlformats.org/drawingml/2006/main">
              <a:ext uri="{FF2B5EF4-FFF2-40B4-BE49-F238E27FC236}">
                <a16:creationId xmlns:a16="http://schemas.microsoft.com/office/drawing/2014/main" id="{C5AC5375-164B-4089-8BDE-07B81585EA1D}"/>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155981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7">
            <a:extLst xmlns:a="http://schemas.openxmlformats.org/drawingml/2006/main">
              <a:ext uri="{FF2B5EF4-FFF2-40B4-BE49-F238E27FC236}">
                <a16:creationId xmlns:a16="http://schemas.microsoft.com/office/drawing/2014/main" id="{77BE272E-3F83-43D4-8FC7-EF6293334333}"/>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8">
            <a:extLst xmlns:a="http://schemas.openxmlformats.org/drawingml/2006/main">
              <a:ext uri="{FF2B5EF4-FFF2-40B4-BE49-F238E27FC236}">
                <a16:creationId xmlns:a16="http://schemas.microsoft.com/office/drawing/2014/main" id="{680D8395-A40A-4000-8857-11CB4522FA94}"/>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9">
            <a:extLst xmlns:a="http://schemas.openxmlformats.org/drawingml/2006/main">
              <a:ext uri="{FF2B5EF4-FFF2-40B4-BE49-F238E27FC236}">
                <a16:creationId xmlns:a16="http://schemas.microsoft.com/office/drawing/2014/main" id="{A05685B3-0B2F-4B8B-97E3-2386056773A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10">
            <a:extLst xmlns:a="http://schemas.openxmlformats.org/drawingml/2006/main">
              <a:ext uri="{FF2B5EF4-FFF2-40B4-BE49-F238E27FC236}">
                <a16:creationId xmlns:a16="http://schemas.microsoft.com/office/drawing/2014/main" id="{BD2785A7-DCF9-48F3-9AE4-82BCBA12EBF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e74c869785d4ce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1">
            <a:extLst xmlns:a="http://schemas.openxmlformats.org/drawingml/2006/main">
              <a:ext uri="{FF2B5EF4-FFF2-40B4-BE49-F238E27FC236}">
                <a16:creationId xmlns:a16="http://schemas.microsoft.com/office/drawing/2014/main" id="{B4B769B1-3784-4746-92E7-543027E2AC9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12">
            <a:extLst xmlns:a="http://schemas.openxmlformats.org/drawingml/2006/main">
              <a:ext uri="{FF2B5EF4-FFF2-40B4-BE49-F238E27FC236}">
                <a16:creationId xmlns:a16="http://schemas.microsoft.com/office/drawing/2014/main" id="{2CC6CEF4-3EC5-4B65-BCF6-DEBC7CF2044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f0e1a3dc94004032"/>
          </a:graphicData>
        </a:graphic>
      </p:graphicFrame>
      <p:sp>
        <p:nvSpPr>
          <p:cNvPr id="9" name="block-213">
            <a:extLst xmlns:a="http://schemas.openxmlformats.org/drawingml/2006/main">
              <a:ext uri="{FF2B5EF4-FFF2-40B4-BE49-F238E27FC236}">
                <a16:creationId xmlns:a16="http://schemas.microsoft.com/office/drawing/2014/main" id="{869E6882-D5B6-4117-A29D-4ED7F1923232}"/>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14">
            <a:extLst xmlns:a="http://schemas.openxmlformats.org/drawingml/2006/main">
              <a:ext uri="{FF2B5EF4-FFF2-40B4-BE49-F238E27FC236}">
                <a16:creationId xmlns:a16="http://schemas.microsoft.com/office/drawing/2014/main" id="{B3D548C5-B83D-43B4-AF90-D9DEE978211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5">
            <a:extLst xmlns:a="http://schemas.openxmlformats.org/drawingml/2006/main">
              <a:ext uri="{FF2B5EF4-FFF2-40B4-BE49-F238E27FC236}">
                <a16:creationId xmlns:a16="http://schemas.microsoft.com/office/drawing/2014/main" id="{CEB81C01-B9B8-4531-A53E-5F2C0737D0F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6">
            <a:extLst xmlns:a="http://schemas.openxmlformats.org/drawingml/2006/main">
              <a:ext uri="{FF2B5EF4-FFF2-40B4-BE49-F238E27FC236}">
                <a16:creationId xmlns:a16="http://schemas.microsoft.com/office/drawing/2014/main" id="{7C86DB60-B631-4776-ACFE-E408386D10C9}"/>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7">
            <a:extLst xmlns:a="http://schemas.openxmlformats.org/drawingml/2006/main">
              <a:ext uri="{FF2B5EF4-FFF2-40B4-BE49-F238E27FC236}">
                <a16:creationId xmlns:a16="http://schemas.microsoft.com/office/drawing/2014/main" id="{8758303D-DCE6-47E0-A73A-5CFA46681CA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8">
            <a:extLst xmlns:a="http://schemas.openxmlformats.org/drawingml/2006/main">
              <a:ext uri="{FF2B5EF4-FFF2-40B4-BE49-F238E27FC236}">
                <a16:creationId xmlns:a16="http://schemas.microsoft.com/office/drawing/2014/main" id="{C60EF77B-9AC6-4F26-AFC0-AF7C53517F1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6639975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9">
            <a:extLst xmlns:a="http://schemas.openxmlformats.org/drawingml/2006/main">
              <a:ext uri="{FF2B5EF4-FFF2-40B4-BE49-F238E27FC236}">
                <a16:creationId xmlns:a16="http://schemas.microsoft.com/office/drawing/2014/main" id="{6AF0D358-4322-438A-8894-8F79D477FD3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20">
            <a:extLst xmlns:a="http://schemas.openxmlformats.org/drawingml/2006/main">
              <a:ext uri="{FF2B5EF4-FFF2-40B4-BE49-F238E27FC236}">
                <a16:creationId xmlns:a16="http://schemas.microsoft.com/office/drawing/2014/main" id="{7158FB48-9E28-4995-8D5D-45D83776415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21">
            <a:extLst xmlns:a="http://schemas.openxmlformats.org/drawingml/2006/main">
              <a:ext uri="{FF2B5EF4-FFF2-40B4-BE49-F238E27FC236}">
                <a16:creationId xmlns:a16="http://schemas.microsoft.com/office/drawing/2014/main" id="{EDC32545-6003-4A46-93F7-1EA1C614C2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22">
            <a:extLst xmlns:a="http://schemas.openxmlformats.org/drawingml/2006/main">
              <a:ext uri="{FF2B5EF4-FFF2-40B4-BE49-F238E27FC236}">
                <a16:creationId xmlns:a16="http://schemas.microsoft.com/office/drawing/2014/main" id="{B6AF1AF9-CD05-415C-9DAA-14D0EDB82EC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99a124415c64a1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3">
            <a:extLst xmlns:a="http://schemas.openxmlformats.org/drawingml/2006/main">
              <a:ext uri="{FF2B5EF4-FFF2-40B4-BE49-F238E27FC236}">
                <a16:creationId xmlns:a16="http://schemas.microsoft.com/office/drawing/2014/main" id="{1A9BF7EC-1DB4-461C-B3BF-DFF535CF7E0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24">
            <a:extLst xmlns:a="http://schemas.openxmlformats.org/drawingml/2006/main">
              <a:ext uri="{FF2B5EF4-FFF2-40B4-BE49-F238E27FC236}">
                <a16:creationId xmlns:a16="http://schemas.microsoft.com/office/drawing/2014/main" id="{CC90EA1C-4B5B-4D74-B9B8-53FBDD4D315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6be3ab5e0a7241bb"/>
          </a:graphicData>
        </a:graphic>
      </p:graphicFrame>
      <p:sp>
        <p:nvSpPr>
          <p:cNvPr id="9" name="block-225">
            <a:extLst xmlns:a="http://schemas.openxmlformats.org/drawingml/2006/main">
              <a:ext uri="{FF2B5EF4-FFF2-40B4-BE49-F238E27FC236}">
                <a16:creationId xmlns:a16="http://schemas.microsoft.com/office/drawing/2014/main" id="{2986EA13-FA36-4832-A6D7-D0C385D28EC3}"/>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6">
            <a:extLst xmlns:a="http://schemas.openxmlformats.org/drawingml/2006/main">
              <a:ext uri="{FF2B5EF4-FFF2-40B4-BE49-F238E27FC236}">
                <a16:creationId xmlns:a16="http://schemas.microsoft.com/office/drawing/2014/main" id="{6AA77BAA-135E-4DDF-A2EF-983243D90F08}"/>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7">
            <a:extLst xmlns:a="http://schemas.openxmlformats.org/drawingml/2006/main">
              <a:ext uri="{FF2B5EF4-FFF2-40B4-BE49-F238E27FC236}">
                <a16:creationId xmlns:a16="http://schemas.microsoft.com/office/drawing/2014/main" id="{87E09828-1EA4-4553-AF30-77025DC35602}"/>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8">
            <a:extLst xmlns:a="http://schemas.openxmlformats.org/drawingml/2006/main">
              <a:ext uri="{FF2B5EF4-FFF2-40B4-BE49-F238E27FC236}">
                <a16:creationId xmlns:a16="http://schemas.microsoft.com/office/drawing/2014/main" id="{A7366C7B-ED12-4B4F-9651-9843959B81F5}"/>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18012571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9">
            <a:extLst xmlns:a="http://schemas.openxmlformats.org/drawingml/2006/main">
              <a:ext uri="{FF2B5EF4-FFF2-40B4-BE49-F238E27FC236}">
                <a16:creationId xmlns:a16="http://schemas.microsoft.com/office/drawing/2014/main" id="{60FCAA7B-D0E5-4C57-8125-82A7D3E3831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30">
            <a:extLst xmlns:a="http://schemas.openxmlformats.org/drawingml/2006/main">
              <a:ext uri="{FF2B5EF4-FFF2-40B4-BE49-F238E27FC236}">
                <a16:creationId xmlns:a16="http://schemas.microsoft.com/office/drawing/2014/main" id="{0EDB2BE0-3299-4D4A-9909-DB67D482E33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31">
            <a:extLst xmlns:a="http://schemas.openxmlformats.org/drawingml/2006/main">
              <a:ext uri="{FF2B5EF4-FFF2-40B4-BE49-F238E27FC236}">
                <a16:creationId xmlns:a16="http://schemas.microsoft.com/office/drawing/2014/main" id="{A5A4DAE2-D0CD-40F9-A9C3-939F5CC35A30}"/>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32">
            <a:extLst xmlns:a="http://schemas.openxmlformats.org/drawingml/2006/main">
              <a:ext uri="{FF2B5EF4-FFF2-40B4-BE49-F238E27FC236}">
                <a16:creationId xmlns:a16="http://schemas.microsoft.com/office/drawing/2014/main" id="{92ABFD10-082D-456F-87C3-F116D2ED19D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49557cb17204e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3">
            <a:extLst xmlns:a="http://schemas.openxmlformats.org/drawingml/2006/main">
              <a:ext uri="{FF2B5EF4-FFF2-40B4-BE49-F238E27FC236}">
                <a16:creationId xmlns:a16="http://schemas.microsoft.com/office/drawing/2014/main" id="{3417C0D5-9753-4C91-8FE4-27FA29B3CE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34">
            <a:extLst xmlns:a="http://schemas.openxmlformats.org/drawingml/2006/main">
              <a:ext uri="{FF2B5EF4-FFF2-40B4-BE49-F238E27FC236}">
                <a16:creationId xmlns:a16="http://schemas.microsoft.com/office/drawing/2014/main" id="{0C725B71-2732-45D8-B8D6-28E579310CC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1dd895f7e42b4166"/>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5">
            <a:extLst xmlns:a="http://schemas.openxmlformats.org/drawingml/2006/main">
              <a:ext uri="{FF2B5EF4-FFF2-40B4-BE49-F238E27FC236}">
                <a16:creationId xmlns:a16="http://schemas.microsoft.com/office/drawing/2014/main" id="{6BB43D58-A1E6-4174-9085-E1DEE86DD349}"/>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6">
            <a:extLst xmlns:a="http://schemas.openxmlformats.org/drawingml/2006/main">
              <a:ext uri="{FF2B5EF4-FFF2-40B4-BE49-F238E27FC236}">
                <a16:creationId xmlns:a16="http://schemas.microsoft.com/office/drawing/2014/main" id="{A5FE0E32-CB74-4C9D-8C90-E3C1B7E1CC30}"/>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15085092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7">
            <a:extLst xmlns:a="http://schemas.openxmlformats.org/drawingml/2006/main">
              <a:ext uri="{FF2B5EF4-FFF2-40B4-BE49-F238E27FC236}">
                <a16:creationId xmlns:a16="http://schemas.microsoft.com/office/drawing/2014/main" id="{C46E9F77-1C43-4801-BBFC-9E127D5A3B58}"/>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8">
            <a:extLst xmlns:a="http://schemas.openxmlformats.org/drawingml/2006/main">
              <a:ext uri="{FF2B5EF4-FFF2-40B4-BE49-F238E27FC236}">
                <a16:creationId xmlns:a16="http://schemas.microsoft.com/office/drawing/2014/main" id="{BC514087-D85D-40B4-BFC1-FAEA265BD9D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9">
            <a:extLst xmlns:a="http://schemas.openxmlformats.org/drawingml/2006/main">
              <a:ext uri="{FF2B5EF4-FFF2-40B4-BE49-F238E27FC236}">
                <a16:creationId xmlns:a16="http://schemas.microsoft.com/office/drawing/2014/main" id="{B905197F-C95A-404F-9524-507B193FC6B5}"/>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40">
            <a:extLst xmlns:a="http://schemas.openxmlformats.org/drawingml/2006/main">
              <a:ext uri="{FF2B5EF4-FFF2-40B4-BE49-F238E27FC236}">
                <a16:creationId xmlns:a16="http://schemas.microsoft.com/office/drawing/2014/main" id="{F5825FAB-5C88-45B0-B041-125A407F3F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85539a4d02849d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1">
            <a:extLst xmlns:a="http://schemas.openxmlformats.org/drawingml/2006/main">
              <a:ext uri="{FF2B5EF4-FFF2-40B4-BE49-F238E27FC236}">
                <a16:creationId xmlns:a16="http://schemas.microsoft.com/office/drawing/2014/main" id="{948708A6-4BC1-4598-B5BB-D2343720F3F0}"/>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42">
            <a:extLst xmlns:a="http://schemas.openxmlformats.org/drawingml/2006/main">
              <a:ext uri="{FF2B5EF4-FFF2-40B4-BE49-F238E27FC236}">
                <a16:creationId xmlns:a16="http://schemas.microsoft.com/office/drawing/2014/main" id="{BA632FCB-E367-4F2F-A00C-D734F79B324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2d970dd3d39e4384"/>
          </a:graphicData>
        </a:graphic>
      </p:graphicFrame>
      <p:sp>
        <p:nvSpPr>
          <p:cNvPr id="9" name="block-243">
            <a:extLst xmlns:a="http://schemas.openxmlformats.org/drawingml/2006/main">
              <a:ext uri="{FF2B5EF4-FFF2-40B4-BE49-F238E27FC236}">
                <a16:creationId xmlns:a16="http://schemas.microsoft.com/office/drawing/2014/main" id="{64379F5C-53B3-449F-B574-DC5F1BF13EA1}"/>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44">
            <a:extLst xmlns:a="http://schemas.openxmlformats.org/drawingml/2006/main">
              <a:ext uri="{FF2B5EF4-FFF2-40B4-BE49-F238E27FC236}">
                <a16:creationId xmlns:a16="http://schemas.microsoft.com/office/drawing/2014/main" id="{0B0E6D54-2FB5-47C1-89D0-6A81D574C12C}"/>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5185623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5">
            <a:extLst xmlns:a="http://schemas.openxmlformats.org/drawingml/2006/main">
              <a:ext uri="{FF2B5EF4-FFF2-40B4-BE49-F238E27FC236}">
                <a16:creationId xmlns:a16="http://schemas.microsoft.com/office/drawing/2014/main" id="{2C3AB2E9-A2AA-4D47-BBD5-CAB93CCA3C8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6">
            <a:extLst xmlns:a="http://schemas.openxmlformats.org/drawingml/2006/main">
              <a:ext uri="{FF2B5EF4-FFF2-40B4-BE49-F238E27FC236}">
                <a16:creationId xmlns:a16="http://schemas.microsoft.com/office/drawing/2014/main" id="{E13944B2-3D81-43F2-AA36-F3BB3DFCBB53}"/>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7">
            <a:extLst xmlns:a="http://schemas.openxmlformats.org/drawingml/2006/main">
              <a:ext uri="{FF2B5EF4-FFF2-40B4-BE49-F238E27FC236}">
                <a16:creationId xmlns:a16="http://schemas.microsoft.com/office/drawing/2014/main" id="{676D962D-4AFF-4AE3-AA1D-E0D26E91A4C4}"/>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8">
            <a:extLst xmlns:a="http://schemas.openxmlformats.org/drawingml/2006/main">
              <a:ext uri="{FF2B5EF4-FFF2-40B4-BE49-F238E27FC236}">
                <a16:creationId xmlns:a16="http://schemas.microsoft.com/office/drawing/2014/main" id="{A78DFCE1-82B1-4A32-A02C-E2586898CF6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17857af1abd42d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9">
            <a:extLst xmlns:a="http://schemas.openxmlformats.org/drawingml/2006/main">
              <a:ext uri="{FF2B5EF4-FFF2-40B4-BE49-F238E27FC236}">
                <a16:creationId xmlns:a16="http://schemas.microsoft.com/office/drawing/2014/main" id="{61D837FB-A033-42CC-854D-4C324415FBF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ML-Vertiefung · Notebook 13</a:t>
            </a:r>
          </a:p>
        </p:txBody>
      </p:sp>
      <p:sp>
        <p:nvSpPr>
          <p:cNvPr id="7" name="block-250">
            <a:extLst xmlns:a="http://schemas.openxmlformats.org/drawingml/2006/main">
              <a:ext uri="{FF2B5EF4-FFF2-40B4-BE49-F238E27FC236}">
                <a16:creationId xmlns:a16="http://schemas.microsoft.com/office/drawing/2014/main" id="{EFDC3038-7B7F-4A6D-ABFC-709FF8477F0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51">
            <a:extLst xmlns:a="http://schemas.openxmlformats.org/drawingml/2006/main">
              <a:ext uri="{FF2B5EF4-FFF2-40B4-BE49-F238E27FC236}">
                <a16:creationId xmlns:a16="http://schemas.microsoft.com/office/drawing/2014/main" id="{106D1536-AB98-49F7-B051-5A9F3A41A32D}"/>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52">
            <a:extLst xmlns:a="http://schemas.openxmlformats.org/drawingml/2006/main">
              <a:ext uri="{FF2B5EF4-FFF2-40B4-BE49-F238E27FC236}">
                <a16:creationId xmlns:a16="http://schemas.microsoft.com/office/drawing/2014/main" id="{5EA0BAC6-7416-4A41-B956-1E9C255495FC}"/>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53">
            <a:extLst xmlns:a="http://schemas.openxmlformats.org/drawingml/2006/main">
              <a:ext uri="{FF2B5EF4-FFF2-40B4-BE49-F238E27FC236}">
                <a16:creationId xmlns:a16="http://schemas.microsoft.com/office/drawing/2014/main" id="{EC7D3C68-CF66-4FD1-8A74-9F29607AFA3F}"/>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54">
            <a:extLst xmlns:a="http://schemas.openxmlformats.org/drawingml/2006/main">
              <a:ext uri="{FF2B5EF4-FFF2-40B4-BE49-F238E27FC236}">
                <a16:creationId xmlns:a16="http://schemas.microsoft.com/office/drawing/2014/main" id="{E3F6C74F-8182-4E45-87A1-AAE46B8BA661}"/>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5">
            <a:extLst xmlns:a="http://schemas.openxmlformats.org/drawingml/2006/main">
              <a:ext uri="{FF2B5EF4-FFF2-40B4-BE49-F238E27FC236}">
                <a16:creationId xmlns:a16="http://schemas.microsoft.com/office/drawing/2014/main" id="{0D2A3EBB-66FF-48AE-8922-0D56FC88D7FE}"/>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6">
            <a:extLst xmlns:a="http://schemas.openxmlformats.org/drawingml/2006/main">
              <a:ext uri="{FF2B5EF4-FFF2-40B4-BE49-F238E27FC236}">
                <a16:creationId xmlns:a16="http://schemas.microsoft.com/office/drawing/2014/main" id="{FEE24F57-2C96-4E44-80F8-B0817ABBCB96}"/>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7">
            <a:extLst xmlns:a="http://schemas.openxmlformats.org/drawingml/2006/main">
              <a:ext uri="{FF2B5EF4-FFF2-40B4-BE49-F238E27FC236}">
                <a16:creationId xmlns:a16="http://schemas.microsoft.com/office/drawing/2014/main" id="{CB7A2F78-9CC0-45E2-8733-12CD921952F8}"/>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8">
            <a:extLst xmlns:a="http://schemas.openxmlformats.org/drawingml/2006/main">
              <a:ext uri="{FF2B5EF4-FFF2-40B4-BE49-F238E27FC236}">
                <a16:creationId xmlns:a16="http://schemas.microsoft.com/office/drawing/2014/main" id="{1AE6BC32-898D-4204-9374-6384CBED1077}"/>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9">
            <a:extLst xmlns:a="http://schemas.openxmlformats.org/drawingml/2006/main">
              <a:ext uri="{FF2B5EF4-FFF2-40B4-BE49-F238E27FC236}">
                <a16:creationId xmlns:a16="http://schemas.microsoft.com/office/drawing/2014/main" id="{260A62E7-78E8-46FC-9B28-3B333C1ED435}"/>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60">
            <a:extLst xmlns:a="http://schemas.openxmlformats.org/drawingml/2006/main">
              <a:ext uri="{FF2B5EF4-FFF2-40B4-BE49-F238E27FC236}">
                <a16:creationId xmlns:a16="http://schemas.microsoft.com/office/drawing/2014/main" id="{B7AA2DFC-882B-4EC7-B0CF-EA588D82220D}"/>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61">
            <a:extLst xmlns:a="http://schemas.openxmlformats.org/drawingml/2006/main">
              <a:ext uri="{FF2B5EF4-FFF2-40B4-BE49-F238E27FC236}">
                <a16:creationId xmlns:a16="http://schemas.microsoft.com/office/drawing/2014/main" id="{73841514-307C-4735-AEFB-54F72B3F6855}"/>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62">
            <a:extLst xmlns:a="http://schemas.openxmlformats.org/drawingml/2006/main">
              <a:ext uri="{FF2B5EF4-FFF2-40B4-BE49-F238E27FC236}">
                <a16:creationId xmlns:a16="http://schemas.microsoft.com/office/drawing/2014/main" id="{11EC325E-E42B-4A20-B004-2E9ACFBA2EBE}"/>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63">
            <a:extLst xmlns:a="http://schemas.openxmlformats.org/drawingml/2006/main">
              <a:ext uri="{FF2B5EF4-FFF2-40B4-BE49-F238E27FC236}">
                <a16:creationId xmlns:a16="http://schemas.microsoft.com/office/drawing/2014/main" id="{D4CC498B-0A92-4D98-9593-37729C59DDAE}"/>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64">
            <a:extLst xmlns:a="http://schemas.openxmlformats.org/drawingml/2006/main">
              <a:ext uri="{FF2B5EF4-FFF2-40B4-BE49-F238E27FC236}">
                <a16:creationId xmlns:a16="http://schemas.microsoft.com/office/drawing/2014/main" id="{B99AF579-3FAA-4E8B-95CA-31050F0D0462}"/>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5">
            <a:extLst xmlns:a="http://schemas.openxmlformats.org/drawingml/2006/main">
              <a:ext uri="{FF2B5EF4-FFF2-40B4-BE49-F238E27FC236}">
                <a16:creationId xmlns:a16="http://schemas.microsoft.com/office/drawing/2014/main" id="{87D5BC2F-5B42-4988-BB83-5C2E8B9D71CB}"/>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6">
            <a:extLst xmlns:a="http://schemas.openxmlformats.org/drawingml/2006/main">
              <a:ext uri="{FF2B5EF4-FFF2-40B4-BE49-F238E27FC236}">
                <a16:creationId xmlns:a16="http://schemas.microsoft.com/office/drawing/2014/main" id="{5E211F20-E91F-4CC3-AE25-E2DFB11C7B5B}"/>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7">
            <a:extLst xmlns:a="http://schemas.openxmlformats.org/drawingml/2006/main">
              <a:ext uri="{FF2B5EF4-FFF2-40B4-BE49-F238E27FC236}">
                <a16:creationId xmlns:a16="http://schemas.microsoft.com/office/drawing/2014/main" id="{DF58EC11-58EA-4A1D-BC8D-99703351324B}"/>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1475304481"/>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2026-09-24T19:42:23.7760000Z</dcterms:created>
  <dcterms:modified xsi:type="dcterms:W3CDTF">2026-09-24T19:42:23.7760000Z</dcterms:modified>
</coreProperties>
</file>