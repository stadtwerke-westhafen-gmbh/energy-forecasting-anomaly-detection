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09823012679042797"/>
          <c:y val="0.010890685345551371"/>
          <c:w val="0.9803539746419144"/>
          <c:h val="0.9782186293088972"/>
        </c:manualLayout>
      </c:layout>
      <c:barChart>
        <c:barDir val="col"/>
        <c:grouping val="clustered"/>
        <c:ser>
          <c:idx val="0"/>
          <c:order val="0"/>
          <c:tx>
            <c:strRef>
              <c:f>Sheet1!$B$1</c:f>
              <c:strCache>
                <c:ptCount val="1"/>
                <c:pt idx="0">
                  <c:v>Energiemenge (kWh)</c:v>
                </c:pt>
              </c:strCache>
            </c:strRef>
          </c:tx>
          <c:dPt>
            <c:idx val="0"/>
            <c:spPr>
              <a:solidFill>
                <a:srgbClr val="7FB4D8"/>
              </a:solidFill>
            </c:spPr>
          </c:dPt>
          <c:dPt>
            <c:idx val="1"/>
            <c:spPr>
              <a:solidFill>
                <a:srgbClr val="084878"/>
              </a:solidFill>
            </c:spPr>
          </c:dPt>
          <c:cat>
            <c:strRef>
              <c:f>Sheet1!$A$2:$A$3</c:f>
              <c:strCache>
                <c:ptCount val="2"/>
                <c:pt idx="0">
                  <c:v>Zähler A</c:v>
                </c:pt>
                <c:pt idx="1">
                  <c:v>Zähler B</c:v>
                </c:pt>
              </c:strCache>
            </c:strRef>
          </c:cat>
          <c:val>
            <c:numRef>
              <c:f>Sheet1!$B$2:$B$3</c:f>
              <c:numCache>
                <c:formatCode>General</c:formatCode>
                <c:ptCount val="2"/>
                <c:pt idx="0">
                  <c:v>10000</c:v>
                </c:pt>
                <c:pt idx="1">
                  <c:v>40000</c:v>
                </c:pt>
              </c:numCache>
            </c:numRef>
          </c:val>
        </c:ser>
        <c:gapWidth val="28"/>
        <c:axId val="760000"/>
        <c:axId val="760001"/>
      </c:barChart>
      <c:catAx>
        <c:axId val="760000"/>
        <c:scaling>
          <c:orientation val="minMax"/>
        </c:scaling>
        <c:delete val="0"/>
        <c:axPos val="b"/>
        <c:majorTickMark val="none"/>
        <c:minorTickMark val="none"/>
        <c:tickLblPos val="none"/>
        <c:spPr>
          <a:ln>
            <a:noFill/>
          </a:ln>
        </c:spPr>
        <c:txPr>
          <a:bodyPr/>
          <a:lstStyle/>
          <a:p>
            <a:pPr>
              <a:defRPr sz="1125">
                <a:solidFill>
                  <a:srgbClr val="657383"/>
                </a:solidFill>
                <a:latin typeface="Geist Mono"/>
              </a:defRPr>
            </a:pPr>
          </a:p>
        </c:txPr>
        <c:crossAx val="760001"/>
        <c:crosses val="autoZero"/>
        <c:auto val="1"/>
        <c:lblAlgn val="ctr"/>
        <c:lblOffset val="100"/>
        <c:noMultiLvlLbl val="0"/>
      </c:catAx>
      <c:valAx>
        <c:axId val="760001"/>
        <c:scaling>
          <c:max val="40000.0"/>
          <c:min val="0.0"/>
        </c:scaling>
        <c:delete val="0"/>
        <c:axPos val="l"/>
        <c:majorTickMark val="none"/>
        <c:minorTickMark val="none"/>
        <c:tickLblPos val="none"/>
        <c:spPr>
          <a:ln>
            <a:noFill/>
          </a:ln>
        </c:spPr>
        <c:txPr>
          <a:bodyPr/>
          <a:lstStyle/>
          <a:p>
            <a:pPr>
              <a:defRPr sz="1125">
                <a:solidFill>
                  <a:srgbClr val="657383"/>
                </a:solidFill>
                <a:latin typeface="Geist Mono"/>
              </a:defRPr>
            </a:pPr>
          </a:p>
        </c:txPr>
        <c:crossAx val="760000"/>
        <c:crosses val="autoZero"/>
      </c:valAx>
    </c:plotArea>
    <c:dispBlanksAs val="gap"/>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09823012679042797"/>
          <c:y val="0.010890685345551371"/>
          <c:w val="0.9803539746419144"/>
          <c:h val="0.9782186293088972"/>
        </c:manualLayout>
      </c:layout>
      <c:barChart>
        <c:barDir val="col"/>
        <c:grouping val="clustered"/>
        <c:ser>
          <c:idx val="0"/>
          <c:order val="0"/>
          <c:tx>
            <c:strRef>
              <c:f>Sheet1!$B$1</c:f>
              <c:strCache>
                <c:ptCount val="1"/>
                <c:pt idx="0">
                  <c:v>Vollaststunden (VLS-h)</c:v>
                </c:pt>
              </c:strCache>
            </c:strRef>
          </c:tx>
          <c:dPt>
            <c:idx val="0"/>
            <c:spPr>
              <a:solidFill>
                <a:srgbClr val="7FB4D8"/>
              </a:solidFill>
            </c:spPr>
          </c:dPt>
          <c:dPt>
            <c:idx val="1"/>
            <c:spPr>
              <a:solidFill>
                <a:srgbClr val="084878"/>
              </a:solidFill>
            </c:spPr>
          </c:dPt>
          <c:cat>
            <c:strRef>
              <c:f>Sheet1!$A$2:$A$3</c:f>
              <c:strCache>
                <c:ptCount val="2"/>
                <c:pt idx="0">
                  <c:v>Zähler A</c:v>
                </c:pt>
                <c:pt idx="1">
                  <c:v>Zähler B</c:v>
                </c:pt>
              </c:strCache>
            </c:strRef>
          </c:cat>
          <c:val>
            <c:numRef>
              <c:f>Sheet1!$B$2:$B$3</c:f>
              <c:numCache>
                <c:formatCode>General</c:formatCode>
                <c:ptCount val="2"/>
                <c:pt idx="0">
                  <c:v>200</c:v>
                </c:pt>
                <c:pt idx="1">
                  <c:v>200</c:v>
                </c:pt>
              </c:numCache>
            </c:numRef>
          </c:val>
        </c:ser>
        <c:gapWidth val="28"/>
        <c:axId val="760010"/>
        <c:axId val="760011"/>
      </c:barChart>
      <c:catAx>
        <c:axId val="760010"/>
        <c:scaling>
          <c:orientation val="minMax"/>
        </c:scaling>
        <c:delete val="0"/>
        <c:axPos val="b"/>
        <c:majorTickMark val="none"/>
        <c:minorTickMark val="none"/>
        <c:tickLblPos val="none"/>
        <c:spPr>
          <a:ln>
            <a:noFill/>
          </a:ln>
        </c:spPr>
        <c:txPr>
          <a:bodyPr/>
          <a:lstStyle/>
          <a:p>
            <a:pPr>
              <a:defRPr sz="1125">
                <a:solidFill>
                  <a:srgbClr val="657383"/>
                </a:solidFill>
                <a:latin typeface="Geist Mono"/>
              </a:defRPr>
            </a:pPr>
          </a:p>
        </c:txPr>
        <c:crossAx val="760011"/>
        <c:crosses val="autoZero"/>
        <c:auto val="1"/>
        <c:lblAlgn val="ctr"/>
        <c:lblOffset val="100"/>
        <c:noMultiLvlLbl val="0"/>
      </c:catAx>
      <c:valAx>
        <c:axId val="760011"/>
        <c:scaling>
          <c:max val="250.0"/>
          <c:min val="0.0"/>
        </c:scaling>
        <c:delete val="0"/>
        <c:axPos val="l"/>
        <c:majorTickMark val="none"/>
        <c:minorTickMark val="none"/>
        <c:tickLblPos val="none"/>
        <c:spPr>
          <a:ln>
            <a:noFill/>
          </a:ln>
        </c:spPr>
        <c:txPr>
          <a:bodyPr/>
          <a:lstStyle/>
          <a:p>
            <a:pPr>
              <a:defRPr sz="1125">
                <a:solidFill>
                  <a:srgbClr val="657383"/>
                </a:solidFill>
                <a:latin typeface="Geist Mono"/>
              </a:defRPr>
            </a:pPr>
          </a:p>
        </c:txPr>
        <c:crossAx val="760010"/>
        <c:crosses val="autoZero"/>
      </c:valAx>
    </c:plotArea>
    <c:dispBlanksAs val="gap"/>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3889381839692399"/>
          <c:y val="0.043608025203117226"/>
          <c:w val="0.9066548358473824"/>
          <c:h val="0.7819598739844139"/>
        </c:manualLayout>
      </c:layout>
      <c:scatterChart>
        <c:scatterStyle val="lineMarker"/>
        <c:varyColors val="0"/>
        <c:ser>
          <c:idx val="0"/>
          <c:order val="0"/>
          <c:tx>
            <c:strRef>
              <c:f>Sheet1!$B$1</c:f>
              <c:strCache>
                <c:ptCount val="1"/>
                <c:pt idx="0">
                  <c:v>Random Forest</c:v>
                </c:pt>
              </c:strCache>
            </c:strRef>
          </c:tx>
          <c:spPr>
            <a:ln w="227730" cap="flat">
              <a:solidFill>
                <a:srgbClr val="0090C8"/>
              </a:solidFill>
            </a:ln>
          </c:spPr>
          <c:marker>
            <c:symbol val="none"/>
          </c:marker>
          <c:xVal>
            <c:numRef>
              <c:f>Sheet1!$A$2:$A$3</c:f>
              <c:numCache>
                <c:formatCode>General</c:formatCode>
                <c:ptCount val="2"/>
                <c:pt idx="0">
                  <c:v>0</c:v>
                </c:pt>
                <c:pt idx="1">
                  <c:v>13272.407403235326</c:v>
                </c:pt>
              </c:numCache>
            </c:numRef>
          </c:xVal>
          <c:yVal>
            <c:numRef>
              <c:f>Sheet1!$B$2:$B$3</c:f>
              <c:numCache>
                <c:formatCode>General</c:formatCode>
                <c:ptCount val="2"/>
                <c:pt idx="0">
                  <c:v>4</c:v>
                </c:pt>
                <c:pt idx="1">
                  <c:v>4</c:v>
                </c:pt>
              </c:numCache>
            </c:numRef>
          </c:yVal>
          <c:smooth val="0"/>
        </c:ser>
        <c:ser>
          <c:idx val="1"/>
          <c:order val="1"/>
          <c:tx>
            <c:strRef>
              <c:f>Sheet1!$B$5</c:f>
              <c:strCache>
                <c:ptCount val="1"/>
                <c:pt idx="0">
                  <c:v>Lineare Regression</c:v>
                </c:pt>
              </c:strCache>
            </c:strRef>
          </c:tx>
          <c:spPr>
            <a:ln w="227730" cap="flat">
              <a:solidFill>
                <a:srgbClr val="B4BFCB"/>
              </a:solidFill>
            </a:ln>
          </c:spPr>
          <c:marker>
            <c:symbol val="none"/>
          </c:marker>
          <c:xVal>
            <c:numRef>
              <c:f>Sheet1!$A$6:$A$7</c:f>
              <c:numCache>
                <c:formatCode>General</c:formatCode>
                <c:ptCount val="2"/>
                <c:pt idx="0">
                  <c:v>0</c:v>
                </c:pt>
                <c:pt idx="1">
                  <c:v>13643.03595825031</c:v>
                </c:pt>
              </c:numCache>
            </c:numRef>
          </c:xVal>
          <c:yVal>
            <c:numRef>
              <c:f>Sheet1!$B$6:$B$7</c:f>
              <c:numCache>
                <c:formatCode>General</c:formatCode>
                <c:ptCount val="2"/>
                <c:pt idx="0">
                  <c:v>3</c:v>
                </c:pt>
                <c:pt idx="1">
                  <c:v>3</c:v>
                </c:pt>
              </c:numCache>
            </c:numRef>
          </c:yVal>
          <c:smooth val="0"/>
        </c:ser>
        <c:ser>
          <c:idx val="2"/>
          <c:order val="2"/>
          <c:tx>
            <c:strRef>
              <c:f>Sheet1!$B$9</c:f>
              <c:strCache>
                <c:ptCount val="1"/>
                <c:pt idx="0">
                  <c:v>Bis-zu-3-Monats-Mittel</c:v>
                </c:pt>
              </c:strCache>
            </c:strRef>
          </c:tx>
          <c:spPr>
            <a:ln w="227730" cap="flat">
              <a:solidFill>
                <a:srgbClr val="B4BFCB"/>
              </a:solidFill>
            </a:ln>
          </c:spPr>
          <c:marker>
            <c:symbol val="none"/>
          </c:marker>
          <c:xVal>
            <c:numRef>
              <c:f>Sheet1!$A$10:$A$11</c:f>
              <c:numCache>
                <c:formatCode>General</c:formatCode>
                <c:ptCount val="2"/>
                <c:pt idx="0">
                  <c:v>0</c:v>
                </c:pt>
                <c:pt idx="1">
                  <c:v>15483.069878822345</c:v>
                </c:pt>
              </c:numCache>
            </c:numRef>
          </c:xVal>
          <c:yVal>
            <c:numRef>
              <c:f>Sheet1!$B$10:$B$11</c:f>
              <c:numCache>
                <c:formatCode>General</c:formatCode>
                <c:ptCount val="2"/>
                <c:pt idx="0">
                  <c:v>2</c:v>
                </c:pt>
                <c:pt idx="1">
                  <c:v>2</c:v>
                </c:pt>
              </c:numCache>
            </c:numRef>
          </c:yVal>
          <c:smooth val="0"/>
        </c:ser>
        <c:ser>
          <c:idx val="3"/>
          <c:order val="3"/>
          <c:tx>
            <c:strRef>
              <c:f>Sheet1!$B$13</c:f>
              <c:strCache>
                <c:ptCount val="1"/>
                <c:pt idx="0">
                  <c:v>Vormonat</c:v>
                </c:pt>
              </c:strCache>
            </c:strRef>
          </c:tx>
          <c:spPr>
            <a:ln w="227730" cap="flat">
              <a:solidFill>
                <a:srgbClr val="B4BFCB"/>
              </a:solidFill>
            </a:ln>
          </c:spPr>
          <c:marker>
            <c:symbol val="none"/>
          </c:marker>
          <c:xVal>
            <c:numRef>
              <c:f>Sheet1!$A$14:$A$15</c:f>
              <c:numCache>
                <c:formatCode>General</c:formatCode>
                <c:ptCount val="2"/>
                <c:pt idx="0">
                  <c:v>0</c:v>
                </c:pt>
                <c:pt idx="1">
                  <c:v>18460.47609298061</c:v>
                </c:pt>
              </c:numCache>
            </c:numRef>
          </c:xVal>
          <c:yVal>
            <c:numRef>
              <c:f>Sheet1!$B$14:$B$15</c:f>
              <c:numCache>
                <c:formatCode>General</c:formatCode>
                <c:ptCount val="2"/>
                <c:pt idx="0">
                  <c:v>1</c:v>
                </c:pt>
                <c:pt idx="1">
                  <c:v>1</c:v>
                </c:pt>
              </c:numCache>
            </c:numRef>
          </c:yVal>
          <c:smooth val="0"/>
        </c:ser>
        <c:axId val="761000"/>
        <c:axId val="761001"/>
      </c:scatterChart>
      <c:valAx>
        <c:axId val="761000"/>
        <c:scaling>
          <c:orientation val="minMax"/>
          <c:max val="28000.0"/>
          <c:min val="0.0"/>
        </c:scaling>
        <c:delete val="0"/>
        <c:axPos val="b"/>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61001"/>
        <c:crosses val="autoZero"/>
        <c:crossBetween val="midCat"/>
        <c:majorUnit val="7000.0"/>
      </c:valAx>
      <c:valAx>
        <c:axId val="761001"/>
        <c:scaling>
          <c:orientation val="minMax"/>
          <c:max val="4.5"/>
          <c:min val="0.5"/>
        </c:scaling>
        <c:delete val="0"/>
        <c:axPos val="l"/>
        <c:numFmt formatCode="General" sourceLinked="1"/>
        <c:majorTickMark val="none"/>
        <c:minorTickMark val="none"/>
        <c:tickLblPos val="none"/>
        <c:spPr>
          <a:ln>
            <a:noFill/>
          </a:ln>
        </c:spPr>
        <c:txPr>
          <a:bodyPr/>
          <a:lstStyle/>
          <a:p>
            <a:pPr>
              <a:defRPr sz="1125">
                <a:solidFill>
                  <a:srgbClr val="657383"/>
                </a:solidFill>
                <a:latin typeface="Geist Mono"/>
              </a:defRPr>
            </a:pPr>
          </a:p>
        </c:txPr>
        <c:crossAx val="761000"/>
        <c:crosses val="autoZero"/>
        <c:crossBetween val="midCat"/>
        <c:majorUnit val="1.0"/>
      </c:valAx>
    </c:plotArea>
    <c:plotVisOnly val="1"/>
    <c:dispBlanksAs val="gap"/>
    <c:showDLblsOverMax val="0"/>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3889381839692399"/>
          <c:y val="0.043608025203117226"/>
          <c:w val="0.9066548358473824"/>
          <c:h val="0.7819598739844139"/>
        </c:manualLayout>
      </c:layout>
      <c:scatterChart>
        <c:scatterStyle val="lineMarker"/>
        <c:varyColors val="0"/>
        <c:ser>
          <c:idx val="0"/>
          <c:order val="0"/>
          <c:tx>
            <c:strRef>
              <c:f>Sheet1!$B$1</c:f>
              <c:strCache>
                <c:ptCount val="1"/>
                <c:pt idx="0">
                  <c:v>Random Forest</c:v>
                </c:pt>
              </c:strCache>
            </c:strRef>
          </c:tx>
          <c:spPr>
            <a:ln w="246708" cap="flat">
              <a:solidFill>
                <a:srgbClr val="0090C8"/>
              </a:solidFill>
            </a:ln>
          </c:spPr>
          <c:marker>
            <c:symbol val="none"/>
          </c:marker>
          <c:xVal>
            <c:numRef>
              <c:f>Sheet1!$A$2:$A$3</c:f>
              <c:numCache>
                <c:formatCode>General</c:formatCode>
                <c:ptCount val="2"/>
                <c:pt idx="0">
                  <c:v>0</c:v>
                </c:pt>
                <c:pt idx="1">
                  <c:v>9188.397030722987</c:v>
                </c:pt>
              </c:numCache>
            </c:numRef>
          </c:xVal>
          <c:yVal>
            <c:numRef>
              <c:f>Sheet1!$B$2:$B$3</c:f>
              <c:numCache>
                <c:formatCode>General</c:formatCode>
                <c:ptCount val="2"/>
                <c:pt idx="0">
                  <c:v>4</c:v>
                </c:pt>
                <c:pt idx="1">
                  <c:v>4</c:v>
                </c:pt>
              </c:numCache>
            </c:numRef>
          </c:yVal>
          <c:smooth val="0"/>
        </c:ser>
        <c:ser>
          <c:idx val="1"/>
          <c:order val="1"/>
          <c:tx>
            <c:strRef>
              <c:f>Sheet1!$B$5</c:f>
              <c:strCache>
                <c:ptCount val="1"/>
                <c:pt idx="0">
                  <c:v>Lineare Regression</c:v>
                </c:pt>
              </c:strCache>
            </c:strRef>
          </c:tx>
          <c:spPr>
            <a:ln w="246708" cap="flat">
              <a:solidFill>
                <a:srgbClr val="B4BFCB"/>
              </a:solidFill>
            </a:ln>
          </c:spPr>
          <c:marker>
            <c:symbol val="none"/>
          </c:marker>
          <c:xVal>
            <c:numRef>
              <c:f>Sheet1!$A$6:$A$7</c:f>
              <c:numCache>
                <c:formatCode>General</c:formatCode>
                <c:ptCount val="2"/>
                <c:pt idx="0">
                  <c:v>0</c:v>
                </c:pt>
                <c:pt idx="1">
                  <c:v>9414.216883067555</c:v>
                </c:pt>
              </c:numCache>
            </c:numRef>
          </c:xVal>
          <c:yVal>
            <c:numRef>
              <c:f>Sheet1!$B$6:$B$7</c:f>
              <c:numCache>
                <c:formatCode>General</c:formatCode>
                <c:ptCount val="2"/>
                <c:pt idx="0">
                  <c:v>3</c:v>
                </c:pt>
                <c:pt idx="1">
                  <c:v>3</c:v>
                </c:pt>
              </c:numCache>
            </c:numRef>
          </c:yVal>
          <c:smooth val="0"/>
        </c:ser>
        <c:ser>
          <c:idx val="2"/>
          <c:order val="2"/>
          <c:tx>
            <c:strRef>
              <c:f>Sheet1!$B$9</c:f>
              <c:strCache>
                <c:ptCount val="1"/>
                <c:pt idx="0">
                  <c:v>Bis-zu-3-Monats-Mittel</c:v>
                </c:pt>
              </c:strCache>
            </c:strRef>
          </c:tx>
          <c:spPr>
            <a:ln w="246708" cap="flat">
              <a:solidFill>
                <a:srgbClr val="B4BFCB"/>
              </a:solidFill>
            </a:ln>
          </c:spPr>
          <c:marker>
            <c:symbol val="none"/>
          </c:marker>
          <c:xVal>
            <c:numRef>
              <c:f>Sheet1!$A$10:$A$11</c:f>
              <c:numCache>
                <c:formatCode>General</c:formatCode>
                <c:ptCount val="2"/>
                <c:pt idx="0">
                  <c:v>0</c:v>
                </c:pt>
                <c:pt idx="1">
                  <c:v>10922.440645880763</c:v>
                </c:pt>
              </c:numCache>
            </c:numRef>
          </c:xVal>
          <c:yVal>
            <c:numRef>
              <c:f>Sheet1!$B$10:$B$11</c:f>
              <c:numCache>
                <c:formatCode>General</c:formatCode>
                <c:ptCount val="2"/>
                <c:pt idx="0">
                  <c:v>2</c:v>
                </c:pt>
                <c:pt idx="1">
                  <c:v>2</c:v>
                </c:pt>
              </c:numCache>
            </c:numRef>
          </c:yVal>
          <c:smooth val="0"/>
        </c:ser>
        <c:ser>
          <c:idx val="3"/>
          <c:order val="3"/>
          <c:tx>
            <c:strRef>
              <c:f>Sheet1!$B$13</c:f>
              <c:strCache>
                <c:ptCount val="1"/>
                <c:pt idx="0">
                  <c:v>Vormonat</c:v>
                </c:pt>
              </c:strCache>
            </c:strRef>
          </c:tx>
          <c:spPr>
            <a:ln w="246708" cap="flat">
              <a:solidFill>
                <a:srgbClr val="B4BFCB"/>
              </a:solidFill>
            </a:ln>
          </c:spPr>
          <c:marker>
            <c:symbol val="none"/>
          </c:marker>
          <c:xVal>
            <c:numRef>
              <c:f>Sheet1!$A$14:$A$15</c:f>
              <c:numCache>
                <c:formatCode>General</c:formatCode>
                <c:ptCount val="2"/>
                <c:pt idx="0">
                  <c:v>0</c:v>
                </c:pt>
                <c:pt idx="1">
                  <c:v>12385.537590520351</c:v>
                </c:pt>
              </c:numCache>
            </c:numRef>
          </c:xVal>
          <c:yVal>
            <c:numRef>
              <c:f>Sheet1!$B$14:$B$15</c:f>
              <c:numCache>
                <c:formatCode>General</c:formatCode>
                <c:ptCount val="2"/>
                <c:pt idx="0">
                  <c:v>1</c:v>
                </c:pt>
                <c:pt idx="1">
                  <c:v>1</c:v>
                </c:pt>
              </c:numCache>
            </c:numRef>
          </c:yVal>
          <c:smooth val="0"/>
        </c:ser>
        <c:axId val="761010"/>
        <c:axId val="761011"/>
      </c:scatterChart>
      <c:valAx>
        <c:axId val="761010"/>
        <c:scaling>
          <c:orientation val="minMax"/>
          <c:max val="28000.0"/>
          <c:min val="0.0"/>
        </c:scaling>
        <c:delete val="0"/>
        <c:axPos val="b"/>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61011"/>
        <c:crosses val="autoZero"/>
        <c:crossBetween val="midCat"/>
        <c:majorUnit val="7000.0"/>
      </c:valAx>
      <c:valAx>
        <c:axId val="761011"/>
        <c:scaling>
          <c:orientation val="minMax"/>
          <c:max val="4.5"/>
          <c:min val="0.5"/>
        </c:scaling>
        <c:delete val="0"/>
        <c:axPos val="l"/>
        <c:numFmt formatCode="General" sourceLinked="1"/>
        <c:majorTickMark val="none"/>
        <c:minorTickMark val="none"/>
        <c:tickLblPos val="none"/>
        <c:spPr>
          <a:ln>
            <a:noFill/>
          </a:ln>
        </c:spPr>
        <c:txPr>
          <a:bodyPr/>
          <a:lstStyle/>
          <a:p>
            <a:pPr>
              <a:defRPr sz="1125">
                <a:solidFill>
                  <a:srgbClr val="657383"/>
                </a:solidFill>
                <a:latin typeface="Geist Mono"/>
              </a:defRPr>
            </a:pPr>
          </a:p>
        </c:txPr>
        <c:crossAx val="761010"/>
        <c:crosses val="autoZero"/>
        <c:crossBetween val="midCat"/>
        <c:majorUnit val="1.0"/>
      </c:valAx>
    </c:plotArea>
    <c:plotVisOnly val="1"/>
    <c:dispBlanksAs val="gap"/>
    <c:showDLblsOverMax val="0"/>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89696043763784"/>
          <c:y val="0.02759844265930708"/>
          <c:w val="0.8930547170508729"/>
          <c:h val="0.8689073973682913"/>
        </c:manualLayout>
      </c:layout>
      <c:scatterChart>
        <c:scatterStyle val="lineMarker"/>
        <c:varyColors val="0"/>
        <c:ser>
          <c:idx val="0"/>
          <c:order val="0"/>
          <c:tx>
            <c:strRef>
              <c:f>Sheet1!$B$1</c:f>
              <c:strCache>
                <c:ptCount val="1"/>
                <c:pt idx="0">
                  <c:v>bis zur Schwelle</c:v>
                </c:pt>
              </c:strCache>
            </c:strRef>
          </c:tx>
          <c:spPr>
            <a:ln w="23812">
              <a:solidFill>
                <a:srgbClr val="0080A0"/>
              </a:solidFill>
            </a:ln>
          </c:spPr>
          <c:marker>
            <c:symbol val="none"/>
          </c:marker>
          <c:xVal>
            <c:numRef>
              <c:f>Sheet1!$A$2:$A$1384</c:f>
              <c:numCache>
                <c:formatCode>General</c:formatCode>
                <c:ptCount val="1383"/>
                <c:pt idx="0">
                  <c:v>0.0</c:v>
                </c:pt>
                <c:pt idx="1">
                  <c:v>0.07163323782234957</c:v>
                </c:pt>
                <c:pt idx="2">
                  <c:v>0.14326647564469913</c:v>
                </c:pt>
                <c:pt idx="3">
                  <c:v>0.21489971346704873</c:v>
                </c:pt>
                <c:pt idx="4">
                  <c:v>0.28653295128939826</c:v>
                </c:pt>
                <c:pt idx="5">
                  <c:v>0.35816618911174786</c:v>
                </c:pt>
                <c:pt idx="6">
                  <c:v>0.42979942693409745</c:v>
                </c:pt>
                <c:pt idx="7">
                  <c:v>0.501432664756447</c:v>
                </c:pt>
                <c:pt idx="8">
                  <c:v>0.5730659025787965</c:v>
                </c:pt>
                <c:pt idx="9">
                  <c:v>0.6446991404011462</c:v>
                </c:pt>
                <c:pt idx="10">
                  <c:v>0.7163323782234957</c:v>
                </c:pt>
                <c:pt idx="11">
                  <c:v>0.7879656160458453</c:v>
                </c:pt>
                <c:pt idx="12">
                  <c:v>0.8595988538681949</c:v>
                </c:pt>
                <c:pt idx="13">
                  <c:v>0.9312320916905444</c:v>
                </c:pt>
                <c:pt idx="14">
                  <c:v>1.002865329512894</c:v>
                </c:pt>
                <c:pt idx="15">
                  <c:v>1.0744985673352434</c:v>
                </c:pt>
                <c:pt idx="16">
                  <c:v>1.146131805157593</c:v>
                </c:pt>
                <c:pt idx="17">
                  <c:v>1.2177650429799427</c:v>
                </c:pt>
                <c:pt idx="18">
                  <c:v>1.2893982808022924</c:v>
                </c:pt>
                <c:pt idx="19">
                  <c:v>1.361031518624642</c:v>
                </c:pt>
                <c:pt idx="20">
                  <c:v>1.4326647564469914</c:v>
                </c:pt>
                <c:pt idx="21">
                  <c:v>1.5042979942693409</c:v>
                </c:pt>
                <c:pt idx="22">
                  <c:v>1.5759312320916905</c:v>
                </c:pt>
                <c:pt idx="23">
                  <c:v>1.64756446991404</c:v>
                </c:pt>
                <c:pt idx="24">
                  <c:v>1.7191977077363898</c:v>
                </c:pt>
                <c:pt idx="25">
                  <c:v>1.7908309455587392</c:v>
                </c:pt>
                <c:pt idx="26">
                  <c:v>1.8624641833810889</c:v>
                </c:pt>
                <c:pt idx="27">
                  <c:v>1.9340974212034383</c:v>
                </c:pt>
                <c:pt idx="28">
                  <c:v>2.005730659025788</c:v>
                </c:pt>
                <c:pt idx="29">
                  <c:v>2.0773638968481376</c:v>
                </c:pt>
                <c:pt idx="30">
                  <c:v>2.148997134670487</c:v>
                </c:pt>
                <c:pt idx="31">
                  <c:v>2.220630372492837</c:v>
                </c:pt>
                <c:pt idx="32">
                  <c:v>2.292263610315186</c:v>
                </c:pt>
                <c:pt idx="33">
                  <c:v>2.3638968481375358</c:v>
                </c:pt>
                <c:pt idx="34">
                  <c:v>2.4355300859598854</c:v>
                </c:pt>
                <c:pt idx="35">
                  <c:v>2.5071633237822346</c:v>
                </c:pt>
                <c:pt idx="36">
                  <c:v>2.5787965616045847</c:v>
                </c:pt>
                <c:pt idx="37">
                  <c:v>2.650429799426934</c:v>
                </c:pt>
                <c:pt idx="38">
                  <c:v>2.722063037249284</c:v>
                </c:pt>
                <c:pt idx="39">
                  <c:v>2.793696275071633</c:v>
                </c:pt>
                <c:pt idx="40">
                  <c:v>2.865329512893983</c:v>
                </c:pt>
                <c:pt idx="41">
                  <c:v>2.9369627507163325</c:v>
                </c:pt>
                <c:pt idx="42">
                  <c:v>3.0085959885386817</c:v>
                </c:pt>
                <c:pt idx="43">
                  <c:v>3.080229226361032</c:v>
                </c:pt>
                <c:pt idx="44">
                  <c:v>3.151862464183381</c:v>
                </c:pt>
                <c:pt idx="45">
                  <c:v>3.2234957020057307</c:v>
                </c:pt>
                <c:pt idx="46">
                  <c:v>3.29512893982808</c:v>
                </c:pt>
                <c:pt idx="47">
                  <c:v>3.36676217765043</c:v>
                </c:pt>
                <c:pt idx="48">
                  <c:v>3.4383954154727796</c:v>
                </c:pt>
                <c:pt idx="49">
                  <c:v>3.510028653295129</c:v>
                </c:pt>
                <c:pt idx="50">
                  <c:v>3.5816618911174785</c:v>
                </c:pt>
                <c:pt idx="51">
                  <c:v>3.6532951289398286</c:v>
                </c:pt>
                <c:pt idx="52">
                  <c:v>3.7249283667621778</c:v>
                </c:pt>
                <c:pt idx="53">
                  <c:v>3.7965616045845274</c:v>
                </c:pt>
                <c:pt idx="54">
                  <c:v>3.8681948424068766</c:v>
                </c:pt>
                <c:pt idx="55">
                  <c:v>3.9398280802292263</c:v>
                </c:pt>
                <c:pt idx="56">
                  <c:v>4.011461318051576</c:v>
                </c:pt>
                <c:pt idx="57">
                  <c:v>4.083094555873926</c:v>
                </c:pt>
                <c:pt idx="58">
                  <c:v>4.154727793696275</c:v>
                </c:pt>
                <c:pt idx="59">
                  <c:v>4.226361031518625</c:v>
                </c:pt>
                <c:pt idx="60">
                  <c:v>4.297994269340974</c:v>
                </c:pt>
                <c:pt idx="61">
                  <c:v>4.369627507163324</c:v>
                </c:pt>
                <c:pt idx="62">
                  <c:v>4.441260744985674</c:v>
                </c:pt>
                <c:pt idx="63">
                  <c:v>4.512893982808023</c:v>
                </c:pt>
                <c:pt idx="64">
                  <c:v>4.584527220630372</c:v>
                </c:pt>
                <c:pt idx="65">
                  <c:v>4.656160458452722</c:v>
                </c:pt>
                <c:pt idx="66">
                  <c:v>4.7277936962750715</c:v>
                </c:pt>
                <c:pt idx="67">
                  <c:v>4.799426934097421</c:v>
                </c:pt>
                <c:pt idx="68">
                  <c:v>4.871060171919771</c:v>
                </c:pt>
                <c:pt idx="69">
                  <c:v>4.9426934097421205</c:v>
                </c:pt>
                <c:pt idx="70">
                  <c:v>5.014326647564469</c:v>
                </c:pt>
                <c:pt idx="71">
                  <c:v>5.08595988538682</c:v>
                </c:pt>
                <c:pt idx="72">
                  <c:v>5.157593123209169</c:v>
                </c:pt>
                <c:pt idx="73">
                  <c:v>5.229226361031518</c:v>
                </c:pt>
                <c:pt idx="74">
                  <c:v>5.300859598853868</c:v>
                </c:pt>
                <c:pt idx="75">
                  <c:v>5.3724928366762175</c:v>
                </c:pt>
                <c:pt idx="76">
                  <c:v>5.444126074498568</c:v>
                </c:pt>
                <c:pt idx="77">
                  <c:v>5.515759312320917</c:v>
                </c:pt>
                <c:pt idx="78">
                  <c:v>5.587392550143266</c:v>
                </c:pt>
                <c:pt idx="79">
                  <c:v>5.659025787965616</c:v>
                </c:pt>
                <c:pt idx="80">
                  <c:v>5.730659025787966</c:v>
                </c:pt>
                <c:pt idx="81">
                  <c:v>5.802292263610315</c:v>
                </c:pt>
                <c:pt idx="82">
                  <c:v>5.873925501432665</c:v>
                </c:pt>
                <c:pt idx="83">
                  <c:v>5.945558739255015</c:v>
                </c:pt>
                <c:pt idx="84">
                  <c:v>6.017191977077363</c:v>
                </c:pt>
                <c:pt idx="85">
                  <c:v>6.088825214899714</c:v>
                </c:pt>
                <c:pt idx="86">
                  <c:v>6.160458452722064</c:v>
                </c:pt>
                <c:pt idx="87">
                  <c:v>6.232091690544412</c:v>
                </c:pt>
                <c:pt idx="88">
                  <c:v>6.303724928366762</c:v>
                </c:pt>
                <c:pt idx="89">
                  <c:v>6.375358166189112</c:v>
                </c:pt>
                <c:pt idx="90">
                  <c:v>6.446991404011461</c:v>
                </c:pt>
                <c:pt idx="91">
                  <c:v>6.51862464183381</c:v>
                </c:pt>
                <c:pt idx="92">
                  <c:v>6.59025787965616</c:v>
                </c:pt>
                <c:pt idx="93">
                  <c:v>6.66189111747851</c:v>
                </c:pt>
                <c:pt idx="94">
                  <c:v>6.73352435530086</c:v>
                </c:pt>
                <c:pt idx="95">
                  <c:v>6.80515759312321</c:v>
                </c:pt>
                <c:pt idx="96">
                  <c:v>6.876790830945559</c:v>
                </c:pt>
                <c:pt idx="97">
                  <c:v>6.948424068767908</c:v>
                </c:pt>
                <c:pt idx="98">
                  <c:v>7.020057306590258</c:v>
                </c:pt>
                <c:pt idx="99">
                  <c:v>7.091690544412607</c:v>
                </c:pt>
                <c:pt idx="100">
                  <c:v>7.163323782234957</c:v>
                </c:pt>
                <c:pt idx="101">
                  <c:v>7.234957020057306</c:v>
                </c:pt>
                <c:pt idx="102">
                  <c:v>7.306590257879657</c:v>
                </c:pt>
                <c:pt idx="103">
                  <c:v>7.378223495702006</c:v>
                </c:pt>
                <c:pt idx="104">
                  <c:v>7.4498567335243555</c:v>
                </c:pt>
                <c:pt idx="105">
                  <c:v>7.521489971346705</c:v>
                </c:pt>
                <c:pt idx="106">
                  <c:v>7.593123209169055</c:v>
                </c:pt>
                <c:pt idx="107">
                  <c:v>7.664756446991404</c:v>
                </c:pt>
                <c:pt idx="108">
                  <c:v>7.736389684813753</c:v>
                </c:pt>
                <c:pt idx="109">
                  <c:v>7.808022922636103</c:v>
                </c:pt>
                <c:pt idx="110">
                  <c:v>7.8796561604584525</c:v>
                </c:pt>
                <c:pt idx="111">
                  <c:v>7.951289398280801</c:v>
                </c:pt>
                <c:pt idx="112">
                  <c:v>8.022922636103152</c:v>
                </c:pt>
                <c:pt idx="113">
                  <c:v>8.094555873925502</c:v>
                </c:pt>
                <c:pt idx="114">
                  <c:v>8.166189111747851</c:v>
                </c:pt>
                <c:pt idx="115">
                  <c:v>8.237822349570202</c:v>
                </c:pt>
                <c:pt idx="116">
                  <c:v>8.30945558739255</c:v>
                </c:pt>
                <c:pt idx="117">
                  <c:v>8.3810888252149</c:v>
                </c:pt>
                <c:pt idx="118">
                  <c:v>8.45272206303725</c:v>
                </c:pt>
                <c:pt idx="119">
                  <c:v>8.524355300859598</c:v>
                </c:pt>
                <c:pt idx="120">
                  <c:v>8.595988538681947</c:v>
                </c:pt>
                <c:pt idx="121">
                  <c:v>8.667621776504298</c:v>
                </c:pt>
                <c:pt idx="122">
                  <c:v>8.739255014326648</c:v>
                </c:pt>
                <c:pt idx="123">
                  <c:v>8.810888252148997</c:v>
                </c:pt>
                <c:pt idx="124">
                  <c:v>8.882521489971348</c:v>
                </c:pt>
                <c:pt idx="125">
                  <c:v>8.954154727793696</c:v>
                </c:pt>
                <c:pt idx="126">
                  <c:v>9.025787965616045</c:v>
                </c:pt>
                <c:pt idx="127">
                  <c:v>9.097421203438396</c:v>
                </c:pt>
                <c:pt idx="128">
                  <c:v>9.169054441260744</c:v>
                </c:pt>
                <c:pt idx="129">
                  <c:v>9.240687679083095</c:v>
                </c:pt>
                <c:pt idx="130">
                  <c:v>9.312320916905444</c:v>
                </c:pt>
                <c:pt idx="131">
                  <c:v>9.383954154727794</c:v>
                </c:pt>
                <c:pt idx="132">
                  <c:v>9.455587392550143</c:v>
                </c:pt>
                <c:pt idx="133">
                  <c:v>9.527220630372494</c:v>
                </c:pt>
                <c:pt idx="134">
                  <c:v>9.598853868194842</c:v>
                </c:pt>
                <c:pt idx="135">
                  <c:v>9.670487106017193</c:v>
                </c:pt>
                <c:pt idx="136">
                  <c:v>9.742120343839542</c:v>
                </c:pt>
                <c:pt idx="137">
                  <c:v>9.81375358166189</c:v>
                </c:pt>
                <c:pt idx="138">
                  <c:v>9.885386819484241</c:v>
                </c:pt>
                <c:pt idx="139">
                  <c:v>9.95702005730659</c:v>
                </c:pt>
                <c:pt idx="140">
                  <c:v>10.028653295128938</c:v>
                </c:pt>
                <c:pt idx="141">
                  <c:v>10.10028653295129</c:v>
                </c:pt>
                <c:pt idx="142">
                  <c:v>10.17191977077364</c:v>
                </c:pt>
                <c:pt idx="143">
                  <c:v>10.243553008595988</c:v>
                </c:pt>
                <c:pt idx="144">
                  <c:v>10.315186246418339</c:v>
                </c:pt>
                <c:pt idx="145">
                  <c:v>10.386819484240688</c:v>
                </c:pt>
                <c:pt idx="146">
                  <c:v>10.458452722063036</c:v>
                </c:pt>
                <c:pt idx="147">
                  <c:v>10.530085959885387</c:v>
                </c:pt>
                <c:pt idx="148">
                  <c:v>10.601719197707736</c:v>
                </c:pt>
                <c:pt idx="149">
                  <c:v>10.673352435530086</c:v>
                </c:pt>
                <c:pt idx="150">
                  <c:v>10.744985673352435</c:v>
                </c:pt>
                <c:pt idx="151">
                  <c:v>10.816618911174785</c:v>
                </c:pt>
                <c:pt idx="152">
                  <c:v>10.888252148997136</c:v>
                </c:pt>
                <c:pt idx="153">
                  <c:v>10.959885386819485</c:v>
                </c:pt>
                <c:pt idx="154">
                  <c:v>11.031518624641834</c:v>
                </c:pt>
                <c:pt idx="155">
                  <c:v>11.103151862464184</c:v>
                </c:pt>
                <c:pt idx="156">
                  <c:v>11.174785100286533</c:v>
                </c:pt>
                <c:pt idx="157">
                  <c:v>11.246418338108882</c:v>
                </c:pt>
                <c:pt idx="158">
                  <c:v>11.318051575931232</c:v>
                </c:pt>
                <c:pt idx="159">
                  <c:v>11.38968481375358</c:v>
                </c:pt>
                <c:pt idx="160">
                  <c:v>11.461318051575931</c:v>
                </c:pt>
                <c:pt idx="161">
                  <c:v>11.532951289398282</c:v>
                </c:pt>
                <c:pt idx="162">
                  <c:v>11.60458452722063</c:v>
                </c:pt>
                <c:pt idx="163">
                  <c:v>11.67621776504298</c:v>
                </c:pt>
                <c:pt idx="164">
                  <c:v>11.74785100286533</c:v>
                </c:pt>
                <c:pt idx="165">
                  <c:v>11.819484240687679</c:v>
                </c:pt>
                <c:pt idx="166">
                  <c:v>11.89111747851003</c:v>
                </c:pt>
                <c:pt idx="167">
                  <c:v>11.962750716332378</c:v>
                </c:pt>
                <c:pt idx="168">
                  <c:v>12.034383954154727</c:v>
                </c:pt>
                <c:pt idx="169">
                  <c:v>12.106017191977077</c:v>
                </c:pt>
                <c:pt idx="170">
                  <c:v>12.177650429799428</c:v>
                </c:pt>
                <c:pt idx="171">
                  <c:v>12.249283667621777</c:v>
                </c:pt>
                <c:pt idx="172">
                  <c:v>12.320916905444127</c:v>
                </c:pt>
                <c:pt idx="173">
                  <c:v>12.392550143266476</c:v>
                </c:pt>
                <c:pt idx="174">
                  <c:v>12.464183381088825</c:v>
                </c:pt>
                <c:pt idx="175">
                  <c:v>12.535816618911175</c:v>
                </c:pt>
                <c:pt idx="176">
                  <c:v>12.607449856733524</c:v>
                </c:pt>
                <c:pt idx="177">
                  <c:v>12.679083094555873</c:v>
                </c:pt>
                <c:pt idx="178">
                  <c:v>12.750716332378223</c:v>
                </c:pt>
                <c:pt idx="179">
                  <c:v>12.822349570200572</c:v>
                </c:pt>
                <c:pt idx="180">
                  <c:v>12.893982808022923</c:v>
                </c:pt>
                <c:pt idx="181">
                  <c:v>12.965616045845271</c:v>
                </c:pt>
                <c:pt idx="182">
                  <c:v>13.03724928366762</c:v>
                </c:pt>
                <c:pt idx="183">
                  <c:v>13.10888252148997</c:v>
                </c:pt>
                <c:pt idx="184">
                  <c:v>13.18051575931232</c:v>
                </c:pt>
                <c:pt idx="185">
                  <c:v>13.252148997134672</c:v>
                </c:pt>
                <c:pt idx="186">
                  <c:v>13.32378223495702</c:v>
                </c:pt>
                <c:pt idx="187">
                  <c:v>13.395415472779371</c:v>
                </c:pt>
                <c:pt idx="188">
                  <c:v>13.46704871060172</c:v>
                </c:pt>
                <c:pt idx="189">
                  <c:v>13.53868194842407</c:v>
                </c:pt>
                <c:pt idx="190">
                  <c:v>13.61031518624642</c:v>
                </c:pt>
                <c:pt idx="191">
                  <c:v>13.681948424068768</c:v>
                </c:pt>
                <c:pt idx="192">
                  <c:v>13.753581661891118</c:v>
                </c:pt>
                <c:pt idx="193">
                  <c:v>13.825214899713467</c:v>
                </c:pt>
                <c:pt idx="194">
                  <c:v>13.896848137535816</c:v>
                </c:pt>
                <c:pt idx="195">
                  <c:v>13.968481375358166</c:v>
                </c:pt>
                <c:pt idx="196">
                  <c:v>14.040114613180515</c:v>
                </c:pt>
                <c:pt idx="197">
                  <c:v>14.111747851002864</c:v>
                </c:pt>
                <c:pt idx="198">
                  <c:v>14.183381088825215</c:v>
                </c:pt>
                <c:pt idx="199">
                  <c:v>14.255014326647563</c:v>
                </c:pt>
                <c:pt idx="200">
                  <c:v>14.326647564469914</c:v>
                </c:pt>
                <c:pt idx="201">
                  <c:v>14.398280802292263</c:v>
                </c:pt>
                <c:pt idx="202">
                  <c:v>14.469914040114611</c:v>
                </c:pt>
                <c:pt idx="203">
                  <c:v>14.541547277936962</c:v>
                </c:pt>
                <c:pt idx="204">
                  <c:v>14.613180515759314</c:v>
                </c:pt>
                <c:pt idx="205">
                  <c:v>14.684813753581663</c:v>
                </c:pt>
                <c:pt idx="206">
                  <c:v>14.756446991404012</c:v>
                </c:pt>
                <c:pt idx="207">
                  <c:v>14.828080229226362</c:v>
                </c:pt>
                <c:pt idx="208">
                  <c:v>14.899713467048711</c:v>
                </c:pt>
                <c:pt idx="209">
                  <c:v>14.971346704871062</c:v>
                </c:pt>
                <c:pt idx="210">
                  <c:v>15.04297994269341</c:v>
                </c:pt>
                <c:pt idx="211">
                  <c:v>15.114613180515759</c:v>
                </c:pt>
                <c:pt idx="212">
                  <c:v>15.18624641833811</c:v>
                </c:pt>
                <c:pt idx="213">
                  <c:v>15.257879656160458</c:v>
                </c:pt>
                <c:pt idx="214">
                  <c:v>15.329512893982807</c:v>
                </c:pt>
                <c:pt idx="215">
                  <c:v>15.401146131805158</c:v>
                </c:pt>
                <c:pt idx="216">
                  <c:v>15.472779369627506</c:v>
                </c:pt>
                <c:pt idx="217">
                  <c:v>15.544412607449857</c:v>
                </c:pt>
                <c:pt idx="218">
                  <c:v>15.616045845272206</c:v>
                </c:pt>
                <c:pt idx="219">
                  <c:v>15.687679083094554</c:v>
                </c:pt>
                <c:pt idx="220">
                  <c:v>15.759312320916905</c:v>
                </c:pt>
                <c:pt idx="221">
                  <c:v>15.830945558739254</c:v>
                </c:pt>
                <c:pt idx="222">
                  <c:v>15.902578796561603</c:v>
                </c:pt>
                <c:pt idx="223">
                  <c:v>15.974212034383955</c:v>
                </c:pt>
                <c:pt idx="224">
                  <c:v>16.045845272206304</c:v>
                </c:pt>
                <c:pt idx="225">
                  <c:v>16.117478510028654</c:v>
                </c:pt>
                <c:pt idx="226">
                  <c:v>16.189111747851005</c:v>
                </c:pt>
                <c:pt idx="227">
                  <c:v>16.26074498567335</c:v>
                </c:pt>
                <c:pt idx="228">
                  <c:v>16.332378223495702</c:v>
                </c:pt>
                <c:pt idx="229">
                  <c:v>16.404011461318053</c:v>
                </c:pt>
                <c:pt idx="230">
                  <c:v>16.475644699140403</c:v>
                </c:pt>
                <c:pt idx="231">
                  <c:v>16.54727793696275</c:v>
                </c:pt>
                <c:pt idx="232">
                  <c:v>16.6189111747851</c:v>
                </c:pt>
                <c:pt idx="233">
                  <c:v>16.69054441260745</c:v>
                </c:pt>
                <c:pt idx="234">
                  <c:v>16.7621776504298</c:v>
                </c:pt>
                <c:pt idx="235">
                  <c:v>16.83381088825215</c:v>
                </c:pt>
                <c:pt idx="236">
                  <c:v>16.9054441260745</c:v>
                </c:pt>
                <c:pt idx="237">
                  <c:v>16.977077363896846</c:v>
                </c:pt>
                <c:pt idx="238">
                  <c:v>17.048710601719197</c:v>
                </c:pt>
                <c:pt idx="239">
                  <c:v>17.120343839541547</c:v>
                </c:pt>
                <c:pt idx="240">
                  <c:v>17.191977077363894</c:v>
                </c:pt>
                <c:pt idx="241">
                  <c:v>17.263610315186245</c:v>
                </c:pt>
                <c:pt idx="242">
                  <c:v>17.335243553008596</c:v>
                </c:pt>
                <c:pt idx="243">
                  <c:v>17.406876790830946</c:v>
                </c:pt>
                <c:pt idx="244">
                  <c:v>17.478510028653297</c:v>
                </c:pt>
                <c:pt idx="245">
                  <c:v>17.550143266475647</c:v>
                </c:pt>
                <c:pt idx="246">
                  <c:v>17.621776504297994</c:v>
                </c:pt>
                <c:pt idx="247">
                  <c:v>17.693409742120345</c:v>
                </c:pt>
                <c:pt idx="248">
                  <c:v>17.765042979942695</c:v>
                </c:pt>
                <c:pt idx="249">
                  <c:v>17.836676217765042</c:v>
                </c:pt>
                <c:pt idx="250">
                  <c:v>17.908309455587393</c:v>
                </c:pt>
                <c:pt idx="251">
                  <c:v>17.979942693409743</c:v>
                </c:pt>
                <c:pt idx="252">
                  <c:v>18.05157593123209</c:v>
                </c:pt>
                <c:pt idx="253">
                  <c:v>18.12320916905444</c:v>
                </c:pt>
                <c:pt idx="254">
                  <c:v>18.19484240687679</c:v>
                </c:pt>
                <c:pt idx="255">
                  <c:v>18.26647564469914</c:v>
                </c:pt>
                <c:pt idx="256">
                  <c:v>18.33810888252149</c:v>
                </c:pt>
                <c:pt idx="257">
                  <c:v>18.40974212034384</c:v>
                </c:pt>
                <c:pt idx="258">
                  <c:v>18.48137535816619</c:v>
                </c:pt>
                <c:pt idx="259">
                  <c:v>18.553008595988537</c:v>
                </c:pt>
                <c:pt idx="260">
                  <c:v>18.624641833810887</c:v>
                </c:pt>
                <c:pt idx="261">
                  <c:v>18.696275071633238</c:v>
                </c:pt>
                <c:pt idx="262">
                  <c:v>18.76790830945559</c:v>
                </c:pt>
                <c:pt idx="263">
                  <c:v>18.83954154727794</c:v>
                </c:pt>
                <c:pt idx="264">
                  <c:v>18.911174785100286</c:v>
                </c:pt>
                <c:pt idx="265">
                  <c:v>18.982808022922637</c:v>
                </c:pt>
                <c:pt idx="266">
                  <c:v>19.054441260744987</c:v>
                </c:pt>
                <c:pt idx="267">
                  <c:v>19.126074498567334</c:v>
                </c:pt>
                <c:pt idx="268">
                  <c:v>19.197707736389685</c:v>
                </c:pt>
                <c:pt idx="269">
                  <c:v>19.269340974212035</c:v>
                </c:pt>
                <c:pt idx="270">
                  <c:v>19.340974212034386</c:v>
                </c:pt>
                <c:pt idx="271">
                  <c:v>19.412607449856733</c:v>
                </c:pt>
                <c:pt idx="272">
                  <c:v>19.484240687679083</c:v>
                </c:pt>
                <c:pt idx="273">
                  <c:v>19.555873925501434</c:v>
                </c:pt>
                <c:pt idx="274">
                  <c:v>19.62750716332378</c:v>
                </c:pt>
                <c:pt idx="275">
                  <c:v>19.69914040114613</c:v>
                </c:pt>
                <c:pt idx="276">
                  <c:v>19.770773638968482</c:v>
                </c:pt>
                <c:pt idx="277">
                  <c:v>19.84240687679083</c:v>
                </c:pt>
                <c:pt idx="278">
                  <c:v>19.91404011461318</c:v>
                </c:pt>
                <c:pt idx="279">
                  <c:v>19.98567335243553</c:v>
                </c:pt>
                <c:pt idx="280">
                  <c:v>20.057306590257877</c:v>
                </c:pt>
                <c:pt idx="281">
                  <c:v>20.128939828080227</c:v>
                </c:pt>
                <c:pt idx="282">
                  <c:v>20.20057306590258</c:v>
                </c:pt>
                <c:pt idx="283">
                  <c:v>20.27220630372493</c:v>
                </c:pt>
                <c:pt idx="284">
                  <c:v>20.34383954154728</c:v>
                </c:pt>
                <c:pt idx="285">
                  <c:v>20.41547277936963</c:v>
                </c:pt>
                <c:pt idx="286">
                  <c:v>20.487106017191977</c:v>
                </c:pt>
                <c:pt idx="287">
                  <c:v>20.558739255014327</c:v>
                </c:pt>
                <c:pt idx="288">
                  <c:v>20.630372492836678</c:v>
                </c:pt>
                <c:pt idx="289">
                  <c:v>20.702005730659025</c:v>
                </c:pt>
                <c:pt idx="290">
                  <c:v>20.773638968481375</c:v>
                </c:pt>
                <c:pt idx="291">
                  <c:v>20.845272206303726</c:v>
                </c:pt>
                <c:pt idx="292">
                  <c:v>20.916905444126073</c:v>
                </c:pt>
                <c:pt idx="293">
                  <c:v>20.988538681948423</c:v>
                </c:pt>
                <c:pt idx="294">
                  <c:v>21.060171919770774</c:v>
                </c:pt>
                <c:pt idx="295">
                  <c:v>21.131805157593124</c:v>
                </c:pt>
                <c:pt idx="296">
                  <c:v>21.20343839541547</c:v>
                </c:pt>
                <c:pt idx="297">
                  <c:v>21.275071633237822</c:v>
                </c:pt>
                <c:pt idx="298">
                  <c:v>21.346704871060172</c:v>
                </c:pt>
                <c:pt idx="299">
                  <c:v>21.41833810888252</c:v>
                </c:pt>
                <c:pt idx="300">
                  <c:v>21.48997134670487</c:v>
                </c:pt>
                <c:pt idx="301">
                  <c:v>21.56160458452722</c:v>
                </c:pt>
                <c:pt idx="302">
                  <c:v>21.63323782234957</c:v>
                </c:pt>
                <c:pt idx="303">
                  <c:v>21.70487106017192</c:v>
                </c:pt>
                <c:pt idx="304">
                  <c:v>21.776504297994272</c:v>
                </c:pt>
                <c:pt idx="305">
                  <c:v>21.84813753581662</c:v>
                </c:pt>
                <c:pt idx="306">
                  <c:v>21.91977077363897</c:v>
                </c:pt>
                <c:pt idx="307">
                  <c:v>21.99140401146132</c:v>
                </c:pt>
                <c:pt idx="308">
                  <c:v>22.063037249283667</c:v>
                </c:pt>
                <c:pt idx="309">
                  <c:v>22.134670487106018</c:v>
                </c:pt>
                <c:pt idx="310">
                  <c:v>22.206303724928368</c:v>
                </c:pt>
                <c:pt idx="311">
                  <c:v>22.277936962750715</c:v>
                </c:pt>
                <c:pt idx="312">
                  <c:v>22.349570200573066</c:v>
                </c:pt>
                <c:pt idx="313">
                  <c:v>22.421203438395416</c:v>
                </c:pt>
                <c:pt idx="314">
                  <c:v>22.492836676217763</c:v>
                </c:pt>
                <c:pt idx="315">
                  <c:v>22.564469914040114</c:v>
                </c:pt>
                <c:pt idx="316">
                  <c:v>22.636103151862464</c:v>
                </c:pt>
                <c:pt idx="317">
                  <c:v>22.70773638968481</c:v>
                </c:pt>
                <c:pt idx="318">
                  <c:v>22.77936962750716</c:v>
                </c:pt>
                <c:pt idx="319">
                  <c:v>22.851002865329512</c:v>
                </c:pt>
                <c:pt idx="320">
                  <c:v>22.922636103151863</c:v>
                </c:pt>
                <c:pt idx="321">
                  <c:v>22.994269340974213</c:v>
                </c:pt>
                <c:pt idx="322">
                  <c:v>23.065902578796564</c:v>
                </c:pt>
                <c:pt idx="323">
                  <c:v>23.13753581661891</c:v>
                </c:pt>
                <c:pt idx="324">
                  <c:v>23.20916905444126</c:v>
                </c:pt>
                <c:pt idx="325">
                  <c:v>23.280802292263612</c:v>
                </c:pt>
                <c:pt idx="326">
                  <c:v>23.35243553008596</c:v>
                </c:pt>
                <c:pt idx="327">
                  <c:v>23.42406876790831</c:v>
                </c:pt>
                <c:pt idx="328">
                  <c:v>23.49570200573066</c:v>
                </c:pt>
                <c:pt idx="329">
                  <c:v>23.567335243553007</c:v>
                </c:pt>
                <c:pt idx="330">
                  <c:v>23.638968481375358</c:v>
                </c:pt>
                <c:pt idx="331">
                  <c:v>23.710601719197708</c:v>
                </c:pt>
                <c:pt idx="332">
                  <c:v>23.78223495702006</c:v>
                </c:pt>
                <c:pt idx="333">
                  <c:v>23.853868194842406</c:v>
                </c:pt>
                <c:pt idx="334">
                  <c:v>23.925501432664756</c:v>
                </c:pt>
                <c:pt idx="335">
                  <c:v>23.997134670487107</c:v>
                </c:pt>
                <c:pt idx="336">
                  <c:v>24.068767908309454</c:v>
                </c:pt>
                <c:pt idx="337">
                  <c:v>24.140401146131804</c:v>
                </c:pt>
                <c:pt idx="338">
                  <c:v>24.212034383954155</c:v>
                </c:pt>
                <c:pt idx="339">
                  <c:v>24.2836676217765</c:v>
                </c:pt>
                <c:pt idx="340">
                  <c:v>24.355300859598856</c:v>
                </c:pt>
                <c:pt idx="341">
                  <c:v>24.426934097421203</c:v>
                </c:pt>
                <c:pt idx="342">
                  <c:v>24.498567335243553</c:v>
                </c:pt>
                <c:pt idx="343">
                  <c:v>24.570200573065904</c:v>
                </c:pt>
                <c:pt idx="344">
                  <c:v>24.641833810888254</c:v>
                </c:pt>
                <c:pt idx="345">
                  <c:v>24.7134670487106</c:v>
                </c:pt>
                <c:pt idx="346">
                  <c:v>24.785100286532952</c:v>
                </c:pt>
                <c:pt idx="347">
                  <c:v>24.856733524355302</c:v>
                </c:pt>
                <c:pt idx="348">
                  <c:v>24.92836676217765</c:v>
                </c:pt>
                <c:pt idx="349">
                  <c:v>25.0</c:v>
                </c:pt>
                <c:pt idx="350">
                  <c:v>25.07163323782235</c:v>
                </c:pt>
                <c:pt idx="351">
                  <c:v>25.143266475644698</c:v>
                </c:pt>
                <c:pt idx="352">
                  <c:v>25.214899713467048</c:v>
                </c:pt>
                <c:pt idx="353">
                  <c:v>25.2865329512894</c:v>
                </c:pt>
                <c:pt idx="354">
                  <c:v>25.358166189111746</c:v>
                </c:pt>
                <c:pt idx="355">
                  <c:v>25.429799426934096</c:v>
                </c:pt>
                <c:pt idx="356">
                  <c:v>25.501432664756447</c:v>
                </c:pt>
                <c:pt idx="357">
                  <c:v>25.573065902578797</c:v>
                </c:pt>
                <c:pt idx="358">
                  <c:v>25.644699140401144</c:v>
                </c:pt>
                <c:pt idx="359">
                  <c:v>25.716332378223495</c:v>
                </c:pt>
                <c:pt idx="360">
                  <c:v>25.787965616045845</c:v>
                </c:pt>
                <c:pt idx="361">
                  <c:v>25.859598853868192</c:v>
                </c:pt>
                <c:pt idx="362">
                  <c:v>25.931232091690543</c:v>
                </c:pt>
                <c:pt idx="363">
                  <c:v>26.002865329512893</c:v>
                </c:pt>
                <c:pt idx="364">
                  <c:v>26.07449856733524</c:v>
                </c:pt>
                <c:pt idx="365">
                  <c:v>26.14613180515759</c:v>
                </c:pt>
                <c:pt idx="366">
                  <c:v>26.21776504297994</c:v>
                </c:pt>
                <c:pt idx="367">
                  <c:v>26.28939828080229</c:v>
                </c:pt>
                <c:pt idx="368">
                  <c:v>26.36103151862464</c:v>
                </c:pt>
                <c:pt idx="369">
                  <c:v>26.432664756446993</c:v>
                </c:pt>
                <c:pt idx="370">
                  <c:v>26.504297994269344</c:v>
                </c:pt>
                <c:pt idx="371">
                  <c:v>26.575931232091694</c:v>
                </c:pt>
                <c:pt idx="372">
                  <c:v>26.64756446991404</c:v>
                </c:pt>
                <c:pt idx="373">
                  <c:v>26.71919770773639</c:v>
                </c:pt>
                <c:pt idx="374">
                  <c:v>26.790830945558742</c:v>
                </c:pt>
                <c:pt idx="375">
                  <c:v>26.86246418338109</c:v>
                </c:pt>
                <c:pt idx="376">
                  <c:v>26.93409742120344</c:v>
                </c:pt>
                <c:pt idx="377">
                  <c:v>27.00573065902579</c:v>
                </c:pt>
                <c:pt idx="378">
                  <c:v>27.07736389684814</c:v>
                </c:pt>
                <c:pt idx="379">
                  <c:v>27.148997134670488</c:v>
                </c:pt>
                <c:pt idx="380">
                  <c:v>27.22063037249284</c:v>
                </c:pt>
                <c:pt idx="381">
                  <c:v>27.29226361031519</c:v>
                </c:pt>
                <c:pt idx="382">
                  <c:v>27.363896848137536</c:v>
                </c:pt>
                <c:pt idx="383">
                  <c:v>27.435530085959886</c:v>
                </c:pt>
                <c:pt idx="384">
                  <c:v>27.507163323782237</c:v>
                </c:pt>
                <c:pt idx="385">
                  <c:v>27.578796561604584</c:v>
                </c:pt>
                <c:pt idx="386">
                  <c:v>27.650429799426934</c:v>
                </c:pt>
                <c:pt idx="387">
                  <c:v>27.722063037249285</c:v>
                </c:pt>
                <c:pt idx="388">
                  <c:v>27.793696275071632</c:v>
                </c:pt>
                <c:pt idx="389">
                  <c:v>27.865329512893982</c:v>
                </c:pt>
                <c:pt idx="390">
                  <c:v>27.936962750716333</c:v>
                </c:pt>
                <c:pt idx="391">
                  <c:v>28.00859598853868</c:v>
                </c:pt>
                <c:pt idx="392">
                  <c:v>28.08022922636103</c:v>
                </c:pt>
                <c:pt idx="393">
                  <c:v>28.15186246418338</c:v>
                </c:pt>
                <c:pt idx="394">
                  <c:v>28.223495702005728</c:v>
                </c:pt>
                <c:pt idx="395">
                  <c:v>28.29512893982808</c:v>
                </c:pt>
                <c:pt idx="396">
                  <c:v>28.36676217765043</c:v>
                </c:pt>
                <c:pt idx="397">
                  <c:v>28.43839541547278</c:v>
                </c:pt>
                <c:pt idx="398">
                  <c:v>28.510028653295127</c:v>
                </c:pt>
                <c:pt idx="399">
                  <c:v>28.581661891117477</c:v>
                </c:pt>
                <c:pt idx="400">
                  <c:v>28.653295128939828</c:v>
                </c:pt>
                <c:pt idx="401">
                  <c:v>28.724928366762175</c:v>
                </c:pt>
                <c:pt idx="402">
                  <c:v>28.796561604584525</c:v>
                </c:pt>
                <c:pt idx="403">
                  <c:v>28.868194842406876</c:v>
                </c:pt>
                <c:pt idx="404">
                  <c:v>28.939828080229223</c:v>
                </c:pt>
                <c:pt idx="405">
                  <c:v>29.011461318051573</c:v>
                </c:pt>
                <c:pt idx="406">
                  <c:v>29.083094555873924</c:v>
                </c:pt>
                <c:pt idx="407">
                  <c:v>29.15472779369627</c:v>
                </c:pt>
                <c:pt idx="408">
                  <c:v>29.22636103151863</c:v>
                </c:pt>
                <c:pt idx="409">
                  <c:v>29.297994269340975</c:v>
                </c:pt>
                <c:pt idx="410">
                  <c:v>29.369627507163326</c:v>
                </c:pt>
                <c:pt idx="411">
                  <c:v>29.441260744985676</c:v>
                </c:pt>
                <c:pt idx="412">
                  <c:v>29.512893982808023</c:v>
                </c:pt>
                <c:pt idx="413">
                  <c:v>29.584527220630374</c:v>
                </c:pt>
                <c:pt idx="414">
                  <c:v>29.656160458452725</c:v>
                </c:pt>
                <c:pt idx="415">
                  <c:v>29.72779369627507</c:v>
                </c:pt>
                <c:pt idx="416">
                  <c:v>29.799426934097422</c:v>
                </c:pt>
                <c:pt idx="417">
                  <c:v>29.871060171919773</c:v>
                </c:pt>
                <c:pt idx="418">
                  <c:v>29.942693409742123</c:v>
                </c:pt>
                <c:pt idx="419">
                  <c:v>30.01432664756447</c:v>
                </c:pt>
                <c:pt idx="420">
                  <c:v>30.08595988538682</c:v>
                </c:pt>
                <c:pt idx="421">
                  <c:v>30.15759312320917</c:v>
                </c:pt>
                <c:pt idx="422">
                  <c:v>30.229226361031518</c:v>
                </c:pt>
                <c:pt idx="423">
                  <c:v>30.30085959885387</c:v>
                </c:pt>
                <c:pt idx="424">
                  <c:v>30.37249283667622</c:v>
                </c:pt>
                <c:pt idx="425">
                  <c:v>30.444126074498566</c:v>
                </c:pt>
                <c:pt idx="426">
                  <c:v>30.515759312320917</c:v>
                </c:pt>
                <c:pt idx="427">
                  <c:v>30.587392550143267</c:v>
                </c:pt>
                <c:pt idx="428">
                  <c:v>30.659025787965614</c:v>
                </c:pt>
                <c:pt idx="429">
                  <c:v>30.730659025787965</c:v>
                </c:pt>
                <c:pt idx="430">
                  <c:v>30.802292263610315</c:v>
                </c:pt>
                <c:pt idx="431">
                  <c:v>30.873925501432666</c:v>
                </c:pt>
                <c:pt idx="432">
                  <c:v>30.945558739255013</c:v>
                </c:pt>
                <c:pt idx="433">
                  <c:v>31.017191977077363</c:v>
                </c:pt>
                <c:pt idx="434">
                  <c:v>31.088825214899714</c:v>
                </c:pt>
                <c:pt idx="435">
                  <c:v>31.16045845272206</c:v>
                </c:pt>
                <c:pt idx="436">
                  <c:v>31.23209169054441</c:v>
                </c:pt>
                <c:pt idx="437">
                  <c:v>31.303724928366762</c:v>
                </c:pt>
                <c:pt idx="438">
                  <c:v>31.37535816618911</c:v>
                </c:pt>
                <c:pt idx="439">
                  <c:v>31.44699140401146</c:v>
                </c:pt>
                <c:pt idx="440">
                  <c:v>31.51862464183381</c:v>
                </c:pt>
                <c:pt idx="441">
                  <c:v>31.590257879656157</c:v>
                </c:pt>
                <c:pt idx="442">
                  <c:v>31.661891117478508</c:v>
                </c:pt>
                <c:pt idx="443">
                  <c:v>31.733524355300858</c:v>
                </c:pt>
                <c:pt idx="444">
                  <c:v>31.805157593123205</c:v>
                </c:pt>
                <c:pt idx="445">
                  <c:v>31.876790830945556</c:v>
                </c:pt>
                <c:pt idx="446">
                  <c:v>31.94842406876791</c:v>
                </c:pt>
                <c:pt idx="447">
                  <c:v>32.02005730659026</c:v>
                </c:pt>
                <c:pt idx="448">
                  <c:v>32.09169054441261</c:v>
                </c:pt>
                <c:pt idx="449">
                  <c:v>32.16332378223496</c:v>
                </c:pt>
                <c:pt idx="450">
                  <c:v>32.23495702005731</c:v>
                </c:pt>
                <c:pt idx="451">
                  <c:v>32.306590257879655</c:v>
                </c:pt>
                <c:pt idx="452">
                  <c:v>32.37822349570201</c:v>
                </c:pt>
                <c:pt idx="453">
                  <c:v>32.449856733524356</c:v>
                </c:pt>
                <c:pt idx="454">
                  <c:v>32.5214899713467</c:v>
                </c:pt>
                <c:pt idx="455">
                  <c:v>32.59312320916906</c:v>
                </c:pt>
                <c:pt idx="456">
                  <c:v>32.664756446991404</c:v>
                </c:pt>
                <c:pt idx="457">
                  <c:v>32.73638968481375</c:v>
                </c:pt>
                <c:pt idx="458">
                  <c:v>32.808022922636106</c:v>
                </c:pt>
                <c:pt idx="459">
                  <c:v>32.87965616045845</c:v>
                </c:pt>
                <c:pt idx="460">
                  <c:v>32.95128939828081</c:v>
                </c:pt>
                <c:pt idx="461">
                  <c:v>33.022922636103154</c:v>
                </c:pt>
                <c:pt idx="462">
                  <c:v>33.0945558739255</c:v>
                </c:pt>
                <c:pt idx="463">
                  <c:v>33.166189111747855</c:v>
                </c:pt>
                <c:pt idx="464">
                  <c:v>33.2378223495702</c:v>
                </c:pt>
                <c:pt idx="465">
                  <c:v>33.30945558739255</c:v>
                </c:pt>
                <c:pt idx="466">
                  <c:v>33.3810888252149</c:v>
                </c:pt>
                <c:pt idx="467">
                  <c:v>33.45272206303725</c:v>
                </c:pt>
                <c:pt idx="468">
                  <c:v>33.5243553008596</c:v>
                </c:pt>
                <c:pt idx="469">
                  <c:v>33.59598853868195</c:v>
                </c:pt>
                <c:pt idx="470">
                  <c:v>33.6676217765043</c:v>
                </c:pt>
                <c:pt idx="471">
                  <c:v>33.739255014326645</c:v>
                </c:pt>
                <c:pt idx="472">
                  <c:v>33.810888252149</c:v>
                </c:pt>
                <c:pt idx="473">
                  <c:v>33.882521489971346</c:v>
                </c:pt>
                <c:pt idx="474">
                  <c:v>33.95415472779369</c:v>
                </c:pt>
                <c:pt idx="475">
                  <c:v>34.02578796561605</c:v>
                </c:pt>
                <c:pt idx="476">
                  <c:v>34.097421203438394</c:v>
                </c:pt>
                <c:pt idx="477">
                  <c:v>34.16905444126074</c:v>
                </c:pt>
                <c:pt idx="478">
                  <c:v>34.240687679083095</c:v>
                </c:pt>
                <c:pt idx="479">
                  <c:v>34.31232091690544</c:v>
                </c:pt>
                <c:pt idx="480">
                  <c:v>34.38395415472779</c:v>
                </c:pt>
                <c:pt idx="481">
                  <c:v>34.45558739255014</c:v>
                </c:pt>
                <c:pt idx="482">
                  <c:v>34.52722063037249</c:v>
                </c:pt>
                <c:pt idx="483">
                  <c:v>34.59885386819484</c:v>
                </c:pt>
                <c:pt idx="484">
                  <c:v>34.67048710601719</c:v>
                </c:pt>
                <c:pt idx="485">
                  <c:v>34.742120343839545</c:v>
                </c:pt>
                <c:pt idx="486">
                  <c:v>34.81375358166189</c:v>
                </c:pt>
                <c:pt idx="487">
                  <c:v>34.885386819484246</c:v>
                </c:pt>
                <c:pt idx="488">
                  <c:v>34.95702005730659</c:v>
                </c:pt>
                <c:pt idx="489">
                  <c:v>35.02865329512894</c:v>
                </c:pt>
                <c:pt idx="490">
                  <c:v>35.100286532951294</c:v>
                </c:pt>
                <c:pt idx="491">
                  <c:v>35.17191977077364</c:v>
                </c:pt>
                <c:pt idx="492">
                  <c:v>35.24355300859599</c:v>
                </c:pt>
                <c:pt idx="493">
                  <c:v>35.31518624641834</c:v>
                </c:pt>
                <c:pt idx="494">
                  <c:v>35.38681948424069</c:v>
                </c:pt>
                <c:pt idx="495">
                  <c:v>35.458452722063036</c:v>
                </c:pt>
                <c:pt idx="496">
                  <c:v>35.53008595988539</c:v>
                </c:pt>
                <c:pt idx="497">
                  <c:v>35.60171919770774</c:v>
                </c:pt>
                <c:pt idx="498">
                  <c:v>35.673352435530084</c:v>
                </c:pt>
                <c:pt idx="499">
                  <c:v>35.74498567335244</c:v>
                </c:pt>
                <c:pt idx="500">
                  <c:v>35.816618911174785</c:v>
                </c:pt>
                <c:pt idx="501">
                  <c:v>35.88825214899713</c:v>
                </c:pt>
                <c:pt idx="502">
                  <c:v>35.95988538681949</c:v>
                </c:pt>
                <c:pt idx="503">
                  <c:v>36.03151862464183</c:v>
                </c:pt>
                <c:pt idx="504">
                  <c:v>36.10315186246418</c:v>
                </c:pt>
                <c:pt idx="505">
                  <c:v>36.174785100286535</c:v>
                </c:pt>
                <c:pt idx="506">
                  <c:v>36.24641833810888</c:v>
                </c:pt>
                <c:pt idx="507">
                  <c:v>36.31805157593123</c:v>
                </c:pt>
                <c:pt idx="508">
                  <c:v>36.38968481375358</c:v>
                </c:pt>
                <c:pt idx="509">
                  <c:v>36.46131805157593</c:v>
                </c:pt>
                <c:pt idx="510">
                  <c:v>36.53295128939828</c:v>
                </c:pt>
                <c:pt idx="511">
                  <c:v>36.60458452722063</c:v>
                </c:pt>
                <c:pt idx="512">
                  <c:v>36.67621776504298</c:v>
                </c:pt>
                <c:pt idx="513">
                  <c:v>36.74785100286533</c:v>
                </c:pt>
                <c:pt idx="514">
                  <c:v>36.81948424068768</c:v>
                </c:pt>
                <c:pt idx="515">
                  <c:v>36.891117478510026</c:v>
                </c:pt>
                <c:pt idx="516">
                  <c:v>36.96275071633238</c:v>
                </c:pt>
                <c:pt idx="517">
                  <c:v>37.03438395415473</c:v>
                </c:pt>
                <c:pt idx="518">
                  <c:v>37.106017191977074</c:v>
                </c:pt>
                <c:pt idx="519">
                  <c:v>37.17765042979943</c:v>
                </c:pt>
                <c:pt idx="520">
                  <c:v>37.249283667621775</c:v>
                </c:pt>
                <c:pt idx="521">
                  <c:v>37.32091690544412</c:v>
                </c:pt>
                <c:pt idx="522">
                  <c:v>37.392550143266476</c:v>
                </c:pt>
                <c:pt idx="523">
                  <c:v>37.46418338108882</c:v>
                </c:pt>
                <c:pt idx="524">
                  <c:v>37.53581661891118</c:v>
                </c:pt>
                <c:pt idx="525">
                  <c:v>37.607449856733524</c:v>
                </c:pt>
                <c:pt idx="526">
                  <c:v>37.67908309455588</c:v>
                </c:pt>
                <c:pt idx="527">
                  <c:v>37.750716332378225</c:v>
                </c:pt>
                <c:pt idx="528">
                  <c:v>37.82234957020057</c:v>
                </c:pt>
                <c:pt idx="529">
                  <c:v>37.893982808022926</c:v>
                </c:pt>
                <c:pt idx="530">
                  <c:v>37.96561604584527</c:v>
                </c:pt>
                <c:pt idx="531">
                  <c:v>38.03724928366762</c:v>
                </c:pt>
                <c:pt idx="532">
                  <c:v>38.108882521489974</c:v>
                </c:pt>
                <c:pt idx="533">
                  <c:v>38.18051575931232</c:v>
                </c:pt>
                <c:pt idx="534">
                  <c:v>38.25214899713467</c:v>
                </c:pt>
                <c:pt idx="535">
                  <c:v>38.32378223495702</c:v>
                </c:pt>
                <c:pt idx="536">
                  <c:v>38.39541547277937</c:v>
                </c:pt>
                <c:pt idx="537">
                  <c:v>38.46704871060172</c:v>
                </c:pt>
                <c:pt idx="538">
                  <c:v>38.53868194842407</c:v>
                </c:pt>
                <c:pt idx="539">
                  <c:v>38.61031518624642</c:v>
                </c:pt>
                <c:pt idx="540">
                  <c:v>38.68194842406877</c:v>
                </c:pt>
                <c:pt idx="541">
                  <c:v>38.75358166189112</c:v>
                </c:pt>
                <c:pt idx="542">
                  <c:v>38.825214899713465</c:v>
                </c:pt>
                <c:pt idx="543">
                  <c:v>38.89684813753582</c:v>
                </c:pt>
                <c:pt idx="544">
                  <c:v>38.96848137535817</c:v>
                </c:pt>
                <c:pt idx="545">
                  <c:v>39.04011461318051</c:v>
                </c:pt>
                <c:pt idx="546">
                  <c:v>39.11174785100287</c:v>
                </c:pt>
                <c:pt idx="547">
                  <c:v>39.183381088825215</c:v>
                </c:pt>
                <c:pt idx="548">
                  <c:v>39.25501432664756</c:v>
                </c:pt>
                <c:pt idx="549">
                  <c:v>39.326647564469916</c:v>
                </c:pt>
                <c:pt idx="550">
                  <c:v>39.39828080229226</c:v>
                </c:pt>
                <c:pt idx="551">
                  <c:v>39.46991404011461</c:v>
                </c:pt>
                <c:pt idx="552">
                  <c:v>39.541547277936964</c:v>
                </c:pt>
                <c:pt idx="553">
                  <c:v>39.61318051575931</c:v>
                </c:pt>
                <c:pt idx="554">
                  <c:v>39.68481375358166</c:v>
                </c:pt>
                <c:pt idx="555">
                  <c:v>39.75644699140401</c:v>
                </c:pt>
                <c:pt idx="556">
                  <c:v>39.82808022922636</c:v>
                </c:pt>
                <c:pt idx="557">
                  <c:v>39.899713467048706</c:v>
                </c:pt>
                <c:pt idx="558">
                  <c:v>39.97134670487106</c:v>
                </c:pt>
                <c:pt idx="559">
                  <c:v>40.04297994269341</c:v>
                </c:pt>
                <c:pt idx="560">
                  <c:v>40.114613180515754</c:v>
                </c:pt>
                <c:pt idx="561">
                  <c:v>40.18624641833811</c:v>
                </c:pt>
                <c:pt idx="562">
                  <c:v>40.257879656160455</c:v>
                </c:pt>
                <c:pt idx="563">
                  <c:v>40.32951289398281</c:v>
                </c:pt>
                <c:pt idx="564">
                  <c:v>40.40114613180516</c:v>
                </c:pt>
                <c:pt idx="565">
                  <c:v>40.47277936962751</c:v>
                </c:pt>
                <c:pt idx="566">
                  <c:v>40.54441260744986</c:v>
                </c:pt>
                <c:pt idx="567">
                  <c:v>40.61604584527221</c:v>
                </c:pt>
                <c:pt idx="568">
                  <c:v>40.68767908309456</c:v>
                </c:pt>
                <c:pt idx="569">
                  <c:v>40.759312320916905</c:v>
                </c:pt>
                <c:pt idx="570">
                  <c:v>40.83094555873926</c:v>
                </c:pt>
                <c:pt idx="571">
                  <c:v>40.902578796561606</c:v>
                </c:pt>
                <c:pt idx="572">
                  <c:v>40.97421203438395</c:v>
                </c:pt>
                <c:pt idx="573">
                  <c:v>41.04584527220631</c:v>
                </c:pt>
                <c:pt idx="574">
                  <c:v>41.117478510028654</c:v>
                </c:pt>
                <c:pt idx="575">
                  <c:v>41.189111747851</c:v>
                </c:pt>
                <c:pt idx="576">
                  <c:v>41.260744985673355</c:v>
                </c:pt>
                <c:pt idx="577">
                  <c:v>41.3323782234957</c:v>
                </c:pt>
                <c:pt idx="578">
                  <c:v>41.40401146131805</c:v>
                </c:pt>
                <c:pt idx="579">
                  <c:v>41.4756446991404</c:v>
                </c:pt>
                <c:pt idx="580">
                  <c:v>41.54727793696275</c:v>
                </c:pt>
                <c:pt idx="581">
                  <c:v>41.6189111747851</c:v>
                </c:pt>
                <c:pt idx="582">
                  <c:v>41.69054441260745</c:v>
                </c:pt>
                <c:pt idx="583">
                  <c:v>41.7621776504298</c:v>
                </c:pt>
                <c:pt idx="584">
                  <c:v>41.833810888252145</c:v>
                </c:pt>
                <c:pt idx="585">
                  <c:v>41.9054441260745</c:v>
                </c:pt>
                <c:pt idx="586">
                  <c:v>41.977077363896846</c:v>
                </c:pt>
                <c:pt idx="587">
                  <c:v>42.04871060171919</c:v>
                </c:pt>
                <c:pt idx="588">
                  <c:v>42.12034383954155</c:v>
                </c:pt>
                <c:pt idx="589">
                  <c:v>42.191977077363894</c:v>
                </c:pt>
                <c:pt idx="590">
                  <c:v>42.26361031518625</c:v>
                </c:pt>
                <c:pt idx="591">
                  <c:v>42.335243553008596</c:v>
                </c:pt>
                <c:pt idx="592">
                  <c:v>42.40687679083094</c:v>
                </c:pt>
                <c:pt idx="593">
                  <c:v>42.4785100286533</c:v>
                </c:pt>
                <c:pt idx="594">
                  <c:v>42.550143266475644</c:v>
                </c:pt>
                <c:pt idx="595">
                  <c:v>42.62177650429799</c:v>
                </c:pt>
                <c:pt idx="596">
                  <c:v>42.693409742120345</c:v>
                </c:pt>
                <c:pt idx="597">
                  <c:v>42.76504297994269</c:v>
                </c:pt>
                <c:pt idx="598">
                  <c:v>42.83667621776504</c:v>
                </c:pt>
                <c:pt idx="599">
                  <c:v>42.90830945558739</c:v>
                </c:pt>
                <c:pt idx="600">
                  <c:v>42.97994269340974</c:v>
                </c:pt>
                <c:pt idx="601">
                  <c:v>43.05157593123209</c:v>
                </c:pt>
                <c:pt idx="602">
                  <c:v>43.12320916905444</c:v>
                </c:pt>
                <c:pt idx="603">
                  <c:v>43.194842406876795</c:v>
                </c:pt>
                <c:pt idx="604">
                  <c:v>43.26647564469914</c:v>
                </c:pt>
                <c:pt idx="605">
                  <c:v>43.33810888252149</c:v>
                </c:pt>
                <c:pt idx="606">
                  <c:v>43.40974212034384</c:v>
                </c:pt>
                <c:pt idx="607">
                  <c:v>43.48137535816619</c:v>
                </c:pt>
                <c:pt idx="608">
                  <c:v>43.553008595988544</c:v>
                </c:pt>
                <c:pt idx="609">
                  <c:v>43.62464183381089</c:v>
                </c:pt>
                <c:pt idx="610">
                  <c:v>43.69627507163324</c:v>
                </c:pt>
                <c:pt idx="611">
                  <c:v>43.76790830945559</c:v>
                </c:pt>
                <c:pt idx="612">
                  <c:v>43.83954154727794</c:v>
                </c:pt>
                <c:pt idx="613">
                  <c:v>43.911174785100286</c:v>
                </c:pt>
                <c:pt idx="614">
                  <c:v>43.98280802292264</c:v>
                </c:pt>
                <c:pt idx="615">
                  <c:v>44.05444126074499</c:v>
                </c:pt>
                <c:pt idx="616">
                  <c:v>44.126074498567334</c:v>
                </c:pt>
                <c:pt idx="617">
                  <c:v>44.19770773638969</c:v>
                </c:pt>
                <c:pt idx="618">
                  <c:v>44.269340974212035</c:v>
                </c:pt>
                <c:pt idx="619">
                  <c:v>44.34097421203438</c:v>
                </c:pt>
                <c:pt idx="620">
                  <c:v>44.412607449856736</c:v>
                </c:pt>
                <c:pt idx="621">
                  <c:v>44.48424068767908</c:v>
                </c:pt>
                <c:pt idx="622">
                  <c:v>44.55587392550143</c:v>
                </c:pt>
                <c:pt idx="623">
                  <c:v>44.627507163323784</c:v>
                </c:pt>
                <c:pt idx="624">
                  <c:v>44.69914040114613</c:v>
                </c:pt>
                <c:pt idx="625">
                  <c:v>44.77077363896848</c:v>
                </c:pt>
                <c:pt idx="626">
                  <c:v>44.84240687679083</c:v>
                </c:pt>
                <c:pt idx="627">
                  <c:v>44.91404011461318</c:v>
                </c:pt>
                <c:pt idx="628">
                  <c:v>44.985673352435526</c:v>
                </c:pt>
                <c:pt idx="629">
                  <c:v>45.05730659025788</c:v>
                </c:pt>
                <c:pt idx="630">
                  <c:v>45.12893982808023</c:v>
                </c:pt>
                <c:pt idx="631">
                  <c:v>45.200573065902574</c:v>
                </c:pt>
                <c:pt idx="632">
                  <c:v>45.27220630372493</c:v>
                </c:pt>
                <c:pt idx="633">
                  <c:v>45.343839541547275</c:v>
                </c:pt>
                <c:pt idx="634">
                  <c:v>45.41547277936962</c:v>
                </c:pt>
                <c:pt idx="635">
                  <c:v>45.48710601719198</c:v>
                </c:pt>
                <c:pt idx="636">
                  <c:v>45.55873925501432</c:v>
                </c:pt>
                <c:pt idx="637">
                  <c:v>45.63037249283667</c:v>
                </c:pt>
                <c:pt idx="638">
                  <c:v>45.702005730659025</c:v>
                </c:pt>
                <c:pt idx="639">
                  <c:v>45.77363896848137</c:v>
                </c:pt>
                <c:pt idx="640">
                  <c:v>45.845272206303726</c:v>
                </c:pt>
                <c:pt idx="641">
                  <c:v>45.91690544412608</c:v>
                </c:pt>
                <c:pt idx="642">
                  <c:v>45.98853868194843</c:v>
                </c:pt>
                <c:pt idx="643">
                  <c:v>46.060171919770774</c:v>
                </c:pt>
                <c:pt idx="644">
                  <c:v>46.13180515759313</c:v>
                </c:pt>
                <c:pt idx="645">
                  <c:v>46.203438395415475</c:v>
                </c:pt>
                <c:pt idx="646">
                  <c:v>46.27507163323782</c:v>
                </c:pt>
                <c:pt idx="647">
                  <c:v>46.346704871060176</c:v>
                </c:pt>
                <c:pt idx="648">
                  <c:v>46.41833810888252</c:v>
                </c:pt>
                <c:pt idx="649">
                  <c:v>46.48997134670487</c:v>
                </c:pt>
                <c:pt idx="650">
                  <c:v>46.561604584527224</c:v>
                </c:pt>
                <c:pt idx="651">
                  <c:v>46.63323782234957</c:v>
                </c:pt>
                <c:pt idx="652">
                  <c:v>46.70487106017192</c:v>
                </c:pt>
                <c:pt idx="653">
                  <c:v>46.77650429799427</c:v>
                </c:pt>
                <c:pt idx="654">
                  <c:v>46.84813753581662</c:v>
                </c:pt>
                <c:pt idx="655">
                  <c:v>46.919770773638966</c:v>
                </c:pt>
                <c:pt idx="656">
                  <c:v>46.99140401146132</c:v>
                </c:pt>
                <c:pt idx="657">
                  <c:v>47.06303724928367</c:v>
                </c:pt>
                <c:pt idx="658">
                  <c:v>47.134670487106014</c:v>
                </c:pt>
                <c:pt idx="659">
                  <c:v>47.20630372492837</c:v>
                </c:pt>
                <c:pt idx="660">
                  <c:v>47.277936962750715</c:v>
                </c:pt>
                <c:pt idx="661">
                  <c:v>47.34957020057307</c:v>
                </c:pt>
                <c:pt idx="662">
                  <c:v>47.421203438395416</c:v>
                </c:pt>
                <c:pt idx="663">
                  <c:v>47.49283667621776</c:v>
                </c:pt>
                <c:pt idx="664">
                  <c:v>47.56446991404012</c:v>
                </c:pt>
                <c:pt idx="665">
                  <c:v>47.636103151862464</c:v>
                </c:pt>
                <c:pt idx="666">
                  <c:v>47.70773638968481</c:v>
                </c:pt>
                <c:pt idx="667">
                  <c:v>47.779369627507165</c:v>
                </c:pt>
                <c:pt idx="668">
                  <c:v>47.85100286532951</c:v>
                </c:pt>
                <c:pt idx="669">
                  <c:v>47.92263610315186</c:v>
                </c:pt>
                <c:pt idx="670">
                  <c:v>47.99426934097421</c:v>
                </c:pt>
                <c:pt idx="671">
                  <c:v>48.06590257879656</c:v>
                </c:pt>
                <c:pt idx="672">
                  <c:v>48.13753581661891</c:v>
                </c:pt>
                <c:pt idx="673">
                  <c:v>48.20916905444126</c:v>
                </c:pt>
                <c:pt idx="674">
                  <c:v>48.28080229226361</c:v>
                </c:pt>
                <c:pt idx="675">
                  <c:v>48.352435530085955</c:v>
                </c:pt>
                <c:pt idx="676">
                  <c:v>48.42406876790831</c:v>
                </c:pt>
                <c:pt idx="677">
                  <c:v>48.49570200573066</c:v>
                </c:pt>
                <c:pt idx="678">
                  <c:v>48.567335243553</c:v>
                </c:pt>
                <c:pt idx="679">
                  <c:v>48.63896848137536</c:v>
                </c:pt>
                <c:pt idx="680">
                  <c:v>48.71060171919771</c:v>
                </c:pt>
                <c:pt idx="681">
                  <c:v>48.78223495702006</c:v>
                </c:pt>
                <c:pt idx="682">
                  <c:v>48.853868194842406</c:v>
                </c:pt>
                <c:pt idx="683">
                  <c:v>48.92550143266476</c:v>
                </c:pt>
                <c:pt idx="684">
                  <c:v>48.99713467048711</c:v>
                </c:pt>
                <c:pt idx="685">
                  <c:v>49.06876790830946</c:v>
                </c:pt>
                <c:pt idx="686">
                  <c:v>49.14040114613181</c:v>
                </c:pt>
                <c:pt idx="687">
                  <c:v>49.212034383954155</c:v>
                </c:pt>
                <c:pt idx="688">
                  <c:v>49.28366762177651</c:v>
                </c:pt>
                <c:pt idx="689">
                  <c:v>49.355300859598856</c:v>
                </c:pt>
                <c:pt idx="690">
                  <c:v>49.4269340974212</c:v>
                </c:pt>
                <c:pt idx="691">
                  <c:v>49.49856733524356</c:v>
                </c:pt>
                <c:pt idx="692">
                  <c:v>49.570200573065904</c:v>
                </c:pt>
                <c:pt idx="693">
                  <c:v>49.64183381088825</c:v>
                </c:pt>
                <c:pt idx="694">
                  <c:v>49.713467048710605</c:v>
                </c:pt>
                <c:pt idx="695">
                  <c:v>49.78510028653295</c:v>
                </c:pt>
                <c:pt idx="696">
                  <c:v>49.8567335243553</c:v>
                </c:pt>
                <c:pt idx="697">
                  <c:v>49.92836676217765</c:v>
                </c:pt>
                <c:pt idx="698">
                  <c:v>50.0</c:v>
                </c:pt>
                <c:pt idx="699">
                  <c:v>50.071633237822354</c:v>
                </c:pt>
                <c:pt idx="700">
                  <c:v>50.1432664756447</c:v>
                </c:pt>
                <c:pt idx="701">
                  <c:v>50.214899713467055</c:v>
                </c:pt>
                <c:pt idx="702">
                  <c:v>50.286532951289395</c:v>
                </c:pt>
                <c:pt idx="703">
                  <c:v>50.358166189111756</c:v>
                </c:pt>
                <c:pt idx="704">
                  <c:v>50.429799426934096</c:v>
                </c:pt>
                <c:pt idx="705">
                  <c:v>50.50143266475645</c:v>
                </c:pt>
                <c:pt idx="706">
                  <c:v>50.5730659025788</c:v>
                </c:pt>
                <c:pt idx="707">
                  <c:v>50.64469914040115</c:v>
                </c:pt>
                <c:pt idx="708">
                  <c:v>50.71633237822349</c:v>
                </c:pt>
                <c:pt idx="709">
                  <c:v>50.78796561604585</c:v>
                </c:pt>
                <c:pt idx="710">
                  <c:v>50.85959885386819</c:v>
                </c:pt>
                <c:pt idx="711">
                  <c:v>50.931232091690546</c:v>
                </c:pt>
                <c:pt idx="712">
                  <c:v>51.00286532951289</c:v>
                </c:pt>
                <c:pt idx="713">
                  <c:v>51.07449856733525</c:v>
                </c:pt>
                <c:pt idx="714">
                  <c:v>51.146131805157594</c:v>
                </c:pt>
                <c:pt idx="715">
                  <c:v>51.21776504297995</c:v>
                </c:pt>
                <c:pt idx="716">
                  <c:v>51.28939828080229</c:v>
                </c:pt>
                <c:pt idx="717">
                  <c:v>51.36103151862464</c:v>
                </c:pt>
                <c:pt idx="718">
                  <c:v>51.43266475644699</c:v>
                </c:pt>
                <c:pt idx="719">
                  <c:v>51.50429799426934</c:v>
                </c:pt>
                <c:pt idx="720">
                  <c:v>51.57593123209169</c:v>
                </c:pt>
                <c:pt idx="721">
                  <c:v>51.647564469914045</c:v>
                </c:pt>
                <c:pt idx="722">
                  <c:v>51.719197707736384</c:v>
                </c:pt>
                <c:pt idx="723">
                  <c:v>51.79083094555874</c:v>
                </c:pt>
                <c:pt idx="724">
                  <c:v>51.862464183381086</c:v>
                </c:pt>
                <c:pt idx="725">
                  <c:v>51.93409742120344</c:v>
                </c:pt>
                <c:pt idx="726">
                  <c:v>52.00573065902579</c:v>
                </c:pt>
                <c:pt idx="727">
                  <c:v>52.07736389684814</c:v>
                </c:pt>
                <c:pt idx="728">
                  <c:v>52.14899713467048</c:v>
                </c:pt>
                <c:pt idx="729">
                  <c:v>52.220630372492835</c:v>
                </c:pt>
                <c:pt idx="730">
                  <c:v>52.29226361031518</c:v>
                </c:pt>
                <c:pt idx="731">
                  <c:v>52.363896848137536</c:v>
                </c:pt>
                <c:pt idx="732">
                  <c:v>52.43553008595988</c:v>
                </c:pt>
                <c:pt idx="733">
                  <c:v>52.50716332378224</c:v>
                </c:pt>
                <c:pt idx="734">
                  <c:v>52.57879656160458</c:v>
                </c:pt>
                <c:pt idx="735">
                  <c:v>52.65042979942693</c:v>
                </c:pt>
                <c:pt idx="736">
                  <c:v>52.72206303724928</c:v>
                </c:pt>
                <c:pt idx="737">
                  <c:v>52.79369627507163</c:v>
                </c:pt>
                <c:pt idx="738">
                  <c:v>52.865329512893986</c:v>
                </c:pt>
                <c:pt idx="739">
                  <c:v>52.93696275071633</c:v>
                </c:pt>
                <c:pt idx="740">
                  <c:v>53.00859598853869</c:v>
                </c:pt>
                <c:pt idx="741">
                  <c:v>53.080229226361034</c:v>
                </c:pt>
                <c:pt idx="742">
                  <c:v>53.15186246418339</c:v>
                </c:pt>
                <c:pt idx="743">
                  <c:v>53.22349570200573</c:v>
                </c:pt>
                <c:pt idx="744">
                  <c:v>53.29512893982808</c:v>
                </c:pt>
                <c:pt idx="745">
                  <c:v>53.36676217765043</c:v>
                </c:pt>
                <c:pt idx="746">
                  <c:v>53.43839541547278</c:v>
                </c:pt>
                <c:pt idx="747">
                  <c:v>53.51002865329513</c:v>
                </c:pt>
                <c:pt idx="748">
                  <c:v>53.581661891117484</c:v>
                </c:pt>
                <c:pt idx="749">
                  <c:v>53.653295128939824</c:v>
                </c:pt>
                <c:pt idx="750">
                  <c:v>53.72492836676218</c:v>
                </c:pt>
                <c:pt idx="751">
                  <c:v>53.796561604584525</c:v>
                </c:pt>
                <c:pt idx="752">
                  <c:v>53.86819484240688</c:v>
                </c:pt>
                <c:pt idx="753">
                  <c:v>53.939828080229226</c:v>
                </c:pt>
                <c:pt idx="754">
                  <c:v>54.01146131805158</c:v>
                </c:pt>
                <c:pt idx="755">
                  <c:v>54.08309455587392</c:v>
                </c:pt>
                <c:pt idx="756">
                  <c:v>54.15472779369628</c:v>
                </c:pt>
                <c:pt idx="757">
                  <c:v>54.22636103151862</c:v>
                </c:pt>
                <c:pt idx="758">
                  <c:v>54.297994269340975</c:v>
                </c:pt>
                <c:pt idx="759">
                  <c:v>54.36962750716332</c:v>
                </c:pt>
                <c:pt idx="760">
                  <c:v>54.44126074498568</c:v>
                </c:pt>
                <c:pt idx="761">
                  <c:v>54.512893982808016</c:v>
                </c:pt>
                <c:pt idx="762">
                  <c:v>54.58452722063038</c:v>
                </c:pt>
                <c:pt idx="763">
                  <c:v>54.65616045845272</c:v>
                </c:pt>
                <c:pt idx="764">
                  <c:v>54.72779369627507</c:v>
                </c:pt>
                <c:pt idx="765">
                  <c:v>54.79942693409742</c:v>
                </c:pt>
                <c:pt idx="766">
                  <c:v>54.87106017191977</c:v>
                </c:pt>
                <c:pt idx="767">
                  <c:v>54.94269340974212</c:v>
                </c:pt>
                <c:pt idx="768">
                  <c:v>55.014326647564474</c:v>
                </c:pt>
                <c:pt idx="769">
                  <c:v>55.08595988538681</c:v>
                </c:pt>
                <c:pt idx="770">
                  <c:v>55.15759312320917</c:v>
                </c:pt>
                <c:pt idx="771">
                  <c:v>55.229226361031515</c:v>
                </c:pt>
                <c:pt idx="772">
                  <c:v>55.30085959885387</c:v>
                </c:pt>
                <c:pt idx="773">
                  <c:v>55.372492836676216</c:v>
                </c:pt>
                <c:pt idx="774">
                  <c:v>55.44412607449857</c:v>
                </c:pt>
                <c:pt idx="775">
                  <c:v>55.51575931232091</c:v>
                </c:pt>
                <c:pt idx="776">
                  <c:v>55.587392550143264</c:v>
                </c:pt>
                <c:pt idx="777">
                  <c:v>55.65902578796562</c:v>
                </c:pt>
                <c:pt idx="778">
                  <c:v>55.730659025787965</c:v>
                </c:pt>
                <c:pt idx="779">
                  <c:v>55.80229226361032</c:v>
                </c:pt>
                <c:pt idx="780">
                  <c:v>55.873925501432666</c:v>
                </c:pt>
                <c:pt idx="781">
                  <c:v>55.94555873925502</c:v>
                </c:pt>
                <c:pt idx="782">
                  <c:v>56.01719197707736</c:v>
                </c:pt>
                <c:pt idx="783">
                  <c:v>56.08882521489972</c:v>
                </c:pt>
                <c:pt idx="784">
                  <c:v>56.16045845272206</c:v>
                </c:pt>
                <c:pt idx="785">
                  <c:v>56.232091690544415</c:v>
                </c:pt>
                <c:pt idx="786">
                  <c:v>56.30372492836676</c:v>
                </c:pt>
                <c:pt idx="787">
                  <c:v>56.375358166189116</c:v>
                </c:pt>
                <c:pt idx="788">
                  <c:v>56.446991404011456</c:v>
                </c:pt>
                <c:pt idx="789">
                  <c:v>56.51862464183382</c:v>
                </c:pt>
                <c:pt idx="790">
                  <c:v>56.59025787965616</c:v>
                </c:pt>
                <c:pt idx="791">
                  <c:v>56.66189111747851</c:v>
                </c:pt>
                <c:pt idx="792">
                  <c:v>56.73352435530086</c:v>
                </c:pt>
                <c:pt idx="793">
                  <c:v>56.80515759312321</c:v>
                </c:pt>
                <c:pt idx="794">
                  <c:v>56.87679083094556</c:v>
                </c:pt>
                <c:pt idx="795">
                  <c:v>56.94842406876791</c:v>
                </c:pt>
                <c:pt idx="796">
                  <c:v>57.02005730659025</c:v>
                </c:pt>
                <c:pt idx="797">
                  <c:v>57.09169054441261</c:v>
                </c:pt>
                <c:pt idx="798">
                  <c:v>57.163323782234954</c:v>
                </c:pt>
                <c:pt idx="799">
                  <c:v>57.23495702005731</c:v>
                </c:pt>
                <c:pt idx="800">
                  <c:v>57.306590257879655</c:v>
                </c:pt>
                <c:pt idx="801">
                  <c:v>57.37822349570201</c:v>
                </c:pt>
                <c:pt idx="802">
                  <c:v>57.44985673352435</c:v>
                </c:pt>
                <c:pt idx="803">
                  <c:v>57.5214899713467</c:v>
                </c:pt>
                <c:pt idx="804">
                  <c:v>57.59312320916905</c:v>
                </c:pt>
                <c:pt idx="805">
                  <c:v>57.664756446991404</c:v>
                </c:pt>
                <c:pt idx="806">
                  <c:v>57.73638968481375</c:v>
                </c:pt>
                <c:pt idx="807">
                  <c:v>57.808022922636106</c:v>
                </c:pt>
                <c:pt idx="808">
                  <c:v>57.879656160458445</c:v>
                </c:pt>
                <c:pt idx="809">
                  <c:v>57.95128939828081</c:v>
                </c:pt>
                <c:pt idx="810">
                  <c:v>58.02292263610315</c:v>
                </c:pt>
                <c:pt idx="811">
                  <c:v>58.0945558739255</c:v>
                </c:pt>
                <c:pt idx="812">
                  <c:v>58.16618911174785</c:v>
                </c:pt>
                <c:pt idx="813">
                  <c:v>58.2378223495702</c:v>
                </c:pt>
                <c:pt idx="814">
                  <c:v>58.30945558739254</c:v>
                </c:pt>
                <c:pt idx="815">
                  <c:v>58.3810888252149</c:v>
                </c:pt>
                <c:pt idx="816">
                  <c:v>58.45272206303726</c:v>
                </c:pt>
                <c:pt idx="817">
                  <c:v>58.5243553008596</c:v>
                </c:pt>
                <c:pt idx="818">
                  <c:v>58.59598853868195</c:v>
                </c:pt>
                <c:pt idx="819">
                  <c:v>58.6676217765043</c:v>
                </c:pt>
                <c:pt idx="820">
                  <c:v>58.73925501432665</c:v>
                </c:pt>
                <c:pt idx="821">
                  <c:v>58.810888252149</c:v>
                </c:pt>
                <c:pt idx="822">
                  <c:v>58.88252148997135</c:v>
                </c:pt>
                <c:pt idx="823">
                  <c:v>58.95415472779369</c:v>
                </c:pt>
                <c:pt idx="824">
                  <c:v>59.02578796561605</c:v>
                </c:pt>
                <c:pt idx="825">
                  <c:v>59.097421203438394</c:v>
                </c:pt>
                <c:pt idx="826">
                  <c:v>59.16905444126075</c:v>
                </c:pt>
                <c:pt idx="827">
                  <c:v>59.240687679083095</c:v>
                </c:pt>
                <c:pt idx="828">
                  <c:v>59.31232091690545</c:v>
                </c:pt>
                <c:pt idx="829">
                  <c:v>59.38395415472779</c:v>
                </c:pt>
                <c:pt idx="830">
                  <c:v>59.45558739255014</c:v>
                </c:pt>
                <c:pt idx="831">
                  <c:v>59.52722063037249</c:v>
                </c:pt>
                <c:pt idx="832">
                  <c:v>59.598853868194844</c:v>
                </c:pt>
                <c:pt idx="833">
                  <c:v>59.67048710601719</c:v>
                </c:pt>
                <c:pt idx="834">
                  <c:v>59.742120343839545</c:v>
                </c:pt>
                <c:pt idx="835">
                  <c:v>59.813753581661885</c:v>
                </c:pt>
                <c:pt idx="836">
                  <c:v>59.885386819484246</c:v>
                </c:pt>
                <c:pt idx="837">
                  <c:v>59.957020057306586</c:v>
                </c:pt>
                <c:pt idx="838">
                  <c:v>60.02865329512894</c:v>
                </c:pt>
                <c:pt idx="839">
                  <c:v>60.10028653295129</c:v>
                </c:pt>
                <c:pt idx="840">
                  <c:v>60.17191977077364</c:v>
                </c:pt>
                <c:pt idx="841">
                  <c:v>60.24355300859598</c:v>
                </c:pt>
                <c:pt idx="842">
                  <c:v>60.31518624641834</c:v>
                </c:pt>
                <c:pt idx="843">
                  <c:v>60.38681948424068</c:v>
                </c:pt>
                <c:pt idx="844">
                  <c:v>60.458452722063036</c:v>
                </c:pt>
                <c:pt idx="845">
                  <c:v>60.53008595988538</c:v>
                </c:pt>
                <c:pt idx="846">
                  <c:v>60.60171919770774</c:v>
                </c:pt>
                <c:pt idx="847">
                  <c:v>60.673352435530084</c:v>
                </c:pt>
                <c:pt idx="848">
                  <c:v>60.74498567335244</c:v>
                </c:pt>
                <c:pt idx="849">
                  <c:v>60.81661891117478</c:v>
                </c:pt>
                <c:pt idx="850">
                  <c:v>60.88825214899713</c:v>
                </c:pt>
                <c:pt idx="851">
                  <c:v>60.95988538681948</c:v>
                </c:pt>
                <c:pt idx="852">
                  <c:v>61.03151862464183</c:v>
                </c:pt>
                <c:pt idx="853">
                  <c:v>61.10315186246418</c:v>
                </c:pt>
                <c:pt idx="854">
                  <c:v>61.174785100286535</c:v>
                </c:pt>
                <c:pt idx="855">
                  <c:v>61.24641833810889</c:v>
                </c:pt>
                <c:pt idx="856">
                  <c:v>61.31805157593123</c:v>
                </c:pt>
                <c:pt idx="857">
                  <c:v>61.38968481375359</c:v>
                </c:pt>
                <c:pt idx="858">
                  <c:v>61.46131805157593</c:v>
                </c:pt>
                <c:pt idx="859">
                  <c:v>61.532951289398284</c:v>
                </c:pt>
                <c:pt idx="860">
                  <c:v>61.60458452722063</c:v>
                </c:pt>
                <c:pt idx="861">
                  <c:v>61.676217765042985</c:v>
                </c:pt>
                <c:pt idx="862">
                  <c:v>61.74785100286533</c:v>
                </c:pt>
                <c:pt idx="863">
                  <c:v>61.819484240687686</c:v>
                </c:pt>
                <c:pt idx="864">
                  <c:v>61.891117478510026</c:v>
                </c:pt>
                <c:pt idx="865">
                  <c:v>61.96275071633238</c:v>
                </c:pt>
                <c:pt idx="866">
                  <c:v>62.03438395415473</c:v>
                </c:pt>
                <c:pt idx="867">
                  <c:v>62.10601719197708</c:v>
                </c:pt>
                <c:pt idx="868">
                  <c:v>62.17765042979943</c:v>
                </c:pt>
                <c:pt idx="869">
                  <c:v>62.24928366762178</c:v>
                </c:pt>
                <c:pt idx="870">
                  <c:v>62.32091690544412</c:v>
                </c:pt>
                <c:pt idx="871">
                  <c:v>62.392550143266476</c:v>
                </c:pt>
                <c:pt idx="872">
                  <c:v>62.46418338108882</c:v>
                </c:pt>
                <c:pt idx="873">
                  <c:v>62.53581661891118</c:v>
                </c:pt>
                <c:pt idx="874">
                  <c:v>62.607449856733524</c:v>
                </c:pt>
                <c:pt idx="875">
                  <c:v>62.67908309455588</c:v>
                </c:pt>
                <c:pt idx="876">
                  <c:v>62.75071633237822</c:v>
                </c:pt>
                <c:pt idx="877">
                  <c:v>62.82234957020057</c:v>
                </c:pt>
                <c:pt idx="878">
                  <c:v>62.89398280802292</c:v>
                </c:pt>
                <c:pt idx="879">
                  <c:v>62.96561604584527</c:v>
                </c:pt>
                <c:pt idx="880">
                  <c:v>63.03724928366762</c:v>
                </c:pt>
                <c:pt idx="881">
                  <c:v>63.108882521489974</c:v>
                </c:pt>
                <c:pt idx="882">
                  <c:v>63.180515759312314</c:v>
                </c:pt>
                <c:pt idx="883">
                  <c:v>63.25214899713467</c:v>
                </c:pt>
                <c:pt idx="884">
                  <c:v>63.323782234957015</c:v>
                </c:pt>
                <c:pt idx="885">
                  <c:v>63.39541547277937</c:v>
                </c:pt>
                <c:pt idx="886">
                  <c:v>63.467048710601716</c:v>
                </c:pt>
                <c:pt idx="887">
                  <c:v>63.53868194842407</c:v>
                </c:pt>
                <c:pt idx="888">
                  <c:v>63.61031518624641</c:v>
                </c:pt>
                <c:pt idx="889">
                  <c:v>63.68194842406877</c:v>
                </c:pt>
                <c:pt idx="890">
                  <c:v>63.75358166189111</c:v>
                </c:pt>
                <c:pt idx="891">
                  <c:v>63.825214899713465</c:v>
                </c:pt>
                <c:pt idx="892">
                  <c:v>63.89684813753582</c:v>
                </c:pt>
                <c:pt idx="893">
                  <c:v>63.96848137535817</c:v>
                </c:pt>
                <c:pt idx="894">
                  <c:v>64.04011461318052</c:v>
                </c:pt>
                <c:pt idx="895">
                  <c:v>64.11174785100286</c:v>
                </c:pt>
                <c:pt idx="896">
                  <c:v>64.18338108882521</c:v>
                </c:pt>
                <c:pt idx="897">
                  <c:v>64.25501432664757</c:v>
                </c:pt>
                <c:pt idx="898">
                  <c:v>64.32664756446992</c:v>
                </c:pt>
                <c:pt idx="899">
                  <c:v>64.39828080229226</c:v>
                </c:pt>
                <c:pt idx="900">
                  <c:v>64.46991404011462</c:v>
                </c:pt>
                <c:pt idx="901">
                  <c:v>64.54154727793696</c:v>
                </c:pt>
                <c:pt idx="902">
                  <c:v>64.61318051575931</c:v>
                </c:pt>
                <c:pt idx="903">
                  <c:v>64.68481375358166</c:v>
                </c:pt>
                <c:pt idx="904">
                  <c:v>64.75644699140402</c:v>
                </c:pt>
                <c:pt idx="905">
                  <c:v>64.82808022922636</c:v>
                </c:pt>
                <c:pt idx="906">
                  <c:v>64.89971346704871</c:v>
                </c:pt>
                <c:pt idx="907">
                  <c:v>64.97134670487105</c:v>
                </c:pt>
                <c:pt idx="908">
                  <c:v>65.0429799426934</c:v>
                </c:pt>
                <c:pt idx="909">
                  <c:v>65.11461318051576</c:v>
                </c:pt>
                <c:pt idx="910">
                  <c:v>65.18624641833811</c:v>
                </c:pt>
                <c:pt idx="911">
                  <c:v>65.25787965616045</c:v>
                </c:pt>
                <c:pt idx="912">
                  <c:v>65.32951289398281</c:v>
                </c:pt>
                <c:pt idx="913">
                  <c:v>65.40114613180515</c:v>
                </c:pt>
                <c:pt idx="914">
                  <c:v>65.4727793696275</c:v>
                </c:pt>
                <c:pt idx="915">
                  <c:v>65.54441260744986</c:v>
                </c:pt>
                <c:pt idx="916">
                  <c:v>65.61604584527221</c:v>
                </c:pt>
                <c:pt idx="917">
                  <c:v>65.68767908309455</c:v>
                </c:pt>
                <c:pt idx="918">
                  <c:v>65.7593123209169</c:v>
                </c:pt>
                <c:pt idx="919">
                  <c:v>65.83094555873924</c:v>
                </c:pt>
                <c:pt idx="920">
                  <c:v>65.90257879656161</c:v>
                </c:pt>
                <c:pt idx="921">
                  <c:v>65.97421203438395</c:v>
                </c:pt>
                <c:pt idx="922">
                  <c:v>66.04584527220631</c:v>
                </c:pt>
                <c:pt idx="923">
                  <c:v>66.11747851002865</c:v>
                </c:pt>
                <c:pt idx="924">
                  <c:v>66.189111747851</c:v>
                </c:pt>
                <c:pt idx="925">
                  <c:v>66.26074498567334</c:v>
                </c:pt>
                <c:pt idx="926">
                  <c:v>66.33237822349571</c:v>
                </c:pt>
                <c:pt idx="927">
                  <c:v>66.40401146131805</c:v>
                </c:pt>
                <c:pt idx="928">
                  <c:v>66.4756446991404</c:v>
                </c:pt>
                <c:pt idx="929">
                  <c:v>66.54727793696274</c:v>
                </c:pt>
                <c:pt idx="930">
                  <c:v>66.6189111747851</c:v>
                </c:pt>
                <c:pt idx="931">
                  <c:v>66.69054441260745</c:v>
                </c:pt>
                <c:pt idx="932">
                  <c:v>66.7621776504298</c:v>
                </c:pt>
                <c:pt idx="933">
                  <c:v>66.83381088825216</c:v>
                </c:pt>
                <c:pt idx="934">
                  <c:v>66.9054441260745</c:v>
                </c:pt>
                <c:pt idx="935">
                  <c:v>66.97707736389685</c:v>
                </c:pt>
                <c:pt idx="936">
                  <c:v>67.0487106017192</c:v>
                </c:pt>
                <c:pt idx="937">
                  <c:v>67.12034383954155</c:v>
                </c:pt>
                <c:pt idx="938">
                  <c:v>67.1919770773639</c:v>
                </c:pt>
                <c:pt idx="939">
                  <c:v>67.26361031518626</c:v>
                </c:pt>
                <c:pt idx="940">
                  <c:v>67.3352435530086</c:v>
                </c:pt>
                <c:pt idx="941">
                  <c:v>67.40687679083095</c:v>
                </c:pt>
                <c:pt idx="942">
                  <c:v>67.47851002865329</c:v>
                </c:pt>
                <c:pt idx="943">
                  <c:v>67.55014326647564</c:v>
                </c:pt>
                <c:pt idx="944">
                  <c:v>67.621776504298</c:v>
                </c:pt>
                <c:pt idx="945">
                  <c:v>67.69340974212035</c:v>
                </c:pt>
                <c:pt idx="946">
                  <c:v>67.76504297994269</c:v>
                </c:pt>
                <c:pt idx="947">
                  <c:v>67.83667621776505</c:v>
                </c:pt>
                <c:pt idx="948">
                  <c:v>67.90830945558739</c:v>
                </c:pt>
                <c:pt idx="949">
                  <c:v>67.97994269340974</c:v>
                </c:pt>
                <c:pt idx="950">
                  <c:v>68.0515759312321</c:v>
                </c:pt>
                <c:pt idx="951">
                  <c:v>68.12320916905445</c:v>
                </c:pt>
                <c:pt idx="952">
                  <c:v>68.19484240687679</c:v>
                </c:pt>
                <c:pt idx="953">
                  <c:v>68.26647564469914</c:v>
                </c:pt>
                <c:pt idx="954">
                  <c:v>68.33810888252148</c:v>
                </c:pt>
                <c:pt idx="955">
                  <c:v>68.40974212034384</c:v>
                </c:pt>
                <c:pt idx="956">
                  <c:v>68.48137535816619</c:v>
                </c:pt>
                <c:pt idx="957">
                  <c:v>68.55300859598854</c:v>
                </c:pt>
                <c:pt idx="958">
                  <c:v>68.62464183381088</c:v>
                </c:pt>
                <c:pt idx="959">
                  <c:v>68.69627507163324</c:v>
                </c:pt>
                <c:pt idx="960">
                  <c:v>68.76790830945558</c:v>
                </c:pt>
                <c:pt idx="961">
                  <c:v>68.83954154727793</c:v>
                </c:pt>
                <c:pt idx="962">
                  <c:v>68.91117478510029</c:v>
                </c:pt>
                <c:pt idx="963">
                  <c:v>68.98280802292264</c:v>
                </c:pt>
                <c:pt idx="964">
                  <c:v>69.05444126074498</c:v>
                </c:pt>
                <c:pt idx="965">
                  <c:v>69.12607449856733</c:v>
                </c:pt>
                <c:pt idx="966">
                  <c:v>69.19770773638967</c:v>
                </c:pt>
                <c:pt idx="967">
                  <c:v>69.26934097421203</c:v>
                </c:pt>
                <c:pt idx="968">
                  <c:v>69.34097421203438</c:v>
                </c:pt>
                <c:pt idx="969">
                  <c:v>69.41260744985674</c:v>
                </c:pt>
                <c:pt idx="970">
                  <c:v>69.48424068767909</c:v>
                </c:pt>
                <c:pt idx="971">
                  <c:v>69.55587392550143</c:v>
                </c:pt>
                <c:pt idx="972">
                  <c:v>69.62750716332378</c:v>
                </c:pt>
                <c:pt idx="973">
                  <c:v>69.69914040114614</c:v>
                </c:pt>
                <c:pt idx="974">
                  <c:v>69.77077363896849</c:v>
                </c:pt>
                <c:pt idx="975">
                  <c:v>69.84240687679083</c:v>
                </c:pt>
                <c:pt idx="976">
                  <c:v>69.91404011461319</c:v>
                </c:pt>
                <c:pt idx="977">
                  <c:v>69.98567335243553</c:v>
                </c:pt>
                <c:pt idx="978">
                  <c:v>70.05730659025788</c:v>
                </c:pt>
                <c:pt idx="979">
                  <c:v>70.12893982808023</c:v>
                </c:pt>
                <c:pt idx="980">
                  <c:v>70.20057306590259</c:v>
                </c:pt>
                <c:pt idx="981">
                  <c:v>70.27220630372493</c:v>
                </c:pt>
                <c:pt idx="982">
                  <c:v>70.34383954154728</c:v>
                </c:pt>
                <c:pt idx="983">
                  <c:v>70.41547277936962</c:v>
                </c:pt>
                <c:pt idx="984">
                  <c:v>70.48710601719198</c:v>
                </c:pt>
                <c:pt idx="985">
                  <c:v>70.55873925501433</c:v>
                </c:pt>
                <c:pt idx="986">
                  <c:v>70.63037249283668</c:v>
                </c:pt>
                <c:pt idx="987">
                  <c:v>70.70200573065902</c:v>
                </c:pt>
                <c:pt idx="988">
                  <c:v>70.77363896848138</c:v>
                </c:pt>
                <c:pt idx="989">
                  <c:v>70.84527220630372</c:v>
                </c:pt>
                <c:pt idx="990">
                  <c:v>70.91690544412607</c:v>
                </c:pt>
                <c:pt idx="991">
                  <c:v>70.98853868194843</c:v>
                </c:pt>
                <c:pt idx="992">
                  <c:v>71.06017191977078</c:v>
                </c:pt>
                <c:pt idx="993">
                  <c:v>71.13180515759312</c:v>
                </c:pt>
                <c:pt idx="994">
                  <c:v>71.20343839541547</c:v>
                </c:pt>
                <c:pt idx="995">
                  <c:v>71.27507163323781</c:v>
                </c:pt>
                <c:pt idx="996">
                  <c:v>71.34670487106017</c:v>
                </c:pt>
                <c:pt idx="997">
                  <c:v>71.41833810888252</c:v>
                </c:pt>
                <c:pt idx="998">
                  <c:v>71.48997134670488</c:v>
                </c:pt>
                <c:pt idx="999">
                  <c:v>71.56160458452722</c:v>
                </c:pt>
                <c:pt idx="1000">
                  <c:v>71.63323782234957</c:v>
                </c:pt>
                <c:pt idx="1001">
                  <c:v>71.70487106017191</c:v>
                </c:pt>
                <c:pt idx="1002">
                  <c:v>71.77650429799426</c:v>
                </c:pt>
                <c:pt idx="1003">
                  <c:v>71.84813753581662</c:v>
                </c:pt>
                <c:pt idx="1004">
                  <c:v>71.91977077363897</c:v>
                </c:pt>
                <c:pt idx="1005">
                  <c:v>71.99140401146131</c:v>
                </c:pt>
                <c:pt idx="1006">
                  <c:v>72.06303724928367</c:v>
                </c:pt>
                <c:pt idx="1007">
                  <c:v>72.134670487106</c:v>
                </c:pt>
                <c:pt idx="1008">
                  <c:v>72.20630372492836</c:v>
                </c:pt>
                <c:pt idx="1009">
                  <c:v>72.27793696275072</c:v>
                </c:pt>
                <c:pt idx="1010">
                  <c:v>72.34957020057307</c:v>
                </c:pt>
                <c:pt idx="1011">
                  <c:v>72.42120343839542</c:v>
                </c:pt>
                <c:pt idx="1012">
                  <c:v>72.49283667621776</c:v>
                </c:pt>
                <c:pt idx="1013">
                  <c:v>72.56446991404012</c:v>
                </c:pt>
                <c:pt idx="1014">
                  <c:v>72.63610315186246</c:v>
                </c:pt>
                <c:pt idx="1015">
                  <c:v>72.70773638968481</c:v>
                </c:pt>
                <c:pt idx="1016">
                  <c:v>72.77936962750717</c:v>
                </c:pt>
                <c:pt idx="1017">
                  <c:v>72.85100286532952</c:v>
                </c:pt>
                <c:pt idx="1018">
                  <c:v>72.92263610315186</c:v>
                </c:pt>
                <c:pt idx="1019">
                  <c:v>72.99426934097421</c:v>
                </c:pt>
                <c:pt idx="1020">
                  <c:v>73.06590257879655</c:v>
                </c:pt>
                <c:pt idx="1021">
                  <c:v>73.13753581661892</c:v>
                </c:pt>
                <c:pt idx="1022">
                  <c:v>73.20916905444126</c:v>
                </c:pt>
                <c:pt idx="1023">
                  <c:v>73.28080229226362</c:v>
                </c:pt>
                <c:pt idx="1024">
                  <c:v>73.35243553008596</c:v>
                </c:pt>
                <c:pt idx="1025">
                  <c:v>73.42406876790831</c:v>
                </c:pt>
                <c:pt idx="1026">
                  <c:v>73.49570200573066</c:v>
                </c:pt>
                <c:pt idx="1027">
                  <c:v>73.56733524355302</c:v>
                </c:pt>
                <c:pt idx="1028">
                  <c:v>73.63896848137536</c:v>
                </c:pt>
                <c:pt idx="1029">
                  <c:v>73.71060171919771</c:v>
                </c:pt>
                <c:pt idx="1030">
                  <c:v>73.78223495702005</c:v>
                </c:pt>
                <c:pt idx="1031">
                  <c:v>73.8538681948424</c:v>
                </c:pt>
                <c:pt idx="1032">
                  <c:v>73.92550143266476</c:v>
                </c:pt>
                <c:pt idx="1033">
                  <c:v>73.99713467048711</c:v>
                </c:pt>
                <c:pt idx="1034">
                  <c:v>74.06876790830945</c:v>
                </c:pt>
                <c:pt idx="1035">
                  <c:v>74.14040114613181</c:v>
                </c:pt>
                <c:pt idx="1036">
                  <c:v>74.21203438395415</c:v>
                </c:pt>
                <c:pt idx="1037">
                  <c:v>74.2836676217765</c:v>
                </c:pt>
                <c:pt idx="1038">
                  <c:v>74.35530085959886</c:v>
                </c:pt>
                <c:pt idx="1039">
                  <c:v>74.42693409742121</c:v>
                </c:pt>
                <c:pt idx="1040">
                  <c:v>74.49856733524355</c:v>
                </c:pt>
                <c:pt idx="1041">
                  <c:v>74.5702005730659</c:v>
                </c:pt>
                <c:pt idx="1042">
                  <c:v>74.64183381088824</c:v>
                </c:pt>
                <c:pt idx="1043">
                  <c:v>74.7134670487106</c:v>
                </c:pt>
                <c:pt idx="1044">
                  <c:v>74.78510028653295</c:v>
                </c:pt>
                <c:pt idx="1045">
                  <c:v>74.8567335243553</c:v>
                </c:pt>
                <c:pt idx="1046">
                  <c:v>74.92836676217765</c:v>
                </c:pt>
                <c:pt idx="1047">
                  <c:v>75.0</c:v>
                </c:pt>
                <c:pt idx="1048">
                  <c:v>75.07163323782235</c:v>
                </c:pt>
                <c:pt idx="1049">
                  <c:v>75.1432664756447</c:v>
                </c:pt>
                <c:pt idx="1050">
                  <c:v>75.21489971346705</c:v>
                </c:pt>
                <c:pt idx="1051">
                  <c:v>75.2865329512894</c:v>
                </c:pt>
                <c:pt idx="1052">
                  <c:v>75.35816618911176</c:v>
                </c:pt>
                <c:pt idx="1053">
                  <c:v>75.4297994269341</c:v>
                </c:pt>
                <c:pt idx="1054">
                  <c:v>75.50143266475645</c:v>
                </c:pt>
                <c:pt idx="1055">
                  <c:v>75.57306590257879</c:v>
                </c:pt>
                <c:pt idx="1056">
                  <c:v>75.64469914040114</c:v>
                </c:pt>
                <c:pt idx="1057">
                  <c:v>75.7163323782235</c:v>
                </c:pt>
                <c:pt idx="1058">
                  <c:v>75.78796561604585</c:v>
                </c:pt>
                <c:pt idx="1059">
                  <c:v>75.85959885386819</c:v>
                </c:pt>
                <c:pt idx="1060">
                  <c:v>75.93123209169055</c:v>
                </c:pt>
                <c:pt idx="1061">
                  <c:v>76.00286532951289</c:v>
                </c:pt>
                <c:pt idx="1062">
                  <c:v>76.07449856733524</c:v>
                </c:pt>
                <c:pt idx="1063">
                  <c:v>76.1461318051576</c:v>
                </c:pt>
                <c:pt idx="1064">
                  <c:v>76.21776504297995</c:v>
                </c:pt>
                <c:pt idx="1065">
                  <c:v>76.28939828080229</c:v>
                </c:pt>
                <c:pt idx="1066">
                  <c:v>76.36103151862464</c:v>
                </c:pt>
                <c:pt idx="1067">
                  <c:v>76.43266475644698</c:v>
                </c:pt>
                <c:pt idx="1068">
                  <c:v>76.50429799426934</c:v>
                </c:pt>
                <c:pt idx="1069">
                  <c:v>76.57593123209169</c:v>
                </c:pt>
                <c:pt idx="1070">
                  <c:v>76.64756446991404</c:v>
                </c:pt>
                <c:pt idx="1071">
                  <c:v>76.71919770773638</c:v>
                </c:pt>
                <c:pt idx="1072">
                  <c:v>76.79083094555874</c:v>
                </c:pt>
                <c:pt idx="1073">
                  <c:v>76.86246418338108</c:v>
                </c:pt>
                <c:pt idx="1074">
                  <c:v>76.93409742120345</c:v>
                </c:pt>
                <c:pt idx="1075">
                  <c:v>77.00573065902579</c:v>
                </c:pt>
                <c:pt idx="1076">
                  <c:v>77.07736389684814</c:v>
                </c:pt>
                <c:pt idx="1077">
                  <c:v>77.14899713467048</c:v>
                </c:pt>
                <c:pt idx="1078">
                  <c:v>77.22063037249283</c:v>
                </c:pt>
                <c:pt idx="1079">
                  <c:v>77.29226361031519</c:v>
                </c:pt>
                <c:pt idx="1080">
                  <c:v>77.36389684813754</c:v>
                </c:pt>
                <c:pt idx="1081">
                  <c:v>77.43553008595988</c:v>
                </c:pt>
                <c:pt idx="1082">
                  <c:v>77.50716332378224</c:v>
                </c:pt>
                <c:pt idx="1083">
                  <c:v>77.57879656160458</c:v>
                </c:pt>
                <c:pt idx="1084">
                  <c:v>77.65042979942693</c:v>
                </c:pt>
                <c:pt idx="1085">
                  <c:v>77.72206303724928</c:v>
                </c:pt>
                <c:pt idx="1086">
                  <c:v>77.79369627507164</c:v>
                </c:pt>
                <c:pt idx="1087">
                  <c:v>77.865329512894</c:v>
                </c:pt>
                <c:pt idx="1088">
                  <c:v>77.93696275071633</c:v>
                </c:pt>
                <c:pt idx="1089">
                  <c:v>78.00859598853869</c:v>
                </c:pt>
                <c:pt idx="1090">
                  <c:v>78.08022922636103</c:v>
                </c:pt>
                <c:pt idx="1091">
                  <c:v>78.15186246418338</c:v>
                </c:pt>
                <c:pt idx="1092">
                  <c:v>78.22349570200574</c:v>
                </c:pt>
                <c:pt idx="1093">
                  <c:v>78.29512893982809</c:v>
                </c:pt>
                <c:pt idx="1094">
                  <c:v>78.36676217765043</c:v>
                </c:pt>
                <c:pt idx="1095">
                  <c:v>78.43839541547278</c:v>
                </c:pt>
                <c:pt idx="1096">
                  <c:v>78.51002865329512</c:v>
                </c:pt>
                <c:pt idx="1097">
                  <c:v>78.58166189111748</c:v>
                </c:pt>
                <c:pt idx="1098">
                  <c:v>78.65329512893983</c:v>
                </c:pt>
                <c:pt idx="1099">
                  <c:v>78.72492836676219</c:v>
                </c:pt>
                <c:pt idx="1100">
                  <c:v>78.79656160458453</c:v>
                </c:pt>
                <c:pt idx="1101">
                  <c:v>78.86819484240688</c:v>
                </c:pt>
                <c:pt idx="1102">
                  <c:v>78.93982808022922</c:v>
                </c:pt>
                <c:pt idx="1103">
                  <c:v>79.01146131805157</c:v>
                </c:pt>
                <c:pt idx="1104">
                  <c:v>79.08309455587393</c:v>
                </c:pt>
                <c:pt idx="1105">
                  <c:v>79.15472779369628</c:v>
                </c:pt>
                <c:pt idx="1106">
                  <c:v>79.22636103151862</c:v>
                </c:pt>
                <c:pt idx="1107">
                  <c:v>79.29799426934098</c:v>
                </c:pt>
                <c:pt idx="1108">
                  <c:v>79.36962750716332</c:v>
                </c:pt>
                <c:pt idx="1109">
                  <c:v>79.44126074498567</c:v>
                </c:pt>
                <c:pt idx="1110">
                  <c:v>79.51289398280802</c:v>
                </c:pt>
                <c:pt idx="1111">
                  <c:v>79.58452722063038</c:v>
                </c:pt>
                <c:pt idx="1112">
                  <c:v>79.65616045845272</c:v>
                </c:pt>
                <c:pt idx="1113">
                  <c:v>79.72779369627507</c:v>
                </c:pt>
                <c:pt idx="1114">
                  <c:v>79.79942693409741</c:v>
                </c:pt>
                <c:pt idx="1115">
                  <c:v>79.87106017191977</c:v>
                </c:pt>
                <c:pt idx="1116">
                  <c:v>79.94269340974212</c:v>
                </c:pt>
                <c:pt idx="1117">
                  <c:v>80.01432664756447</c:v>
                </c:pt>
                <c:pt idx="1118">
                  <c:v>80.08595988538681</c:v>
                </c:pt>
                <c:pt idx="1119">
                  <c:v>80.15759312320917</c:v>
                </c:pt>
                <c:pt idx="1120">
                  <c:v>80.22922636103151</c:v>
                </c:pt>
                <c:pt idx="1121">
                  <c:v>80.30085959885386</c:v>
                </c:pt>
                <c:pt idx="1122">
                  <c:v>80.37249283667622</c:v>
                </c:pt>
                <c:pt idx="1123">
                  <c:v>80.44412607449857</c:v>
                </c:pt>
                <c:pt idx="1124">
                  <c:v>80.51575931232091</c:v>
                </c:pt>
                <c:pt idx="1125">
                  <c:v>80.58739255014326</c:v>
                </c:pt>
                <c:pt idx="1126">
                  <c:v>80.65902578796562</c:v>
                </c:pt>
                <c:pt idx="1127">
                  <c:v>80.73065902578797</c:v>
                </c:pt>
                <c:pt idx="1128">
                  <c:v>80.80229226361033</c:v>
                </c:pt>
                <c:pt idx="1129">
                  <c:v>80.87392550143267</c:v>
                </c:pt>
                <c:pt idx="1130">
                  <c:v>80.94555873925502</c:v>
                </c:pt>
                <c:pt idx="1131">
                  <c:v>81.01719197707736</c:v>
                </c:pt>
                <c:pt idx="1132">
                  <c:v>81.08882521489971</c:v>
                </c:pt>
                <c:pt idx="1133">
                  <c:v>81.16045845272207</c:v>
                </c:pt>
                <c:pt idx="1134">
                  <c:v>81.23209169054442</c:v>
                </c:pt>
                <c:pt idx="1135">
                  <c:v>81.30372492836676</c:v>
                </c:pt>
                <c:pt idx="1136">
                  <c:v>81.37535816618912</c:v>
                </c:pt>
                <c:pt idx="1137">
                  <c:v>81.44699140401146</c:v>
                </c:pt>
                <c:pt idx="1138">
                  <c:v>81.51862464183381</c:v>
                </c:pt>
                <c:pt idx="1139">
                  <c:v>81.59025787965616</c:v>
                </c:pt>
                <c:pt idx="1140">
                  <c:v>81.66189111747852</c:v>
                </c:pt>
                <c:pt idx="1141">
                  <c:v>81.73352435530086</c:v>
                </c:pt>
                <c:pt idx="1142">
                  <c:v>81.80515759312321</c:v>
                </c:pt>
                <c:pt idx="1143">
                  <c:v>81.87679083094555</c:v>
                </c:pt>
                <c:pt idx="1144">
                  <c:v>81.9484240687679</c:v>
                </c:pt>
                <c:pt idx="1145">
                  <c:v>82.02005730659026</c:v>
                </c:pt>
                <c:pt idx="1146">
                  <c:v>82.09169054441261</c:v>
                </c:pt>
                <c:pt idx="1147">
                  <c:v>82.16332378223495</c:v>
                </c:pt>
                <c:pt idx="1148">
                  <c:v>82.23495702005731</c:v>
                </c:pt>
                <c:pt idx="1149">
                  <c:v>82.30659025787965</c:v>
                </c:pt>
                <c:pt idx="1150">
                  <c:v>82.378223495702</c:v>
                </c:pt>
                <c:pt idx="1151">
                  <c:v>82.44985673352436</c:v>
                </c:pt>
                <c:pt idx="1152">
                  <c:v>82.52148997134671</c:v>
                </c:pt>
                <c:pt idx="1153">
                  <c:v>82.59312320916905</c:v>
                </c:pt>
                <c:pt idx="1154">
                  <c:v>82.6647564469914</c:v>
                </c:pt>
                <c:pt idx="1155">
                  <c:v>82.73638968481374</c:v>
                </c:pt>
                <c:pt idx="1156">
                  <c:v>82.8080229226361</c:v>
                </c:pt>
                <c:pt idx="1157">
                  <c:v>82.87965616045845</c:v>
                </c:pt>
                <c:pt idx="1158">
                  <c:v>82.9512893982808</c:v>
                </c:pt>
                <c:pt idx="1159">
                  <c:v>83.02292263610315</c:v>
                </c:pt>
                <c:pt idx="1160">
                  <c:v>83.0945558739255</c:v>
                </c:pt>
                <c:pt idx="1161">
                  <c:v>83.16618911174784</c:v>
                </c:pt>
                <c:pt idx="1162">
                  <c:v>83.2378223495702</c:v>
                </c:pt>
                <c:pt idx="1163">
                  <c:v>83.30945558739255</c:v>
                </c:pt>
                <c:pt idx="1164">
                  <c:v>83.3810888252149</c:v>
                </c:pt>
                <c:pt idx="1165">
                  <c:v>83.45272206303726</c:v>
                </c:pt>
                <c:pt idx="1166">
                  <c:v>83.5243553008596</c:v>
                </c:pt>
                <c:pt idx="1167">
                  <c:v>83.59598853868195</c:v>
                </c:pt>
                <c:pt idx="1168">
                  <c:v>83.66762177650429</c:v>
                </c:pt>
                <c:pt idx="1169">
                  <c:v>83.73925501432666</c:v>
                </c:pt>
                <c:pt idx="1170">
                  <c:v>83.810888252149</c:v>
                </c:pt>
                <c:pt idx="1171">
                  <c:v>83.88252148997135</c:v>
                </c:pt>
                <c:pt idx="1172">
                  <c:v>83.95415472779369</c:v>
                </c:pt>
                <c:pt idx="1173">
                  <c:v>84.02578796561605</c:v>
                </c:pt>
                <c:pt idx="1174">
                  <c:v>84.09742120343839</c:v>
                </c:pt>
                <c:pt idx="1175">
                  <c:v>84.16905444126076</c:v>
                </c:pt>
                <c:pt idx="1176">
                  <c:v>84.2406876790831</c:v>
                </c:pt>
                <c:pt idx="1177">
                  <c:v>84.31232091690545</c:v>
                </c:pt>
                <c:pt idx="1178">
                  <c:v>84.38395415472779</c:v>
                </c:pt>
                <c:pt idx="1179">
                  <c:v>84.45558739255014</c:v>
                </c:pt>
                <c:pt idx="1180">
                  <c:v>84.5272206303725</c:v>
                </c:pt>
                <c:pt idx="1181">
                  <c:v>84.59885386819485</c:v>
                </c:pt>
                <c:pt idx="1182">
                  <c:v>84.67048710601719</c:v>
                </c:pt>
                <c:pt idx="1183">
                  <c:v>84.74212034383955</c:v>
                </c:pt>
                <c:pt idx="1184">
                  <c:v>84.81375358166189</c:v>
                </c:pt>
                <c:pt idx="1185">
                  <c:v>84.88538681948424</c:v>
                </c:pt>
                <c:pt idx="1186">
                  <c:v>84.9570200573066</c:v>
                </c:pt>
                <c:pt idx="1187">
                  <c:v>85.02865329512895</c:v>
                </c:pt>
                <c:pt idx="1188">
                  <c:v>85.10028653295129</c:v>
                </c:pt>
                <c:pt idx="1189">
                  <c:v>85.17191977077364</c:v>
                </c:pt>
                <c:pt idx="1190">
                  <c:v>85.24355300859598</c:v>
                </c:pt>
                <c:pt idx="1191">
                  <c:v>85.31518624641834</c:v>
                </c:pt>
                <c:pt idx="1192">
                  <c:v>85.38681948424069</c:v>
                </c:pt>
                <c:pt idx="1193">
                  <c:v>85.45845272206304</c:v>
                </c:pt>
                <c:pt idx="1194">
                  <c:v>85.53008595988538</c:v>
                </c:pt>
                <c:pt idx="1195">
                  <c:v>85.60171919770774</c:v>
                </c:pt>
                <c:pt idx="1196">
                  <c:v>85.67335243553008</c:v>
                </c:pt>
                <c:pt idx="1197">
                  <c:v>85.74498567335243</c:v>
                </c:pt>
                <c:pt idx="1198">
                  <c:v>85.81661891117479</c:v>
                </c:pt>
                <c:pt idx="1199">
                  <c:v>85.88825214899714</c:v>
                </c:pt>
                <c:pt idx="1200">
                  <c:v>85.95988538681948</c:v>
                </c:pt>
                <c:pt idx="1201">
                  <c:v>86.03151862464183</c:v>
                </c:pt>
                <c:pt idx="1202">
                  <c:v>86.10315186246417</c:v>
                </c:pt>
                <c:pt idx="1203">
                  <c:v>86.17478510028653</c:v>
                </c:pt>
                <c:pt idx="1204">
                  <c:v>86.24641833810888</c:v>
                </c:pt>
                <c:pt idx="1205">
                  <c:v>86.31805157593124</c:v>
                </c:pt>
                <c:pt idx="1206">
                  <c:v>86.38968481375359</c:v>
                </c:pt>
                <c:pt idx="1207">
                  <c:v>86.46131805157593</c:v>
                </c:pt>
                <c:pt idx="1208">
                  <c:v>86.53295128939828</c:v>
                </c:pt>
                <c:pt idx="1209">
                  <c:v>86.60458452722062</c:v>
                </c:pt>
                <c:pt idx="1210">
                  <c:v>86.67621776504298</c:v>
                </c:pt>
                <c:pt idx="1211">
                  <c:v>86.74785100286533</c:v>
                </c:pt>
                <c:pt idx="1212">
                  <c:v>86.81948424068769</c:v>
                </c:pt>
                <c:pt idx="1213">
                  <c:v>86.89111747851003</c:v>
                </c:pt>
                <c:pt idx="1214">
                  <c:v>86.96275071633238</c:v>
                </c:pt>
                <c:pt idx="1215">
                  <c:v>87.03438395415472</c:v>
                </c:pt>
                <c:pt idx="1216">
                  <c:v>87.10601719197709</c:v>
                </c:pt>
                <c:pt idx="1217">
                  <c:v>87.17765042979943</c:v>
                </c:pt>
                <c:pt idx="1218">
                  <c:v>87.24928366762178</c:v>
                </c:pt>
                <c:pt idx="1219">
                  <c:v>87.32091690544412</c:v>
                </c:pt>
                <c:pt idx="1220">
                  <c:v>87.39255014326648</c:v>
                </c:pt>
                <c:pt idx="1221">
                  <c:v>87.46418338108882</c:v>
                </c:pt>
                <c:pt idx="1222">
                  <c:v>87.53581661891118</c:v>
                </c:pt>
                <c:pt idx="1223">
                  <c:v>87.60744985673352</c:v>
                </c:pt>
                <c:pt idx="1224">
                  <c:v>87.67908309455588</c:v>
                </c:pt>
                <c:pt idx="1225">
                  <c:v>87.75071633237822</c:v>
                </c:pt>
                <c:pt idx="1226">
                  <c:v>87.82234957020057</c:v>
                </c:pt>
                <c:pt idx="1227">
                  <c:v>87.89398280802291</c:v>
                </c:pt>
                <c:pt idx="1228">
                  <c:v>87.96561604584528</c:v>
                </c:pt>
                <c:pt idx="1229">
                  <c:v>88.03724928366762</c:v>
                </c:pt>
                <c:pt idx="1230">
                  <c:v>88.10888252148997</c:v>
                </c:pt>
                <c:pt idx="1231">
                  <c:v>88.18051575931231</c:v>
                </c:pt>
                <c:pt idx="1232">
                  <c:v>88.25214899713467</c:v>
                </c:pt>
                <c:pt idx="1233">
                  <c:v>88.32378223495702</c:v>
                </c:pt>
                <c:pt idx="1234">
                  <c:v>88.39541547277938</c:v>
                </c:pt>
                <c:pt idx="1235">
                  <c:v>88.46704871060172</c:v>
                </c:pt>
                <c:pt idx="1236">
                  <c:v>88.53868194842407</c:v>
                </c:pt>
                <c:pt idx="1237">
                  <c:v>88.61031518624641</c:v>
                </c:pt>
                <c:pt idx="1238">
                  <c:v>88.68194842406876</c:v>
                </c:pt>
                <c:pt idx="1239">
                  <c:v>88.75358166189112</c:v>
                </c:pt>
                <c:pt idx="1240">
                  <c:v>88.82521489971347</c:v>
                </c:pt>
                <c:pt idx="1241">
                  <c:v>88.89684813753583</c:v>
                </c:pt>
                <c:pt idx="1242">
                  <c:v>88.96848137535817</c:v>
                </c:pt>
                <c:pt idx="1243">
                  <c:v>89.04011461318052</c:v>
                </c:pt>
                <c:pt idx="1244">
                  <c:v>89.11174785100286</c:v>
                </c:pt>
                <c:pt idx="1245">
                  <c:v>89.18338108882521</c:v>
                </c:pt>
                <c:pt idx="1246">
                  <c:v>89.25501432664757</c:v>
                </c:pt>
                <c:pt idx="1247">
                  <c:v>89.32664756446992</c:v>
                </c:pt>
                <c:pt idx="1248">
                  <c:v>89.39828080229226</c:v>
                </c:pt>
                <c:pt idx="1249">
                  <c:v>89.46991404011462</c:v>
                </c:pt>
                <c:pt idx="1250">
                  <c:v>89.54154727793696</c:v>
                </c:pt>
                <c:pt idx="1251">
                  <c:v>89.61318051575931</c:v>
                </c:pt>
                <c:pt idx="1252">
                  <c:v>89.68481375358166</c:v>
                </c:pt>
                <c:pt idx="1253">
                  <c:v>89.75644699140402</c:v>
                </c:pt>
                <c:pt idx="1254">
                  <c:v>89.82808022922636</c:v>
                </c:pt>
                <c:pt idx="1255">
                  <c:v>89.89971346704871</c:v>
                </c:pt>
                <c:pt idx="1256">
                  <c:v>89.97134670487105</c:v>
                </c:pt>
                <c:pt idx="1257">
                  <c:v>90.0429799426934</c:v>
                </c:pt>
                <c:pt idx="1258">
                  <c:v>90.11461318051576</c:v>
                </c:pt>
                <c:pt idx="1259">
                  <c:v>90.18624641833811</c:v>
                </c:pt>
                <c:pt idx="1260">
                  <c:v>90.25787965616045</c:v>
                </c:pt>
                <c:pt idx="1261">
                  <c:v>90.32951289398281</c:v>
                </c:pt>
                <c:pt idx="1262">
                  <c:v>90.40114613180515</c:v>
                </c:pt>
                <c:pt idx="1263">
                  <c:v>90.4727793696275</c:v>
                </c:pt>
                <c:pt idx="1264">
                  <c:v>90.54441260744986</c:v>
                </c:pt>
                <c:pt idx="1265">
                  <c:v>90.61604584527221</c:v>
                </c:pt>
                <c:pt idx="1266">
                  <c:v>90.68767908309455</c:v>
                </c:pt>
                <c:pt idx="1267">
                  <c:v>90.7593123209169</c:v>
                </c:pt>
                <c:pt idx="1268">
                  <c:v>90.83094555873924</c:v>
                </c:pt>
                <c:pt idx="1269">
                  <c:v>90.90257879656161</c:v>
                </c:pt>
                <c:pt idx="1270">
                  <c:v>90.97421203438395</c:v>
                </c:pt>
                <c:pt idx="1271">
                  <c:v>91.04584527220631</c:v>
                </c:pt>
                <c:pt idx="1272">
                  <c:v>91.11747851002865</c:v>
                </c:pt>
                <c:pt idx="1273">
                  <c:v>91.189111747851</c:v>
                </c:pt>
                <c:pt idx="1274">
                  <c:v>91.26074498567334</c:v>
                </c:pt>
                <c:pt idx="1275">
                  <c:v>91.33237822349571</c:v>
                </c:pt>
                <c:pt idx="1276">
                  <c:v>91.40401146131805</c:v>
                </c:pt>
                <c:pt idx="1277">
                  <c:v>91.4756446991404</c:v>
                </c:pt>
                <c:pt idx="1278">
                  <c:v>91.54727793696274</c:v>
                </c:pt>
                <c:pt idx="1279">
                  <c:v>91.6189111747851</c:v>
                </c:pt>
                <c:pt idx="1280">
                  <c:v>91.69054441260745</c:v>
                </c:pt>
                <c:pt idx="1281">
                  <c:v>91.7621776504298</c:v>
                </c:pt>
                <c:pt idx="1282">
                  <c:v>91.83381088825216</c:v>
                </c:pt>
                <c:pt idx="1283">
                  <c:v>91.9054441260745</c:v>
                </c:pt>
                <c:pt idx="1284">
                  <c:v>91.97707736389685</c:v>
                </c:pt>
                <c:pt idx="1285">
                  <c:v>92.0487106017192</c:v>
                </c:pt>
                <c:pt idx="1286">
                  <c:v>92.12034383954155</c:v>
                </c:pt>
                <c:pt idx="1287">
                  <c:v>92.1919770773639</c:v>
                </c:pt>
                <c:pt idx="1288">
                  <c:v>92.26361031518626</c:v>
                </c:pt>
                <c:pt idx="1289">
                  <c:v>92.3352435530086</c:v>
                </c:pt>
                <c:pt idx="1290">
                  <c:v>92.40687679083095</c:v>
                </c:pt>
                <c:pt idx="1291">
                  <c:v>92.47851002865329</c:v>
                </c:pt>
                <c:pt idx="1292">
                  <c:v>92.55014326647564</c:v>
                </c:pt>
                <c:pt idx="1293">
                  <c:v>92.621776504298</c:v>
                </c:pt>
                <c:pt idx="1294">
                  <c:v>92.69340974212035</c:v>
                </c:pt>
                <c:pt idx="1295">
                  <c:v>92.76504297994269</c:v>
                </c:pt>
                <c:pt idx="1296">
                  <c:v>92.83667621776505</c:v>
                </c:pt>
                <c:pt idx="1297">
                  <c:v>92.90830945558739</c:v>
                </c:pt>
                <c:pt idx="1298">
                  <c:v>92.97994269340974</c:v>
                </c:pt>
                <c:pt idx="1299">
                  <c:v>93.0515759312321</c:v>
                </c:pt>
                <c:pt idx="1300">
                  <c:v>93.12320916905445</c:v>
                </c:pt>
                <c:pt idx="1301">
                  <c:v>93.19484240687679</c:v>
                </c:pt>
                <c:pt idx="1302">
                  <c:v>93.26647564469914</c:v>
                </c:pt>
                <c:pt idx="1303">
                  <c:v>93.33810888252148</c:v>
                </c:pt>
                <c:pt idx="1304">
                  <c:v>93.40974212034384</c:v>
                </c:pt>
                <c:pt idx="1305">
                  <c:v>93.48137535816619</c:v>
                </c:pt>
                <c:pt idx="1306">
                  <c:v>93.55300859598854</c:v>
                </c:pt>
                <c:pt idx="1307">
                  <c:v>93.62464183381088</c:v>
                </c:pt>
                <c:pt idx="1308">
                  <c:v>93.69627507163324</c:v>
                </c:pt>
                <c:pt idx="1309">
                  <c:v>93.76790830945558</c:v>
                </c:pt>
                <c:pt idx="1310">
                  <c:v>93.83954154727793</c:v>
                </c:pt>
                <c:pt idx="1311">
                  <c:v>93.91117478510029</c:v>
                </c:pt>
                <c:pt idx="1312">
                  <c:v>93.98280802292264</c:v>
                </c:pt>
                <c:pt idx="1313">
                  <c:v>94.05444126074498</c:v>
                </c:pt>
                <c:pt idx="1314">
                  <c:v>94.12607449856733</c:v>
                </c:pt>
                <c:pt idx="1315">
                  <c:v>94.19770773638967</c:v>
                </c:pt>
                <c:pt idx="1316">
                  <c:v>94.26934097421203</c:v>
                </c:pt>
                <c:pt idx="1317">
                  <c:v>94.34097421203438</c:v>
                </c:pt>
                <c:pt idx="1318">
                  <c:v>94.41260744985674</c:v>
                </c:pt>
                <c:pt idx="1319">
                  <c:v>94.48424068767909</c:v>
                </c:pt>
                <c:pt idx="1320">
                  <c:v>94.55587392550143</c:v>
                </c:pt>
                <c:pt idx="1321">
                  <c:v>94.62750716332378</c:v>
                </c:pt>
                <c:pt idx="1322">
                  <c:v>94.69914040114614</c:v>
                </c:pt>
                <c:pt idx="1323">
                  <c:v>94.77077363896849</c:v>
                </c:pt>
                <c:pt idx="1324">
                  <c:v>94.84240687679083</c:v>
                </c:pt>
                <c:pt idx="1325">
                  <c:v>94.91404011461319</c:v>
                </c:pt>
                <c:pt idx="1326">
                  <c:v>94.98567335243553</c:v>
                </c:pt>
                <c:pt idx="1327">
                  <c:v>95.05730659025788</c:v>
                </c:pt>
                <c:pt idx="1328">
                  <c:v>95.12893982808023</c:v>
                </c:pt>
                <c:pt idx="1329">
                  <c:v>95.20057306590259</c:v>
                </c:pt>
                <c:pt idx="1330">
                  <c:v>95.27220630372493</c:v>
                </c:pt>
                <c:pt idx="1331">
                  <c:v>95.34383954154728</c:v>
                </c:pt>
                <c:pt idx="1332">
                  <c:v>95.41547277936962</c:v>
                </c:pt>
                <c:pt idx="1333">
                  <c:v>95.48710601719198</c:v>
                </c:pt>
                <c:pt idx="1334">
                  <c:v>95.55873925501433</c:v>
                </c:pt>
                <c:pt idx="1335">
                  <c:v>95.63037249283668</c:v>
                </c:pt>
                <c:pt idx="1336">
                  <c:v>95.70200573065902</c:v>
                </c:pt>
                <c:pt idx="1337">
                  <c:v>95.77363896848138</c:v>
                </c:pt>
                <c:pt idx="1338">
                  <c:v>95.84527220630372</c:v>
                </c:pt>
                <c:pt idx="1339">
                  <c:v>95.91690544412607</c:v>
                </c:pt>
                <c:pt idx="1340">
                  <c:v>95.98853868194843</c:v>
                </c:pt>
                <c:pt idx="1341">
                  <c:v>96.06017191977078</c:v>
                </c:pt>
                <c:pt idx="1342">
                  <c:v>96.13180515759312</c:v>
                </c:pt>
                <c:pt idx="1343">
                  <c:v>96.20343839541547</c:v>
                </c:pt>
                <c:pt idx="1344">
                  <c:v>96.27507163323781</c:v>
                </c:pt>
                <c:pt idx="1345">
                  <c:v>96.34670487106017</c:v>
                </c:pt>
                <c:pt idx="1346">
                  <c:v>96.41833810888252</c:v>
                </c:pt>
                <c:pt idx="1347">
                  <c:v>96.48997134670488</c:v>
                </c:pt>
                <c:pt idx="1348">
                  <c:v>96.56160458452722</c:v>
                </c:pt>
                <c:pt idx="1349">
                  <c:v>96.63323782234957</c:v>
                </c:pt>
                <c:pt idx="1350">
                  <c:v>96.70487106017191</c:v>
                </c:pt>
                <c:pt idx="1351">
                  <c:v>96.77650429799426</c:v>
                </c:pt>
                <c:pt idx="1352">
                  <c:v>96.84813753581662</c:v>
                </c:pt>
                <c:pt idx="1353">
                  <c:v>96.91977077363897</c:v>
                </c:pt>
                <c:pt idx="1354">
                  <c:v>96.99140401146131</c:v>
                </c:pt>
                <c:pt idx="1355">
                  <c:v>97.06303724928367</c:v>
                </c:pt>
                <c:pt idx="1356">
                  <c:v>97.134670487106</c:v>
                </c:pt>
                <c:pt idx="1357">
                  <c:v>97.20630372492836</c:v>
                </c:pt>
                <c:pt idx="1358">
                  <c:v>97.27793696275072</c:v>
                </c:pt>
                <c:pt idx="1359">
                  <c:v>97.34957020057307</c:v>
                </c:pt>
                <c:pt idx="1360">
                  <c:v>97.42120343839542</c:v>
                </c:pt>
                <c:pt idx="1361">
                  <c:v>97.49283667621776</c:v>
                </c:pt>
                <c:pt idx="1362">
                  <c:v>97.56446991404012</c:v>
                </c:pt>
                <c:pt idx="1363">
                  <c:v>97.63610315186246</c:v>
                </c:pt>
                <c:pt idx="1364">
                  <c:v>97.70773638968481</c:v>
                </c:pt>
                <c:pt idx="1365">
                  <c:v>97.77936962750717</c:v>
                </c:pt>
                <c:pt idx="1366">
                  <c:v>97.85100286532952</c:v>
                </c:pt>
                <c:pt idx="1367">
                  <c:v>97.92263610315186</c:v>
                </c:pt>
                <c:pt idx="1368">
                  <c:v>97.99426934097421</c:v>
                </c:pt>
                <c:pt idx="1369">
                  <c:v>98.06590257879655</c:v>
                </c:pt>
                <c:pt idx="1370">
                  <c:v>98.13753581661892</c:v>
                </c:pt>
                <c:pt idx="1371">
                  <c:v>98.20916905444126</c:v>
                </c:pt>
                <c:pt idx="1372">
                  <c:v>98.28080229226362</c:v>
                </c:pt>
                <c:pt idx="1373">
                  <c:v>98.35243553008596</c:v>
                </c:pt>
                <c:pt idx="1374">
                  <c:v>98.42406876790831</c:v>
                </c:pt>
                <c:pt idx="1375">
                  <c:v>98.49570200573066</c:v>
                </c:pt>
                <c:pt idx="1376">
                  <c:v>98.56733524355302</c:v>
                </c:pt>
                <c:pt idx="1377">
                  <c:v>98.63896848137536</c:v>
                </c:pt>
                <c:pt idx="1378">
                  <c:v>98.71060171919771</c:v>
                </c:pt>
                <c:pt idx="1379">
                  <c:v>98.78223495702005</c:v>
                </c:pt>
                <c:pt idx="1380">
                  <c:v>98.8538681948424</c:v>
                </c:pt>
                <c:pt idx="1381">
                  <c:v>98.92550143266476</c:v>
                </c:pt>
                <c:pt idx="1382">
                  <c:v>98.99713467048711</c:v>
                </c:pt>
              </c:numCache>
            </c:numRef>
          </c:xVal>
          <c:yVal>
            <c:numRef>
              <c:f>Sheet1!$B$2:$B$1384</c:f>
              <c:numCache>
                <c:formatCode>General</c:formatCode>
                <c:ptCount val="1383"/>
                <c:pt idx="0">
                  <c:v>0.07406263942499436</c:v>
                </c:pt>
                <c:pt idx="1">
                  <c:v>0.10167996648166877</c:v>
                </c:pt>
                <c:pt idx="2">
                  <c:v>0.12236053286355286</c:v>
                </c:pt>
                <c:pt idx="3">
                  <c:v>0.12307493865164076</c:v>
                </c:pt>
                <c:pt idx="4">
                  <c:v>0.1323400026894177</c:v>
                </c:pt>
                <c:pt idx="5">
                  <c:v>0.1497694239506302</c:v>
                </c:pt>
                <c:pt idx="6">
                  <c:v>0.16059176847684853</c:v>
                </c:pt>
                <c:pt idx="7">
                  <c:v>0.1702388434257216</c:v>
                </c:pt>
                <c:pt idx="8">
                  <c:v>0.20251255919770017</c:v>
                </c:pt>
                <c:pt idx="9">
                  <c:v>0.2088707357197137</c:v>
                </c:pt>
                <c:pt idx="10">
                  <c:v>0.25598019462205457</c:v>
                </c:pt>
                <c:pt idx="11">
                  <c:v>0.25639840689905213</c:v>
                </c:pt>
                <c:pt idx="12">
                  <c:v>0.27353186756690206</c:v>
                </c:pt>
                <c:pt idx="13">
                  <c:v>0.27449552064130955</c:v>
                </c:pt>
                <c:pt idx="14">
                  <c:v>0.29857312211181863</c:v>
                </c:pt>
                <c:pt idx="15">
                  <c:v>0.3273096573499714</c:v>
                </c:pt>
                <c:pt idx="16">
                  <c:v>0.35812360919069874</c:v>
                </c:pt>
                <c:pt idx="17">
                  <c:v>0.36272156658147026</c:v>
                </c:pt>
                <c:pt idx="18">
                  <c:v>0.4789200772490574</c:v>
                </c:pt>
                <c:pt idx="19">
                  <c:v>0.48087309751375074</c:v>
                </c:pt>
                <c:pt idx="20">
                  <c:v>0.4889229096781662</c:v>
                </c:pt>
                <c:pt idx="21">
                  <c:v>0.5910979121466227</c:v>
                </c:pt>
                <c:pt idx="22">
                  <c:v>0.6216752995284622</c:v>
                </c:pt>
                <c:pt idx="23">
                  <c:v>0.6238764083442447</c:v>
                </c:pt>
                <c:pt idx="24">
                  <c:v>0.6249358064826254</c:v>
                </c:pt>
                <c:pt idx="25">
                  <c:v>0.6298910182415653</c:v>
                </c:pt>
                <c:pt idx="26">
                  <c:v>0.634735244570976</c:v>
                </c:pt>
                <c:pt idx="27">
                  <c:v>0.645312678085034</c:v>
                </c:pt>
                <c:pt idx="28">
                  <c:v>0.6610256248862072</c:v>
                </c:pt>
                <c:pt idx="29">
                  <c:v>0.676546332196466</c:v>
                </c:pt>
                <c:pt idx="30">
                  <c:v>0.7078091011955223</c:v>
                </c:pt>
                <c:pt idx="31">
                  <c:v>0.7140840424578414</c:v>
                </c:pt>
                <c:pt idx="32">
                  <c:v>0.7302358935556867</c:v>
                </c:pt>
                <c:pt idx="33">
                  <c:v>0.7424470692121474</c:v>
                </c:pt>
                <c:pt idx="34">
                  <c:v>0.7563391002022115</c:v>
                </c:pt>
                <c:pt idx="35">
                  <c:v>0.7783246060145217</c:v>
                </c:pt>
                <c:pt idx="36">
                  <c:v>0.8087020228838355</c:v>
                </c:pt>
                <c:pt idx="37">
                  <c:v>0.838674547107459</c:v>
                </c:pt>
                <c:pt idx="38">
                  <c:v>0.8397364456053964</c:v>
                </c:pt>
                <c:pt idx="39">
                  <c:v>0.8492762657970445</c:v>
                </c:pt>
                <c:pt idx="40">
                  <c:v>0.8515238954355482</c:v>
                </c:pt>
                <c:pt idx="41">
                  <c:v>0.8567253647295985</c:v>
                </c:pt>
                <c:pt idx="42">
                  <c:v>0.8646666515562629</c:v>
                </c:pt>
                <c:pt idx="43">
                  <c:v>0.8659387769877895</c:v>
                </c:pt>
                <c:pt idx="44">
                  <c:v>0.8729699647176403</c:v>
                </c:pt>
                <c:pt idx="45">
                  <c:v>0.8734317238325247</c:v>
                </c:pt>
                <c:pt idx="46">
                  <c:v>0.9024033517567318</c:v>
                </c:pt>
                <c:pt idx="47">
                  <c:v>0.9038659785100833</c:v>
                </c:pt>
                <c:pt idx="48">
                  <c:v>0.9307638793975315</c:v>
                </c:pt>
                <c:pt idx="49">
                  <c:v>0.932914949562786</c:v>
                </c:pt>
                <c:pt idx="50">
                  <c:v>0.9797955039888961</c:v>
                </c:pt>
                <c:pt idx="51">
                  <c:v>0.9979893453489979</c:v>
                </c:pt>
                <c:pt idx="52">
                  <c:v>1.0497989128746354</c:v>
                </c:pt>
                <c:pt idx="53">
                  <c:v>1.066615913463707</c:v>
                </c:pt>
                <c:pt idx="54">
                  <c:v>1.0795238058747714</c:v>
                </c:pt>
                <c:pt idx="55">
                  <c:v>1.0945790590873514</c:v>
                </c:pt>
                <c:pt idx="56">
                  <c:v>1.1153534442025546</c:v>
                </c:pt>
                <c:pt idx="57">
                  <c:v>1.1486293268461338</c:v>
                </c:pt>
                <c:pt idx="58">
                  <c:v>1.153706513585007</c:v>
                </c:pt>
                <c:pt idx="59">
                  <c:v>1.1563958271520391</c:v>
                </c:pt>
                <c:pt idx="60">
                  <c:v>1.177901020997183</c:v>
                </c:pt>
                <c:pt idx="61">
                  <c:v>1.1798191840782977</c:v>
                </c:pt>
                <c:pt idx="62">
                  <c:v>1.275825706927435</c:v>
                </c:pt>
                <c:pt idx="63">
                  <c:v>1.2866372437197242</c:v>
                </c:pt>
                <c:pt idx="64">
                  <c:v>1.302479164976603</c:v>
                </c:pt>
                <c:pt idx="65">
                  <c:v>1.3355159326148396</c:v>
                </c:pt>
                <c:pt idx="66">
                  <c:v>1.3538838191016396</c:v>
                </c:pt>
                <c:pt idx="67">
                  <c:v>1.3592081502252427</c:v>
                </c:pt>
                <c:pt idx="68">
                  <c:v>1.3639981354902062</c:v>
                </c:pt>
                <c:pt idx="69">
                  <c:v>1.3656185202037818</c:v>
                </c:pt>
                <c:pt idx="70">
                  <c:v>1.3686596915075597</c:v>
                </c:pt>
                <c:pt idx="71">
                  <c:v>1.3724262743725149</c:v>
                </c:pt>
                <c:pt idx="72">
                  <c:v>1.3735213977884086</c:v>
                </c:pt>
                <c:pt idx="73">
                  <c:v>1.3738754118492835</c:v>
                </c:pt>
                <c:pt idx="74">
                  <c:v>1.4085116736550987</c:v>
                </c:pt>
                <c:pt idx="75">
                  <c:v>1.4437356837300541</c:v>
                </c:pt>
                <c:pt idx="76">
                  <c:v>1.4668170336143476</c:v>
                </c:pt>
                <c:pt idx="77">
                  <c:v>1.5022241100758436</c:v>
                </c:pt>
                <c:pt idx="78">
                  <c:v>1.5507465761546655</c:v>
                </c:pt>
                <c:pt idx="79">
                  <c:v>1.5631646010987907</c:v>
                </c:pt>
                <c:pt idx="80">
                  <c:v>1.566698388997679</c:v>
                </c:pt>
                <c:pt idx="81">
                  <c:v>1.5690778140595967</c:v>
                </c:pt>
                <c:pt idx="82">
                  <c:v>1.589844274256592</c:v>
                </c:pt>
                <c:pt idx="83">
                  <c:v>1.5983859917179473</c:v>
                </c:pt>
                <c:pt idx="84">
                  <c:v>1.6045792002513224</c:v>
                </c:pt>
                <c:pt idx="85">
                  <c:v>1.604638267627493</c:v>
                </c:pt>
                <c:pt idx="86">
                  <c:v>1.6092157181273024</c:v>
                </c:pt>
                <c:pt idx="87">
                  <c:v>1.6432408154878715</c:v>
                </c:pt>
                <c:pt idx="88">
                  <c:v>1.6534066139358714</c:v>
                </c:pt>
                <c:pt idx="89">
                  <c:v>1.6999181169610154</c:v>
                </c:pt>
                <c:pt idx="90">
                  <c:v>1.7168035354619207</c:v>
                </c:pt>
                <c:pt idx="91">
                  <c:v>1.7513008300937543</c:v>
                </c:pt>
                <c:pt idx="92">
                  <c:v>1.7679354391941047</c:v>
                </c:pt>
                <c:pt idx="93">
                  <c:v>1.7690721568811227</c:v>
                </c:pt>
                <c:pt idx="94">
                  <c:v>1.7908585500795482</c:v>
                </c:pt>
                <c:pt idx="95">
                  <c:v>1.8525981051093083</c:v>
                </c:pt>
                <c:pt idx="96">
                  <c:v>1.8698971950433076</c:v>
                </c:pt>
                <c:pt idx="97">
                  <c:v>1.9202313725136833</c:v>
                </c:pt>
                <c:pt idx="98">
                  <c:v>1.9237206880159476</c:v>
                </c:pt>
                <c:pt idx="99">
                  <c:v>1.9400621934057938</c:v>
                </c:pt>
                <c:pt idx="100">
                  <c:v>1.9530355246544673</c:v>
                </c:pt>
                <c:pt idx="101">
                  <c:v>1.959062867849326</c:v>
                </c:pt>
                <c:pt idx="102">
                  <c:v>2.031325006146645</c:v>
                </c:pt>
                <c:pt idx="103">
                  <c:v>2.093242053413917</c:v>
                </c:pt>
                <c:pt idx="104">
                  <c:v>2.1178226805802183</c:v>
                </c:pt>
                <c:pt idx="105">
                  <c:v>2.1244489370549218</c:v>
                </c:pt>
                <c:pt idx="106">
                  <c:v>2.125573196854816</c:v>
                </c:pt>
                <c:pt idx="107">
                  <c:v>2.13853573966432</c:v>
                </c:pt>
                <c:pt idx="108">
                  <c:v>2.195972868138014</c:v>
                </c:pt>
                <c:pt idx="109">
                  <c:v>2.1986378793447017</c:v>
                </c:pt>
                <c:pt idx="110">
                  <c:v>2.200400131321828</c:v>
                </c:pt>
                <c:pt idx="111">
                  <c:v>2.2012979884399897</c:v>
                </c:pt>
                <c:pt idx="112">
                  <c:v>2.2200915444871185</c:v>
                </c:pt>
                <c:pt idx="113">
                  <c:v>2.220718152625153</c:v>
                </c:pt>
                <c:pt idx="114">
                  <c:v>2.248660124509712</c:v>
                </c:pt>
                <c:pt idx="115">
                  <c:v>2.2502492469603226</c:v>
                </c:pt>
                <c:pt idx="116">
                  <c:v>2.310612080571346</c:v>
                </c:pt>
                <c:pt idx="117">
                  <c:v>2.3292875557075376</c:v>
                </c:pt>
                <c:pt idx="118">
                  <c:v>2.3375006684488966</c:v>
                </c:pt>
                <c:pt idx="119">
                  <c:v>2.3458488073092383</c:v>
                </c:pt>
                <c:pt idx="120">
                  <c:v>2.3570464316877064</c:v>
                </c:pt>
                <c:pt idx="121">
                  <c:v>2.363516521399035</c:v>
                </c:pt>
                <c:pt idx="122">
                  <c:v>2.3800073841922114</c:v>
                </c:pt>
                <c:pt idx="123">
                  <c:v>2.381148153222867</c:v>
                </c:pt>
                <c:pt idx="124">
                  <c:v>2.4647411557231464</c:v>
                </c:pt>
                <c:pt idx="125">
                  <c:v>2.4750102012089883</c:v>
                </c:pt>
                <c:pt idx="126">
                  <c:v>2.4783489903017397</c:v>
                </c:pt>
                <c:pt idx="127">
                  <c:v>2.484062268825056</c:v>
                </c:pt>
                <c:pt idx="128">
                  <c:v>2.4931680428121012</c:v>
                </c:pt>
                <c:pt idx="129">
                  <c:v>2.562177334358765</c:v>
                </c:pt>
                <c:pt idx="130">
                  <c:v>2.5860098067570902</c:v>
                </c:pt>
                <c:pt idx="131">
                  <c:v>2.5916787896912297</c:v>
                </c:pt>
                <c:pt idx="132">
                  <c:v>2.5961938804670552</c:v>
                </c:pt>
                <c:pt idx="133">
                  <c:v>2.602994025899335</c:v>
                </c:pt>
                <c:pt idx="134">
                  <c:v>2.629161969587642</c:v>
                </c:pt>
                <c:pt idx="135">
                  <c:v>2.644999298788207</c:v>
                </c:pt>
                <c:pt idx="136">
                  <c:v>2.6458539335886258</c:v>
                </c:pt>
                <c:pt idx="137">
                  <c:v>2.6516825222933846</c:v>
                </c:pt>
                <c:pt idx="138">
                  <c:v>2.66702183254381</c:v>
                </c:pt>
                <c:pt idx="139">
                  <c:v>2.7232625460042357</c:v>
                </c:pt>
                <c:pt idx="140">
                  <c:v>2.743289944135171</c:v>
                </c:pt>
                <c:pt idx="141">
                  <c:v>2.75002452771092</c:v>
                </c:pt>
                <c:pt idx="142">
                  <c:v>2.8369949132763708</c:v>
                </c:pt>
                <c:pt idx="143">
                  <c:v>2.8487074291815446</c:v>
                </c:pt>
                <c:pt idx="144">
                  <c:v>2.861724266687844</c:v>
                </c:pt>
                <c:pt idx="145">
                  <c:v>2.8621643984634204</c:v>
                </c:pt>
                <c:pt idx="146">
                  <c:v>2.8625581918913667</c:v>
                </c:pt>
                <c:pt idx="147">
                  <c:v>2.8805125715663564</c:v>
                </c:pt>
                <c:pt idx="148">
                  <c:v>2.8939389656909498</c:v>
                </c:pt>
                <c:pt idx="149">
                  <c:v>2.9015917812966734</c:v>
                </c:pt>
                <c:pt idx="150">
                  <c:v>2.9742118371814286</c:v>
                </c:pt>
                <c:pt idx="151">
                  <c:v>3.0069753061568605</c:v>
                </c:pt>
                <c:pt idx="152">
                  <c:v>3.02005798589785</c:v>
                </c:pt>
                <c:pt idx="153">
                  <c:v>3.0270743322273717</c:v>
                </c:pt>
                <c:pt idx="154">
                  <c:v>3.0340308196857535</c:v>
                </c:pt>
                <c:pt idx="155">
                  <c:v>3.0860787923715804</c:v>
                </c:pt>
                <c:pt idx="156">
                  <c:v>3.139005399215108</c:v>
                </c:pt>
                <c:pt idx="157">
                  <c:v>3.199812357080276</c:v>
                </c:pt>
                <c:pt idx="158">
                  <c:v>3.2316112323136252</c:v>
                </c:pt>
                <c:pt idx="159">
                  <c:v>3.246864763855598</c:v>
                </c:pt>
                <c:pt idx="160">
                  <c:v>3.2690410136792565</c:v>
                </c:pt>
                <c:pt idx="161">
                  <c:v>3.2777506040138746</c:v>
                </c:pt>
                <c:pt idx="162">
                  <c:v>3.2795893702901253</c:v>
                </c:pt>
                <c:pt idx="163">
                  <c:v>3.3323295626222915</c:v>
                </c:pt>
                <c:pt idx="164">
                  <c:v>3.3373619269020054</c:v>
                </c:pt>
                <c:pt idx="165">
                  <c:v>3.3420604169889714</c:v>
                </c:pt>
                <c:pt idx="166">
                  <c:v>3.402035491975937</c:v>
                </c:pt>
                <c:pt idx="167">
                  <c:v>3.418009856226604</c:v>
                </c:pt>
                <c:pt idx="168">
                  <c:v>3.4415935541812246</c:v>
                </c:pt>
                <c:pt idx="169">
                  <c:v>3.4430669159141303</c:v>
                </c:pt>
                <c:pt idx="170">
                  <c:v>3.448067155705388</c:v>
                </c:pt>
                <c:pt idx="171">
                  <c:v>3.455611647253292</c:v>
                </c:pt>
                <c:pt idx="172">
                  <c:v>3.5521231449357913</c:v>
                </c:pt>
                <c:pt idx="173">
                  <c:v>3.558471675698442</c:v>
                </c:pt>
                <c:pt idx="174">
                  <c:v>3.558518410415516</c:v>
                </c:pt>
                <c:pt idx="175">
                  <c:v>3.6163669853861222</c:v>
                </c:pt>
                <c:pt idx="176">
                  <c:v>3.6357923006566466</c:v>
                </c:pt>
                <c:pt idx="177">
                  <c:v>3.7246427125191417</c:v>
                </c:pt>
                <c:pt idx="178">
                  <c:v>3.7479732383173427</c:v>
                </c:pt>
                <c:pt idx="179">
                  <c:v>3.8059337799408866</c:v>
                </c:pt>
                <c:pt idx="180">
                  <c:v>3.821579902295582</c:v>
                </c:pt>
                <c:pt idx="181">
                  <c:v>3.8649831027475443</c:v>
                </c:pt>
                <c:pt idx="182">
                  <c:v>3.866864706346746</c:v>
                </c:pt>
                <c:pt idx="183">
                  <c:v>3.8678642974478947</c:v>
                </c:pt>
                <c:pt idx="184">
                  <c:v>3.8815862557254093</c:v>
                </c:pt>
                <c:pt idx="185">
                  <c:v>3.881844777822664</c:v>
                </c:pt>
                <c:pt idx="186">
                  <c:v>3.8893466174726683</c:v>
                </c:pt>
                <c:pt idx="187">
                  <c:v>3.952747972209778</c:v>
                </c:pt>
                <c:pt idx="188">
                  <c:v>3.9720434948126098</c:v>
                </c:pt>
                <c:pt idx="189">
                  <c:v>3.985653652756298</c:v>
                </c:pt>
                <c:pt idx="190">
                  <c:v>3.9895872475222944</c:v>
                </c:pt>
                <c:pt idx="191">
                  <c:v>4.009683031392413</c:v>
                </c:pt>
                <c:pt idx="192">
                  <c:v>4.010924146772311</c:v>
                </c:pt>
                <c:pt idx="193">
                  <c:v>4.024994033108257</c:v>
                </c:pt>
                <c:pt idx="194">
                  <c:v>4.065515546914014</c:v>
                </c:pt>
                <c:pt idx="195">
                  <c:v>4.065899108177163</c:v>
                </c:pt>
                <c:pt idx="196">
                  <c:v>4.129955897418981</c:v>
                </c:pt>
                <c:pt idx="197">
                  <c:v>4.137948157020361</c:v>
                </c:pt>
                <c:pt idx="198">
                  <c:v>4.145486977185527</c:v>
                </c:pt>
                <c:pt idx="199">
                  <c:v>4.1575485677262805</c:v>
                </c:pt>
                <c:pt idx="200">
                  <c:v>4.158449399692245</c:v>
                </c:pt>
                <c:pt idx="201">
                  <c:v>4.165633628433255</c:v>
                </c:pt>
                <c:pt idx="202">
                  <c:v>4.176272544093905</c:v>
                </c:pt>
                <c:pt idx="203">
                  <c:v>4.213488121293494</c:v>
                </c:pt>
                <c:pt idx="204">
                  <c:v>4.240370703886853</c:v>
                </c:pt>
                <c:pt idx="205">
                  <c:v>4.2473601286069425</c:v>
                </c:pt>
                <c:pt idx="206">
                  <c:v>4.296014099220855</c:v>
                </c:pt>
                <c:pt idx="207">
                  <c:v>4.318629851778709</c:v>
                </c:pt>
                <c:pt idx="208">
                  <c:v>4.323058745452357</c:v>
                </c:pt>
                <c:pt idx="209">
                  <c:v>4.393890333125853</c:v>
                </c:pt>
                <c:pt idx="210">
                  <c:v>4.396559082381174</c:v>
                </c:pt>
                <c:pt idx="211">
                  <c:v>4.404449919722325</c:v>
                </c:pt>
                <c:pt idx="212">
                  <c:v>4.405829724337053</c:v>
                </c:pt>
                <c:pt idx="213">
                  <c:v>4.425342996703904</c:v>
                </c:pt>
                <c:pt idx="214">
                  <c:v>4.429154648202839</c:v>
                </c:pt>
                <c:pt idx="215">
                  <c:v>4.437195075241945</c:v>
                </c:pt>
                <c:pt idx="216">
                  <c:v>4.439972200215465</c:v>
                </c:pt>
                <c:pt idx="217">
                  <c:v>4.4512405376865445</c:v>
                </c:pt>
                <c:pt idx="218">
                  <c:v>4.462613735040051</c:v>
                </c:pt>
                <c:pt idx="219">
                  <c:v>4.486370942936162</c:v>
                </c:pt>
                <c:pt idx="220">
                  <c:v>4.5419524549025425</c:v>
                </c:pt>
                <c:pt idx="221">
                  <c:v>4.546550018339886</c:v>
                </c:pt>
                <c:pt idx="222">
                  <c:v>4.556930735698899</c:v>
                </c:pt>
                <c:pt idx="223">
                  <c:v>4.588121088008535</c:v>
                </c:pt>
                <c:pt idx="224">
                  <c:v>4.632439930005603</c:v>
                </c:pt>
                <c:pt idx="225">
                  <c:v>4.656779179918658</c:v>
                </c:pt>
                <c:pt idx="226">
                  <c:v>4.70009818997481</c:v>
                </c:pt>
                <c:pt idx="227">
                  <c:v>4.716935509425497</c:v>
                </c:pt>
                <c:pt idx="228">
                  <c:v>4.724666716830981</c:v>
                </c:pt>
                <c:pt idx="229">
                  <c:v>4.7854733137132826</c:v>
                </c:pt>
                <c:pt idx="230">
                  <c:v>4.820289724602574</c:v>
                </c:pt>
                <c:pt idx="231">
                  <c:v>4.829222966215326</c:v>
                </c:pt>
                <c:pt idx="232">
                  <c:v>4.838882322400252</c:v>
                </c:pt>
                <c:pt idx="233">
                  <c:v>4.840523618183312</c:v>
                </c:pt>
                <c:pt idx="234">
                  <c:v>4.864472279539541</c:v>
                </c:pt>
                <c:pt idx="235">
                  <c:v>4.8736790843451985</c:v>
                </c:pt>
                <c:pt idx="236">
                  <c:v>4.9040310075581885</c:v>
                </c:pt>
                <c:pt idx="237">
                  <c:v>4.909099283270706</c:v>
                </c:pt>
                <c:pt idx="238">
                  <c:v>5.03743903330475</c:v>
                </c:pt>
                <c:pt idx="239">
                  <c:v>5.046419741399987</c:v>
                </c:pt>
                <c:pt idx="240">
                  <c:v>5.04733293772324</c:v>
                </c:pt>
                <c:pt idx="241">
                  <c:v>5.057794151792734</c:v>
                </c:pt>
                <c:pt idx="242">
                  <c:v>5.074031359602472</c:v>
                </c:pt>
                <c:pt idx="243">
                  <c:v>5.126695815003856</c:v>
                </c:pt>
                <c:pt idx="244">
                  <c:v>5.136834406732902</c:v>
                </c:pt>
                <c:pt idx="245">
                  <c:v>5.170483135033933</c:v>
                </c:pt>
                <c:pt idx="246">
                  <c:v>5.19114432261685</c:v>
                </c:pt>
                <c:pt idx="247">
                  <c:v>5.228687151216491</c:v>
                </c:pt>
                <c:pt idx="248">
                  <c:v>5.238738100136771</c:v>
                </c:pt>
                <c:pt idx="249">
                  <c:v>5.298431625904897</c:v>
                </c:pt>
                <c:pt idx="250">
                  <c:v>5.301872015706621</c:v>
                </c:pt>
                <c:pt idx="251">
                  <c:v>5.318917458820948</c:v>
                </c:pt>
                <c:pt idx="252">
                  <c:v>5.3261218959995915</c:v>
                </c:pt>
                <c:pt idx="253">
                  <c:v>5.354759191533134</c:v>
                </c:pt>
                <c:pt idx="254">
                  <c:v>5.376867870700124</c:v>
                </c:pt>
                <c:pt idx="255">
                  <c:v>5.391544207961402</c:v>
                </c:pt>
                <c:pt idx="256">
                  <c:v>5.40686525632016</c:v>
                </c:pt>
                <c:pt idx="257">
                  <c:v>5.413975195581401</c:v>
                </c:pt>
                <c:pt idx="258">
                  <c:v>5.46623043200762</c:v>
                </c:pt>
                <c:pt idx="259">
                  <c:v>5.4772203294002395</c:v>
                </c:pt>
                <c:pt idx="260">
                  <c:v>5.479138614790003</c:v>
                </c:pt>
                <c:pt idx="261">
                  <c:v>5.522149093107984</c:v>
                </c:pt>
                <c:pt idx="262">
                  <c:v>5.553282097641926</c:v>
                </c:pt>
                <c:pt idx="263">
                  <c:v>5.556095605004202</c:v>
                </c:pt>
                <c:pt idx="264">
                  <c:v>5.5717705221027245</c:v>
                </c:pt>
                <c:pt idx="265">
                  <c:v>5.588310435289429</c:v>
                </c:pt>
                <c:pt idx="266">
                  <c:v>5.604507266640326</c:v>
                </c:pt>
                <c:pt idx="267">
                  <c:v>5.676696802468882</c:v>
                </c:pt>
                <c:pt idx="268">
                  <c:v>5.72091449940811</c:v>
                </c:pt>
                <c:pt idx="269">
                  <c:v>5.734429622779913</c:v>
                </c:pt>
                <c:pt idx="270">
                  <c:v>5.739066351150242</c:v>
                </c:pt>
                <c:pt idx="271">
                  <c:v>5.747654459413809</c:v>
                </c:pt>
                <c:pt idx="272">
                  <c:v>5.763400801303078</c:v>
                </c:pt>
                <c:pt idx="273">
                  <c:v>5.806360636972755</c:v>
                </c:pt>
                <c:pt idx="274">
                  <c:v>5.8719971209887944</c:v>
                </c:pt>
                <c:pt idx="275">
                  <c:v>5.903453130270279</c:v>
                </c:pt>
                <c:pt idx="276">
                  <c:v>5.939947368918013</c:v>
                </c:pt>
                <c:pt idx="277">
                  <c:v>5.943638906803926</c:v>
                </c:pt>
                <c:pt idx="278">
                  <c:v>5.968717507824451</c:v>
                </c:pt>
                <c:pt idx="279">
                  <c:v>5.973612582581126</c:v>
                </c:pt>
                <c:pt idx="280">
                  <c:v>5.975837351419472</c:v>
                </c:pt>
                <c:pt idx="281">
                  <c:v>5.982206637491743</c:v>
                </c:pt>
                <c:pt idx="282">
                  <c:v>6.0088274273884394</c:v>
                </c:pt>
                <c:pt idx="283">
                  <c:v>6.016817523589282</c:v>
                </c:pt>
                <c:pt idx="284">
                  <c:v>6.056481411580222</c:v>
                </c:pt>
                <c:pt idx="285">
                  <c:v>6.094753092435383</c:v>
                </c:pt>
                <c:pt idx="286">
                  <c:v>6.181562519679687</c:v>
                </c:pt>
                <c:pt idx="287">
                  <c:v>6.183276036419869</c:v>
                </c:pt>
                <c:pt idx="288">
                  <c:v>6.195420854040307</c:v>
                </c:pt>
                <c:pt idx="289">
                  <c:v>6.267873730456046</c:v>
                </c:pt>
                <c:pt idx="290">
                  <c:v>6.280889114342216</c:v>
                </c:pt>
                <c:pt idx="291">
                  <c:v>6.303236392356766</c:v>
                </c:pt>
                <c:pt idx="292">
                  <c:v>6.308328785456041</c:v>
                </c:pt>
                <c:pt idx="293">
                  <c:v>6.311747067546918</c:v>
                </c:pt>
                <c:pt idx="294">
                  <c:v>6.367031062938068</c:v>
                </c:pt>
                <c:pt idx="295">
                  <c:v>6.444759448870315</c:v>
                </c:pt>
                <c:pt idx="296">
                  <c:v>6.525358723082064</c:v>
                </c:pt>
                <c:pt idx="297">
                  <c:v>6.532115263647569</c:v>
                </c:pt>
                <c:pt idx="298">
                  <c:v>6.5739250547122765</c:v>
                </c:pt>
                <c:pt idx="299">
                  <c:v>6.63974793564131</c:v>
                </c:pt>
                <c:pt idx="300">
                  <c:v>6.646210354045934</c:v>
                </c:pt>
                <c:pt idx="301">
                  <c:v>6.652273717260442</c:v>
                </c:pt>
                <c:pt idx="302">
                  <c:v>6.66259607499677</c:v>
                </c:pt>
                <c:pt idx="303">
                  <c:v>6.673444430025086</c:v>
                </c:pt>
                <c:pt idx="304">
                  <c:v>6.684315067984215</c:v>
                </c:pt>
                <c:pt idx="305">
                  <c:v>6.699499296550528</c:v>
                </c:pt>
                <c:pt idx="306">
                  <c:v>6.743915372080494</c:v>
                </c:pt>
                <c:pt idx="307">
                  <c:v>6.791651886003507</c:v>
                </c:pt>
                <c:pt idx="308">
                  <c:v>6.808975488272878</c:v>
                </c:pt>
                <c:pt idx="309">
                  <c:v>6.8845101695221445</c:v>
                </c:pt>
                <c:pt idx="310">
                  <c:v>6.902755270197957</c:v>
                </c:pt>
                <c:pt idx="311">
                  <c:v>6.91700059046363</c:v>
                </c:pt>
                <c:pt idx="312">
                  <c:v>6.919651883400917</c:v>
                </c:pt>
                <c:pt idx="313">
                  <c:v>6.919717127157668</c:v>
                </c:pt>
                <c:pt idx="314">
                  <c:v>6.920784984937669</c:v>
                </c:pt>
                <c:pt idx="315">
                  <c:v>6.946536328806047</c:v>
                </c:pt>
                <c:pt idx="316">
                  <c:v>6.95129931309107</c:v>
                </c:pt>
                <c:pt idx="317">
                  <c:v>6.992771878501799</c:v>
                </c:pt>
                <c:pt idx="318">
                  <c:v>7.006457659911646</c:v>
                </c:pt>
                <c:pt idx="319">
                  <c:v>7.039172366423685</c:v>
                </c:pt>
                <c:pt idx="320">
                  <c:v>7.046024787115954</c:v>
                </c:pt>
                <c:pt idx="321">
                  <c:v>7.050260381702685</c:v>
                </c:pt>
                <c:pt idx="322">
                  <c:v>7.054230391819786</c:v>
                </c:pt>
                <c:pt idx="323">
                  <c:v>7.0750035730443415</c:v>
                </c:pt>
                <c:pt idx="324">
                  <c:v>7.1118862625795884</c:v>
                </c:pt>
                <c:pt idx="325">
                  <c:v>7.111931549817925</c:v>
                </c:pt>
                <c:pt idx="326">
                  <c:v>7.123059454134562</c:v>
                </c:pt>
                <c:pt idx="327">
                  <c:v>7.123612496202256</c:v>
                </c:pt>
                <c:pt idx="328">
                  <c:v>7.125028194694977</c:v>
                </c:pt>
                <c:pt idx="329">
                  <c:v>7.1401886471121685</c:v>
                </c:pt>
                <c:pt idx="330">
                  <c:v>7.141121955497184</c:v>
                </c:pt>
                <c:pt idx="331">
                  <c:v>7.146658754762171</c:v>
                </c:pt>
                <c:pt idx="332">
                  <c:v>7.1734864176728195</c:v>
                </c:pt>
                <c:pt idx="333">
                  <c:v>7.177356144733352</c:v>
                </c:pt>
                <c:pt idx="334">
                  <c:v>7.18393550115303</c:v>
                </c:pt>
                <c:pt idx="335">
                  <c:v>7.22002611391963</c:v>
                </c:pt>
                <c:pt idx="336">
                  <c:v>7.255366485249482</c:v>
                </c:pt>
                <c:pt idx="337">
                  <c:v>7.268292332456099</c:v>
                </c:pt>
                <c:pt idx="338">
                  <c:v>7.316062808277536</c:v>
                </c:pt>
                <c:pt idx="339">
                  <c:v>7.321114421806911</c:v>
                </c:pt>
                <c:pt idx="340">
                  <c:v>7.333586691842953</c:v>
                </c:pt>
                <c:pt idx="341">
                  <c:v>7.333611042090183</c:v>
                </c:pt>
                <c:pt idx="342">
                  <c:v>7.3665977323481115</c:v>
                </c:pt>
                <c:pt idx="343">
                  <c:v>7.390159584018022</c:v>
                </c:pt>
                <c:pt idx="344">
                  <c:v>7.402770696406634</c:v>
                </c:pt>
                <c:pt idx="345">
                  <c:v>7.438298934943617</c:v>
                </c:pt>
                <c:pt idx="346">
                  <c:v>7.456717355963434</c:v>
                </c:pt>
                <c:pt idx="347">
                  <c:v>7.47031266869628</c:v>
                </c:pt>
                <c:pt idx="348">
                  <c:v>7.477882397988509</c:v>
                </c:pt>
                <c:pt idx="349">
                  <c:v>7.498537590876708</c:v>
                </c:pt>
                <c:pt idx="350">
                  <c:v>7.50743456472739</c:v>
                </c:pt>
                <c:pt idx="351">
                  <c:v>7.51492417435108</c:v>
                </c:pt>
                <c:pt idx="352">
                  <c:v>7.523135349033282</c:v>
                </c:pt>
                <c:pt idx="353">
                  <c:v>7.530235440886685</c:v>
                </c:pt>
                <c:pt idx="354">
                  <c:v>7.547757750610643</c:v>
                </c:pt>
                <c:pt idx="355">
                  <c:v>7.5524177129278485</c:v>
                </c:pt>
                <c:pt idx="356">
                  <c:v>7.566477652490164</c:v>
                </c:pt>
                <c:pt idx="357">
                  <c:v>7.567628102256123</c:v>
                </c:pt>
                <c:pt idx="358">
                  <c:v>7.571778566147586</c:v>
                </c:pt>
                <c:pt idx="359">
                  <c:v>7.613197133270347</c:v>
                </c:pt>
                <c:pt idx="360">
                  <c:v>7.625457240920241</c:v>
                </c:pt>
                <c:pt idx="361">
                  <c:v>7.663799774620344</c:v>
                </c:pt>
                <c:pt idx="362">
                  <c:v>7.688409719967581</c:v>
                </c:pt>
                <c:pt idx="363">
                  <c:v>7.726860970505712</c:v>
                </c:pt>
                <c:pt idx="364">
                  <c:v>7.763278105687064</c:v>
                </c:pt>
                <c:pt idx="365">
                  <c:v>7.7739723498873445</c:v>
                </c:pt>
                <c:pt idx="366">
                  <c:v>7.7949782645111725</c:v>
                </c:pt>
                <c:pt idx="367">
                  <c:v>7.808240849391609</c:v>
                </c:pt>
                <c:pt idx="368">
                  <c:v>7.908847169626881</c:v>
                </c:pt>
                <c:pt idx="369">
                  <c:v>7.919944778227887</c:v>
                </c:pt>
                <c:pt idx="370">
                  <c:v>7.9748599346003175</c:v>
                </c:pt>
                <c:pt idx="371">
                  <c:v>8.004404548338442</c:v>
                </c:pt>
                <c:pt idx="372">
                  <c:v>8.006938808747833</c:v>
                </c:pt>
                <c:pt idx="373">
                  <c:v>8.02731692280048</c:v>
                </c:pt>
                <c:pt idx="374">
                  <c:v>8.038745283814649</c:v>
                </c:pt>
                <c:pt idx="375">
                  <c:v>8.087088226957633</c:v>
                </c:pt>
                <c:pt idx="376">
                  <c:v>8.091115712750366</c:v>
                </c:pt>
                <c:pt idx="377">
                  <c:v>8.12009988112402</c:v>
                </c:pt>
                <c:pt idx="378">
                  <c:v>8.13454787980595</c:v>
                </c:pt>
                <c:pt idx="379">
                  <c:v>8.138873164408153</c:v>
                </c:pt>
                <c:pt idx="380">
                  <c:v>8.172162876165359</c:v>
                </c:pt>
                <c:pt idx="381">
                  <c:v>8.18452731529122</c:v>
                </c:pt>
                <c:pt idx="382">
                  <c:v>8.23570315224606</c:v>
                </c:pt>
                <c:pt idx="383">
                  <c:v>8.282919605629075</c:v>
                </c:pt>
                <c:pt idx="384">
                  <c:v>8.319530551063565</c:v>
                </c:pt>
                <c:pt idx="385">
                  <c:v>8.349408167549</c:v>
                </c:pt>
                <c:pt idx="386">
                  <c:v>8.350211758390358</c:v>
                </c:pt>
                <c:pt idx="387">
                  <c:v>8.36986613738938</c:v>
                </c:pt>
                <c:pt idx="388">
                  <c:v>8.388020820465186</c:v>
                </c:pt>
                <c:pt idx="389">
                  <c:v>8.392095180818728</c:v>
                </c:pt>
                <c:pt idx="390">
                  <c:v>8.405623222492466</c:v>
                </c:pt>
                <c:pt idx="391">
                  <c:v>8.418038396672273</c:v>
                </c:pt>
                <c:pt idx="392">
                  <c:v>8.495993680089569</c:v>
                </c:pt>
                <c:pt idx="393">
                  <c:v>8.516471424537485</c:v>
                </c:pt>
                <c:pt idx="394">
                  <c:v>8.539448240273515</c:v>
                </c:pt>
                <c:pt idx="395">
                  <c:v>8.542032471224474</c:v>
                </c:pt>
                <c:pt idx="396">
                  <c:v>8.558976055825852</c:v>
                </c:pt>
                <c:pt idx="397">
                  <c:v>8.585310593673967</c:v>
                </c:pt>
                <c:pt idx="398">
                  <c:v>8.624843157828508</c:v>
                </c:pt>
                <c:pt idx="399">
                  <c:v>8.652140607262169</c:v>
                </c:pt>
                <c:pt idx="400">
                  <c:v>8.679923022475492</c:v>
                </c:pt>
                <c:pt idx="401">
                  <c:v>8.68534081880098</c:v>
                </c:pt>
                <c:pt idx="402">
                  <c:v>8.699150680833654</c:v>
                </c:pt>
                <c:pt idx="403">
                  <c:v>8.701662852121189</c:v>
                </c:pt>
                <c:pt idx="404">
                  <c:v>8.714783538462683</c:v>
                </c:pt>
                <c:pt idx="405">
                  <c:v>8.725954792616463</c:v>
                </c:pt>
                <c:pt idx="406">
                  <c:v>8.73243263648817</c:v>
                </c:pt>
                <c:pt idx="407">
                  <c:v>8.775366058899749</c:v>
                </c:pt>
                <c:pt idx="408">
                  <c:v>8.83047055378718</c:v>
                </c:pt>
                <c:pt idx="409">
                  <c:v>8.903819624919407</c:v>
                </c:pt>
                <c:pt idx="410">
                  <c:v>8.927619675485573</c:v>
                </c:pt>
                <c:pt idx="411">
                  <c:v>8.949270974313038</c:v>
                </c:pt>
                <c:pt idx="412">
                  <c:v>8.96025868759844</c:v>
                </c:pt>
                <c:pt idx="413">
                  <c:v>8.979472908279632</c:v>
                </c:pt>
                <c:pt idx="414">
                  <c:v>9.011915679713937</c:v>
                </c:pt>
                <c:pt idx="415">
                  <c:v>9.017034578549726</c:v>
                </c:pt>
                <c:pt idx="416">
                  <c:v>9.041244925187257</c:v>
                </c:pt>
                <c:pt idx="417">
                  <c:v>9.100744478447353</c:v>
                </c:pt>
                <c:pt idx="418">
                  <c:v>9.113187147669692</c:v>
                </c:pt>
                <c:pt idx="419">
                  <c:v>9.146027546135429</c:v>
                </c:pt>
                <c:pt idx="420">
                  <c:v>9.151113657482597</c:v>
                </c:pt>
                <c:pt idx="421">
                  <c:v>9.18952401209576</c:v>
                </c:pt>
                <c:pt idx="422">
                  <c:v>9.194176429167939</c:v>
                </c:pt>
                <c:pt idx="423">
                  <c:v>9.30963152820651</c:v>
                </c:pt>
                <c:pt idx="424">
                  <c:v>9.309729164227605</c:v>
                </c:pt>
                <c:pt idx="425">
                  <c:v>9.377033197548727</c:v>
                </c:pt>
                <c:pt idx="426">
                  <c:v>9.40832320396754</c:v>
                </c:pt>
                <c:pt idx="427">
                  <c:v>9.427962506223622</c:v>
                </c:pt>
                <c:pt idx="428">
                  <c:v>9.498729090421648</c:v>
                </c:pt>
                <c:pt idx="429">
                  <c:v>9.521334869479247</c:v>
                </c:pt>
                <c:pt idx="430">
                  <c:v>9.531791711210417</c:v>
                </c:pt>
                <c:pt idx="431">
                  <c:v>9.533665665033226</c:v>
                </c:pt>
                <c:pt idx="432">
                  <c:v>9.57801554555634</c:v>
                </c:pt>
                <c:pt idx="433">
                  <c:v>9.612884113067906</c:v>
                </c:pt>
                <c:pt idx="434">
                  <c:v>9.73254737342235</c:v>
                </c:pt>
                <c:pt idx="435">
                  <c:v>9.759302011682166</c:v>
                </c:pt>
                <c:pt idx="436">
                  <c:v>9.760575997047965</c:v>
                </c:pt>
                <c:pt idx="437">
                  <c:v>9.800520041476489</c:v>
                </c:pt>
                <c:pt idx="438">
                  <c:v>9.80098525093453</c:v>
                </c:pt>
                <c:pt idx="439">
                  <c:v>9.831352246944306</c:v>
                </c:pt>
                <c:pt idx="440">
                  <c:v>9.908621720320042</c:v>
                </c:pt>
                <c:pt idx="441">
                  <c:v>9.96594969660866</c:v>
                </c:pt>
                <c:pt idx="442">
                  <c:v>9.967753588141562</c:v>
                </c:pt>
                <c:pt idx="443">
                  <c:v>9.97872938574369</c:v>
                </c:pt>
                <c:pt idx="444">
                  <c:v>10.003426132037532</c:v>
                </c:pt>
                <c:pt idx="445">
                  <c:v>10.006078754108103</c:v>
                </c:pt>
                <c:pt idx="446">
                  <c:v>10.044685620469636</c:v>
                </c:pt>
                <c:pt idx="447">
                  <c:v>10.054412058410406</c:v>
                </c:pt>
                <c:pt idx="448">
                  <c:v>10.057946790872776</c:v>
                </c:pt>
                <c:pt idx="449">
                  <c:v>10.075135731400493</c:v>
                </c:pt>
                <c:pt idx="450">
                  <c:v>10.097740832056886</c:v>
                </c:pt>
                <c:pt idx="451">
                  <c:v>10.104248143693695</c:v>
                </c:pt>
                <c:pt idx="452">
                  <c:v>10.110948252470266</c:v>
                </c:pt>
                <c:pt idx="453">
                  <c:v>10.11333661448576</c:v>
                </c:pt>
                <c:pt idx="454">
                  <c:v>10.117138327116407</c:v>
                </c:pt>
                <c:pt idx="455">
                  <c:v>10.13934696962967</c:v>
                </c:pt>
                <c:pt idx="456">
                  <c:v>10.140546762421394</c:v>
                </c:pt>
                <c:pt idx="457">
                  <c:v>10.145129612563522</c:v>
                </c:pt>
                <c:pt idx="458">
                  <c:v>10.152196476908358</c:v>
                </c:pt>
                <c:pt idx="459">
                  <c:v>10.18370463723285</c:v>
                </c:pt>
                <c:pt idx="460">
                  <c:v>10.207631790026056</c:v>
                </c:pt>
                <c:pt idx="461">
                  <c:v>10.21921688058552</c:v>
                </c:pt>
                <c:pt idx="462">
                  <c:v>10.230324743825449</c:v>
                </c:pt>
                <c:pt idx="463">
                  <c:v>10.27528681861753</c:v>
                </c:pt>
                <c:pt idx="464">
                  <c:v>10.332274079472342</c:v>
                </c:pt>
                <c:pt idx="465">
                  <c:v>10.345707209557048</c:v>
                </c:pt>
                <c:pt idx="466">
                  <c:v>10.359458808114965</c:v>
                </c:pt>
                <c:pt idx="467">
                  <c:v>10.399126075244112</c:v>
                </c:pt>
                <c:pt idx="468">
                  <c:v>10.404199078172525</c:v>
                </c:pt>
                <c:pt idx="469">
                  <c:v>10.404618784213824</c:v>
                </c:pt>
                <c:pt idx="470">
                  <c:v>10.407507002999097</c:v>
                </c:pt>
                <c:pt idx="471">
                  <c:v>10.43124375260905</c:v>
                </c:pt>
                <c:pt idx="472">
                  <c:v>10.43330206962743</c:v>
                </c:pt>
                <c:pt idx="473">
                  <c:v>10.433843458198439</c:v>
                </c:pt>
                <c:pt idx="474">
                  <c:v>10.490551869318324</c:v>
                </c:pt>
                <c:pt idx="475">
                  <c:v>10.49889059368138</c:v>
                </c:pt>
                <c:pt idx="476">
                  <c:v>10.575527258897225</c:v>
                </c:pt>
                <c:pt idx="477">
                  <c:v>10.591732367920272</c:v>
                </c:pt>
                <c:pt idx="478">
                  <c:v>10.592377372118548</c:v>
                </c:pt>
                <c:pt idx="479">
                  <c:v>10.623231734209583</c:v>
                </c:pt>
                <c:pt idx="480">
                  <c:v>10.629455343744155</c:v>
                </c:pt>
                <c:pt idx="481">
                  <c:v>10.642612554979635</c:v>
                </c:pt>
                <c:pt idx="482">
                  <c:v>10.648992119196777</c:v>
                </c:pt>
                <c:pt idx="483">
                  <c:v>10.665305354540607</c:v>
                </c:pt>
                <c:pt idx="484">
                  <c:v>10.668950127849769</c:v>
                </c:pt>
                <c:pt idx="485">
                  <c:v>10.695359334380328</c:v>
                </c:pt>
                <c:pt idx="486">
                  <c:v>10.754206935096818</c:v>
                </c:pt>
                <c:pt idx="487">
                  <c:v>10.77395421242818</c:v>
                </c:pt>
                <c:pt idx="488">
                  <c:v>10.827751512083765</c:v>
                </c:pt>
                <c:pt idx="489">
                  <c:v>10.837762172246784</c:v>
                </c:pt>
                <c:pt idx="490">
                  <c:v>10.847498998451641</c:v>
                </c:pt>
                <c:pt idx="491">
                  <c:v>10.861281993189237</c:v>
                </c:pt>
                <c:pt idx="492">
                  <c:v>10.866888726317711</c:v>
                </c:pt>
                <c:pt idx="493">
                  <c:v>10.889400963892058</c:v>
                </c:pt>
                <c:pt idx="494">
                  <c:v>10.89054312059497</c:v>
                </c:pt>
                <c:pt idx="495">
                  <c:v>10.897882872335828</c:v>
                </c:pt>
                <c:pt idx="496">
                  <c:v>10.908771580499234</c:v>
                </c:pt>
                <c:pt idx="497">
                  <c:v>10.92298978047863</c:v>
                </c:pt>
                <c:pt idx="498">
                  <c:v>10.949865557028431</c:v>
                </c:pt>
                <c:pt idx="499">
                  <c:v>10.958282010757316</c:v>
                </c:pt>
                <c:pt idx="500">
                  <c:v>10.96924061733128</c:v>
                </c:pt>
                <c:pt idx="501">
                  <c:v>10.970804792388137</c:v>
                </c:pt>
                <c:pt idx="502">
                  <c:v>10.985996351440448</c:v>
                </c:pt>
                <c:pt idx="503">
                  <c:v>11.004950245127574</c:v>
                </c:pt>
                <c:pt idx="504">
                  <c:v>11.035333450287055</c:v>
                </c:pt>
                <c:pt idx="505">
                  <c:v>11.083190596328393</c:v>
                </c:pt>
                <c:pt idx="506">
                  <c:v>11.084373215823433</c:v>
                </c:pt>
                <c:pt idx="507">
                  <c:v>11.131094962639551</c:v>
                </c:pt>
                <c:pt idx="508">
                  <c:v>11.189386173531531</c:v>
                </c:pt>
                <c:pt idx="509">
                  <c:v>11.212911568007115</c:v>
                </c:pt>
                <c:pt idx="510">
                  <c:v>11.2744522786235</c:v>
                </c:pt>
                <c:pt idx="511">
                  <c:v>11.287483649872101</c:v>
                </c:pt>
                <c:pt idx="512">
                  <c:v>11.318614802089286</c:v>
                </c:pt>
                <c:pt idx="513">
                  <c:v>11.393611854095155</c:v>
                </c:pt>
                <c:pt idx="514">
                  <c:v>11.477613711397538</c:v>
                </c:pt>
                <c:pt idx="515">
                  <c:v>11.509896100663354</c:v>
                </c:pt>
                <c:pt idx="516">
                  <c:v>11.513029440135199</c:v>
                </c:pt>
                <c:pt idx="517">
                  <c:v>11.553175601614754</c:v>
                </c:pt>
                <c:pt idx="518">
                  <c:v>11.657464629375866</c:v>
                </c:pt>
                <c:pt idx="519">
                  <c:v>11.662881085760787</c:v>
                </c:pt>
                <c:pt idx="520">
                  <c:v>11.676361372823294</c:v>
                </c:pt>
                <c:pt idx="521">
                  <c:v>11.688391319562243</c:v>
                </c:pt>
                <c:pt idx="522">
                  <c:v>11.699071789646439</c:v>
                </c:pt>
                <c:pt idx="523">
                  <c:v>11.718598291205979</c:v>
                </c:pt>
                <c:pt idx="524">
                  <c:v>11.734942802550336</c:v>
                </c:pt>
                <c:pt idx="525">
                  <c:v>11.802844780866309</c:v>
                </c:pt>
                <c:pt idx="526">
                  <c:v>11.814479225253649</c:v>
                </c:pt>
                <c:pt idx="527">
                  <c:v>11.822150229717522</c:v>
                </c:pt>
                <c:pt idx="528">
                  <c:v>11.831087451885338</c:v>
                </c:pt>
                <c:pt idx="529">
                  <c:v>11.882782735611471</c:v>
                </c:pt>
                <c:pt idx="530">
                  <c:v>11.888015718031966</c:v>
                </c:pt>
                <c:pt idx="531">
                  <c:v>11.898215774336137</c:v>
                </c:pt>
                <c:pt idx="532">
                  <c:v>11.938533746744</c:v>
                </c:pt>
                <c:pt idx="533">
                  <c:v>11.960669561223767</c:v>
                </c:pt>
                <c:pt idx="534">
                  <c:v>11.965076552750816</c:v>
                </c:pt>
                <c:pt idx="535">
                  <c:v>11.990707789761956</c:v>
                </c:pt>
                <c:pt idx="536">
                  <c:v>12.103326592808386</c:v>
                </c:pt>
                <c:pt idx="537">
                  <c:v>12.106783547474805</c:v>
                </c:pt>
                <c:pt idx="538">
                  <c:v>12.126337212856214</c:v>
                </c:pt>
                <c:pt idx="539">
                  <c:v>12.157506076279262</c:v>
                </c:pt>
                <c:pt idx="540">
                  <c:v>12.15767581741548</c:v>
                </c:pt>
                <c:pt idx="541">
                  <c:v>12.15809210320026</c:v>
                </c:pt>
                <c:pt idx="542">
                  <c:v>12.221011179429581</c:v>
                </c:pt>
                <c:pt idx="543">
                  <c:v>12.22592947619944</c:v>
                </c:pt>
                <c:pt idx="544">
                  <c:v>12.308911966151328</c:v>
                </c:pt>
                <c:pt idx="545">
                  <c:v>12.330723625844541</c:v>
                </c:pt>
                <c:pt idx="546">
                  <c:v>12.354507340114694</c:v>
                </c:pt>
                <c:pt idx="547">
                  <c:v>12.385367390973514</c:v>
                </c:pt>
                <c:pt idx="548">
                  <c:v>12.426234133950999</c:v>
                </c:pt>
                <c:pt idx="549">
                  <c:v>12.429406055645075</c:v>
                </c:pt>
                <c:pt idx="550">
                  <c:v>12.43747997265146</c:v>
                </c:pt>
                <c:pt idx="551">
                  <c:v>12.484032292404464</c:v>
                </c:pt>
                <c:pt idx="552">
                  <c:v>12.489191627677343</c:v>
                </c:pt>
                <c:pt idx="553">
                  <c:v>12.498284471073532</c:v>
                </c:pt>
                <c:pt idx="554">
                  <c:v>12.508571551711697</c:v>
                </c:pt>
                <c:pt idx="555">
                  <c:v>12.523974686373748</c:v>
                </c:pt>
                <c:pt idx="556">
                  <c:v>12.562512049069824</c:v>
                </c:pt>
                <c:pt idx="557">
                  <c:v>12.571814430818819</c:v>
                </c:pt>
                <c:pt idx="558">
                  <c:v>12.62448991480241</c:v>
                </c:pt>
                <c:pt idx="559">
                  <c:v>12.744728754834796</c:v>
                </c:pt>
                <c:pt idx="560">
                  <c:v>12.77607546364439</c:v>
                </c:pt>
                <c:pt idx="561">
                  <c:v>12.804771339997231</c:v>
                </c:pt>
                <c:pt idx="562">
                  <c:v>12.864880107363689</c:v>
                </c:pt>
                <c:pt idx="563">
                  <c:v>12.939764725464272</c:v>
                </c:pt>
                <c:pt idx="564">
                  <c:v>12.954152813736556</c:v>
                </c:pt>
                <c:pt idx="565">
                  <c:v>12.961096274891275</c:v>
                </c:pt>
                <c:pt idx="566">
                  <c:v>12.96376628889135</c:v>
                </c:pt>
                <c:pt idx="567">
                  <c:v>12.975806761828835</c:v>
                </c:pt>
                <c:pt idx="568">
                  <c:v>12.980185663840786</c:v>
                </c:pt>
                <c:pt idx="569">
                  <c:v>12.991099668734392</c:v>
                </c:pt>
                <c:pt idx="570">
                  <c:v>13.060505795975317</c:v>
                </c:pt>
                <c:pt idx="571">
                  <c:v>13.064198288277566</c:v>
                </c:pt>
                <c:pt idx="572">
                  <c:v>13.078977071666941</c:v>
                </c:pt>
                <c:pt idx="573">
                  <c:v>13.179767467596804</c:v>
                </c:pt>
                <c:pt idx="574">
                  <c:v>13.243660755582312</c:v>
                </c:pt>
                <c:pt idx="575">
                  <c:v>13.336827157924262</c:v>
                </c:pt>
                <c:pt idx="576">
                  <c:v>13.344173933466692</c:v>
                </c:pt>
                <c:pt idx="577">
                  <c:v>13.35350136269058</c:v>
                </c:pt>
                <c:pt idx="578">
                  <c:v>13.364728089882306</c:v>
                </c:pt>
                <c:pt idx="579">
                  <c:v>13.414033820968996</c:v>
                </c:pt>
                <c:pt idx="580">
                  <c:v>13.421125754994378</c:v>
                </c:pt>
                <c:pt idx="581">
                  <c:v>13.444013088941873</c:v>
                </c:pt>
                <c:pt idx="582">
                  <c:v>13.460994087438564</c:v>
                </c:pt>
                <c:pt idx="583">
                  <c:v>13.46274105640643</c:v>
                </c:pt>
                <c:pt idx="584">
                  <c:v>13.479214202451459</c:v>
                </c:pt>
                <c:pt idx="585">
                  <c:v>13.509581086855576</c:v>
                </c:pt>
                <c:pt idx="586">
                  <c:v>13.565308570436628</c:v>
                </c:pt>
                <c:pt idx="587">
                  <c:v>13.61966793078787</c:v>
                </c:pt>
                <c:pt idx="588">
                  <c:v>13.63265173094456</c:v>
                </c:pt>
                <c:pt idx="589">
                  <c:v>13.64404789888124</c:v>
                </c:pt>
                <c:pt idx="590">
                  <c:v>13.66756008339695</c:v>
                </c:pt>
                <c:pt idx="591">
                  <c:v>13.683950265646502</c:v>
                </c:pt>
                <c:pt idx="592">
                  <c:v>13.724234715574653</c:v>
                </c:pt>
                <c:pt idx="593">
                  <c:v>13.749199511194291</c:v>
                </c:pt>
                <c:pt idx="594">
                  <c:v>13.754677248434149</c:v>
                </c:pt>
                <c:pt idx="595">
                  <c:v>13.755087977357448</c:v>
                </c:pt>
                <c:pt idx="596">
                  <c:v>13.761632081983123</c:v>
                </c:pt>
                <c:pt idx="597">
                  <c:v>13.782597008220918</c:v>
                </c:pt>
                <c:pt idx="598">
                  <c:v>13.855506881155875</c:v>
                </c:pt>
                <c:pt idx="599">
                  <c:v>13.875304745197923</c:v>
                </c:pt>
                <c:pt idx="600">
                  <c:v>13.967909084955153</c:v>
                </c:pt>
                <c:pt idx="601">
                  <c:v>14.046539541907606</c:v>
                </c:pt>
                <c:pt idx="602">
                  <c:v>14.072459225650846</c:v>
                </c:pt>
                <c:pt idx="603">
                  <c:v>14.110137286339096</c:v>
                </c:pt>
                <c:pt idx="604">
                  <c:v>14.111338590932093</c:v>
                </c:pt>
                <c:pt idx="605">
                  <c:v>14.121101619422461</c:v>
                </c:pt>
                <c:pt idx="606">
                  <c:v>14.149062254746042</c:v>
                </c:pt>
                <c:pt idx="607">
                  <c:v>14.172389061055682</c:v>
                </c:pt>
                <c:pt idx="608">
                  <c:v>14.22753460213815</c:v>
                </c:pt>
                <c:pt idx="609">
                  <c:v>14.265568169510345</c:v>
                </c:pt>
                <c:pt idx="610">
                  <c:v>14.330045333212183</c:v>
                </c:pt>
                <c:pt idx="611">
                  <c:v>14.353979122234975</c:v>
                </c:pt>
                <c:pt idx="612">
                  <c:v>14.457940571938707</c:v>
                </c:pt>
                <c:pt idx="613">
                  <c:v>14.493736720944355</c:v>
                </c:pt>
                <c:pt idx="614">
                  <c:v>14.515732622459296</c:v>
                </c:pt>
                <c:pt idx="615">
                  <c:v>14.531266235826607</c:v>
                </c:pt>
                <c:pt idx="616">
                  <c:v>14.556476948885063</c:v>
                </c:pt>
                <c:pt idx="617">
                  <c:v>14.57793465358688</c:v>
                </c:pt>
                <c:pt idx="618">
                  <c:v>14.581489955307063</c:v>
                </c:pt>
                <c:pt idx="619">
                  <c:v>14.644095392967245</c:v>
                </c:pt>
                <c:pt idx="620">
                  <c:v>14.669054909601982</c:v>
                </c:pt>
                <c:pt idx="621">
                  <c:v>14.684946208154528</c:v>
                </c:pt>
                <c:pt idx="622">
                  <c:v>14.715789065288206</c:v>
                </c:pt>
                <c:pt idx="623">
                  <c:v>14.728029795645938</c:v>
                </c:pt>
                <c:pt idx="624">
                  <c:v>14.746145983873816</c:v>
                </c:pt>
                <c:pt idx="625">
                  <c:v>14.797268874681507</c:v>
                </c:pt>
                <c:pt idx="626">
                  <c:v>14.812990512156546</c:v>
                </c:pt>
                <c:pt idx="627">
                  <c:v>14.816680693415492</c:v>
                </c:pt>
                <c:pt idx="628">
                  <c:v>14.987350022016741</c:v>
                </c:pt>
                <c:pt idx="629">
                  <c:v>15.071953125386145</c:v>
                </c:pt>
                <c:pt idx="630">
                  <c:v>15.0751298800282</c:v>
                </c:pt>
                <c:pt idx="631">
                  <c:v>15.077337606067061</c:v>
                </c:pt>
                <c:pt idx="632">
                  <c:v>15.13879353831318</c:v>
                </c:pt>
                <c:pt idx="633">
                  <c:v>15.233487761643346</c:v>
                </c:pt>
                <c:pt idx="634">
                  <c:v>15.244201831885363</c:v>
                </c:pt>
                <c:pt idx="635">
                  <c:v>15.361112381321192</c:v>
                </c:pt>
                <c:pt idx="636">
                  <c:v>15.412283842564165</c:v>
                </c:pt>
                <c:pt idx="637">
                  <c:v>15.428499924232653</c:v>
                </c:pt>
                <c:pt idx="638">
                  <c:v>15.441744500966848</c:v>
                </c:pt>
                <c:pt idx="639">
                  <c:v>15.478505181950354</c:v>
                </c:pt>
                <c:pt idx="640">
                  <c:v>15.478771414174389</c:v>
                </c:pt>
                <c:pt idx="641">
                  <c:v>15.496029979588059</c:v>
                </c:pt>
                <c:pt idx="642">
                  <c:v>15.521922517495824</c:v>
                </c:pt>
                <c:pt idx="643">
                  <c:v>15.584782171602768</c:v>
                </c:pt>
                <c:pt idx="644">
                  <c:v>15.59984835119451</c:v>
                </c:pt>
                <c:pt idx="645">
                  <c:v>15.62569113302959</c:v>
                </c:pt>
                <c:pt idx="646">
                  <c:v>15.639932253071635</c:v>
                </c:pt>
                <c:pt idx="647">
                  <c:v>15.673049420797128</c:v>
                </c:pt>
                <c:pt idx="648">
                  <c:v>15.676512995534551</c:v>
                </c:pt>
                <c:pt idx="649">
                  <c:v>15.698817287025037</c:v>
                </c:pt>
                <c:pt idx="650">
                  <c:v>15.718009210702917</c:v>
                </c:pt>
                <c:pt idx="651">
                  <c:v>15.783288271351921</c:v>
                </c:pt>
                <c:pt idx="652">
                  <c:v>15.796232060820728</c:v>
                </c:pt>
                <c:pt idx="653">
                  <c:v>15.800496203604837</c:v>
                </c:pt>
                <c:pt idx="654">
                  <c:v>15.819227722854691</c:v>
                </c:pt>
                <c:pt idx="655">
                  <c:v>15.821567736475728</c:v>
                </c:pt>
                <c:pt idx="656">
                  <c:v>15.823324757798417</c:v>
                </c:pt>
                <c:pt idx="657">
                  <c:v>15.847902749391196</c:v>
                </c:pt>
                <c:pt idx="658">
                  <c:v>15.869985912388671</c:v>
                </c:pt>
                <c:pt idx="659">
                  <c:v>15.871946909558886</c:v>
                </c:pt>
                <c:pt idx="660">
                  <c:v>15.909344468374627</c:v>
                </c:pt>
                <c:pt idx="661">
                  <c:v>15.923794975993857</c:v>
                </c:pt>
                <c:pt idx="662">
                  <c:v>15.970580476671472</c:v>
                </c:pt>
                <c:pt idx="663">
                  <c:v>15.984187507573665</c:v>
                </c:pt>
                <c:pt idx="664">
                  <c:v>15.986825789654347</c:v>
                </c:pt>
                <c:pt idx="665">
                  <c:v>16.016353942158844</c:v>
                </c:pt>
                <c:pt idx="666">
                  <c:v>16.020133174203465</c:v>
                </c:pt>
                <c:pt idx="667">
                  <c:v>16.11131561427554</c:v>
                </c:pt>
                <c:pt idx="668">
                  <c:v>16.116801661237346</c:v>
                </c:pt>
                <c:pt idx="669">
                  <c:v>16.17496659722289</c:v>
                </c:pt>
                <c:pt idx="670">
                  <c:v>16.226242844623627</c:v>
                </c:pt>
                <c:pt idx="671">
                  <c:v>16.240227127459917</c:v>
                </c:pt>
                <c:pt idx="672">
                  <c:v>16.327205109133104</c:v>
                </c:pt>
                <c:pt idx="673">
                  <c:v>16.37509321825138</c:v>
                </c:pt>
                <c:pt idx="674">
                  <c:v>16.39736284731353</c:v>
                </c:pt>
                <c:pt idx="675">
                  <c:v>16.408992272651545</c:v>
                </c:pt>
                <c:pt idx="676">
                  <c:v>16.451474630268052</c:v>
                </c:pt>
                <c:pt idx="677">
                  <c:v>16.500568905239405</c:v>
                </c:pt>
                <c:pt idx="678">
                  <c:v>16.52825524490126</c:v>
                </c:pt>
                <c:pt idx="679">
                  <c:v>16.594633863595092</c:v>
                </c:pt>
                <c:pt idx="680">
                  <c:v>16.646580556186024</c:v>
                </c:pt>
                <c:pt idx="681">
                  <c:v>16.695899281987593</c:v>
                </c:pt>
                <c:pt idx="682">
                  <c:v>16.722697232679536</c:v>
                </c:pt>
                <c:pt idx="683">
                  <c:v>16.72814774285385</c:v>
                </c:pt>
                <c:pt idx="684">
                  <c:v>16.79203049308795</c:v>
                </c:pt>
                <c:pt idx="685">
                  <c:v>16.805155336699173</c:v>
                </c:pt>
                <c:pt idx="686">
                  <c:v>16.833199613327125</c:v>
                </c:pt>
                <c:pt idx="687">
                  <c:v>16.89201179866592</c:v>
                </c:pt>
                <c:pt idx="688">
                  <c:v>16.930458859154072</c:v>
                </c:pt>
                <c:pt idx="689">
                  <c:v>16.932113650979687</c:v>
                </c:pt>
                <c:pt idx="690">
                  <c:v>16.940566955534905</c:v>
                </c:pt>
                <c:pt idx="691">
                  <c:v>17.079917888848186</c:v>
                </c:pt>
                <c:pt idx="692">
                  <c:v>17.086912241907328</c:v>
                </c:pt>
                <c:pt idx="693">
                  <c:v>17.100841572704326</c:v>
                </c:pt>
                <c:pt idx="694">
                  <c:v>17.10610237168109</c:v>
                </c:pt>
                <c:pt idx="695">
                  <c:v>17.145387051387587</c:v>
                </c:pt>
                <c:pt idx="696">
                  <c:v>17.211152843344962</c:v>
                </c:pt>
                <c:pt idx="697">
                  <c:v>17.222871913890003</c:v>
                </c:pt>
                <c:pt idx="698">
                  <c:v>17.29470491314496</c:v>
                </c:pt>
                <c:pt idx="699">
                  <c:v>17.427346369368294</c:v>
                </c:pt>
                <c:pt idx="700">
                  <c:v>17.45598921960999</c:v>
                </c:pt>
                <c:pt idx="701">
                  <c:v>17.473752618257407</c:v>
                </c:pt>
                <c:pt idx="702">
                  <c:v>17.490711454574893</c:v>
                </c:pt>
                <c:pt idx="703">
                  <c:v>17.523292471735942</c:v>
                </c:pt>
                <c:pt idx="704">
                  <c:v>17.603324162773134</c:v>
                </c:pt>
                <c:pt idx="705">
                  <c:v>17.65476558737666</c:v>
                </c:pt>
                <c:pt idx="706">
                  <c:v>17.73156291868085</c:v>
                </c:pt>
                <c:pt idx="707">
                  <c:v>17.741502518791634</c:v>
                </c:pt>
                <c:pt idx="708">
                  <c:v>17.744689834878102</c:v>
                </c:pt>
                <c:pt idx="709">
                  <c:v>17.785825374992626</c:v>
                </c:pt>
                <c:pt idx="710">
                  <c:v>17.839220547206708</c:v>
                </c:pt>
                <c:pt idx="711">
                  <c:v>17.839938539072506</c:v>
                </c:pt>
                <c:pt idx="712">
                  <c:v>17.84447619373077</c:v>
                </c:pt>
                <c:pt idx="713">
                  <c:v>17.933810286962355</c:v>
                </c:pt>
                <c:pt idx="714">
                  <c:v>17.97110949412668</c:v>
                </c:pt>
                <c:pt idx="715">
                  <c:v>18.017981568291447</c:v>
                </c:pt>
                <c:pt idx="716">
                  <c:v>18.055521440216495</c:v>
                </c:pt>
                <c:pt idx="717">
                  <c:v>18.06054545052976</c:v>
                </c:pt>
                <c:pt idx="718">
                  <c:v>18.060932100683402</c:v>
                </c:pt>
                <c:pt idx="719">
                  <c:v>18.083679357640648</c:v>
                </c:pt>
                <c:pt idx="720">
                  <c:v>18.182548495537418</c:v>
                </c:pt>
                <c:pt idx="721">
                  <c:v>18.200278241564718</c:v>
                </c:pt>
                <c:pt idx="722">
                  <c:v>18.206907727461356</c:v>
                </c:pt>
                <c:pt idx="723">
                  <c:v>18.28672770913299</c:v>
                </c:pt>
                <c:pt idx="724">
                  <c:v>18.318064427197854</c:v>
                </c:pt>
                <c:pt idx="725">
                  <c:v>18.342115285021592</c:v>
                </c:pt>
                <c:pt idx="726">
                  <c:v>18.344671380158047</c:v>
                </c:pt>
                <c:pt idx="727">
                  <c:v>18.355143962740044</c:v>
                </c:pt>
                <c:pt idx="728">
                  <c:v>18.365359057024875</c:v>
                </c:pt>
                <c:pt idx="729">
                  <c:v>18.38812597209943</c:v>
                </c:pt>
                <c:pt idx="730">
                  <c:v>18.409301334662274</c:v>
                </c:pt>
                <c:pt idx="731">
                  <c:v>18.41820611327131</c:v>
                </c:pt>
                <c:pt idx="732">
                  <c:v>18.46467708556301</c:v>
                </c:pt>
                <c:pt idx="733">
                  <c:v>18.473282907221403</c:v>
                </c:pt>
                <c:pt idx="734">
                  <c:v>18.50604195293883</c:v>
                </c:pt>
                <c:pt idx="735">
                  <c:v>18.673269430404332</c:v>
                </c:pt>
                <c:pt idx="736">
                  <c:v>18.730803024871165</c:v>
                </c:pt>
                <c:pt idx="737">
                  <c:v>18.76967487839491</c:v>
                </c:pt>
                <c:pt idx="738">
                  <c:v>18.7759400961356</c:v>
                </c:pt>
                <c:pt idx="739">
                  <c:v>18.802428386690394</c:v>
                </c:pt>
                <c:pt idx="740">
                  <c:v>18.822419465907757</c:v>
                </c:pt>
                <c:pt idx="741">
                  <c:v>18.862015082350013</c:v>
                </c:pt>
                <c:pt idx="742">
                  <c:v>18.885096418136243</c:v>
                </c:pt>
                <c:pt idx="743">
                  <c:v>18.906926355220293</c:v>
                </c:pt>
                <c:pt idx="744">
                  <c:v>18.92379130834172</c:v>
                </c:pt>
                <c:pt idx="745">
                  <c:v>18.954246874903404</c:v>
                </c:pt>
                <c:pt idx="746">
                  <c:v>18.978579350446495</c:v>
                </c:pt>
                <c:pt idx="747">
                  <c:v>18.998621359390512</c:v>
                </c:pt>
                <c:pt idx="748">
                  <c:v>19.000974779528406</c:v>
                </c:pt>
                <c:pt idx="749">
                  <c:v>19.07871501579585</c:v>
                </c:pt>
                <c:pt idx="750">
                  <c:v>19.09784921271826</c:v>
                </c:pt>
                <c:pt idx="751">
                  <c:v>19.27494727148769</c:v>
                </c:pt>
                <c:pt idx="752">
                  <c:v>19.28282742574096</c:v>
                </c:pt>
                <c:pt idx="753">
                  <c:v>19.293851080458666</c:v>
                </c:pt>
                <c:pt idx="754">
                  <c:v>19.30501917441748</c:v>
                </c:pt>
                <c:pt idx="755">
                  <c:v>19.307587686166187</c:v>
                </c:pt>
                <c:pt idx="756">
                  <c:v>19.334372487821838</c:v>
                </c:pt>
                <c:pt idx="757">
                  <c:v>19.399872471112218</c:v>
                </c:pt>
                <c:pt idx="758">
                  <c:v>19.400771054250924</c:v>
                </c:pt>
                <c:pt idx="759">
                  <c:v>19.417873955985627</c:v>
                </c:pt>
                <c:pt idx="760">
                  <c:v>19.45090993164203</c:v>
                </c:pt>
                <c:pt idx="761">
                  <c:v>19.47568638356374</c:v>
                </c:pt>
                <c:pt idx="762">
                  <c:v>19.508900470417217</c:v>
                </c:pt>
                <c:pt idx="763">
                  <c:v>19.510027458987224</c:v>
                </c:pt>
                <c:pt idx="764">
                  <c:v>19.54713547475319</c:v>
                </c:pt>
                <c:pt idx="765">
                  <c:v>19.560080099069637</c:v>
                </c:pt>
                <c:pt idx="766">
                  <c:v>19.57735142995986</c:v>
                </c:pt>
                <c:pt idx="767">
                  <c:v>19.595425410157816</c:v>
                </c:pt>
                <c:pt idx="768">
                  <c:v>19.60897453643662</c:v>
                </c:pt>
                <c:pt idx="769">
                  <c:v>19.618471395195357</c:v>
                </c:pt>
                <c:pt idx="770">
                  <c:v>19.64602797077316</c:v>
                </c:pt>
                <c:pt idx="771">
                  <c:v>19.676680434346878</c:v>
                </c:pt>
                <c:pt idx="772">
                  <c:v>19.780230902494125</c:v>
                </c:pt>
                <c:pt idx="773">
                  <c:v>19.78860732033263</c:v>
                </c:pt>
                <c:pt idx="774">
                  <c:v>19.79306001123598</c:v>
                </c:pt>
                <c:pt idx="775">
                  <c:v>19.815713616758103</c:v>
                </c:pt>
                <c:pt idx="776">
                  <c:v>19.83758804529839</c:v>
                </c:pt>
                <c:pt idx="777">
                  <c:v>19.844305578975167</c:v>
                </c:pt>
                <c:pt idx="778">
                  <c:v>19.90911404872591</c:v>
                </c:pt>
                <c:pt idx="779">
                  <c:v>19.91578742854979</c:v>
                </c:pt>
                <c:pt idx="780">
                  <c:v>19.95875430286455</c:v>
                </c:pt>
                <c:pt idx="781">
                  <c:v>19.96302841683928</c:v>
                </c:pt>
                <c:pt idx="782">
                  <c:v>19.99955200565128</c:v>
                </c:pt>
                <c:pt idx="783">
                  <c:v>20.059894038641374</c:v>
                </c:pt>
                <c:pt idx="784">
                  <c:v>20.115364652858744</c:v>
                </c:pt>
                <c:pt idx="785">
                  <c:v>20.156020795718007</c:v>
                </c:pt>
                <c:pt idx="786">
                  <c:v>20.260016348559418</c:v>
                </c:pt>
                <c:pt idx="787">
                  <c:v>20.27764828183527</c:v>
                </c:pt>
                <c:pt idx="788">
                  <c:v>20.280621262282153</c:v>
                </c:pt>
                <c:pt idx="789">
                  <c:v>20.284557925417516</c:v>
                </c:pt>
                <c:pt idx="790">
                  <c:v>20.341961659329343</c:v>
                </c:pt>
                <c:pt idx="791">
                  <c:v>20.38027660121425</c:v>
                </c:pt>
                <c:pt idx="792">
                  <c:v>20.398996856367987</c:v>
                </c:pt>
                <c:pt idx="793">
                  <c:v>20.44244533633136</c:v>
                </c:pt>
                <c:pt idx="794">
                  <c:v>20.445076042568616</c:v>
                </c:pt>
                <c:pt idx="795">
                  <c:v>20.568679343715615</c:v>
                </c:pt>
                <c:pt idx="796">
                  <c:v>20.583776519230042</c:v>
                </c:pt>
                <c:pt idx="797">
                  <c:v>20.603178951161453</c:v>
                </c:pt>
                <c:pt idx="798">
                  <c:v>20.6174445879102</c:v>
                </c:pt>
                <c:pt idx="799">
                  <c:v>20.619450350678164</c:v>
                </c:pt>
                <c:pt idx="800">
                  <c:v>20.64018271480313</c:v>
                </c:pt>
                <c:pt idx="801">
                  <c:v>20.676922837339674</c:v>
                </c:pt>
                <c:pt idx="802">
                  <c:v>20.692183812319712</c:v>
                </c:pt>
                <c:pt idx="803">
                  <c:v>20.719218690418828</c:v>
                </c:pt>
                <c:pt idx="804">
                  <c:v>20.71997310479287</c:v>
                </c:pt>
                <c:pt idx="805">
                  <c:v>20.792844256307035</c:v>
                </c:pt>
                <c:pt idx="806">
                  <c:v>20.81378997586927</c:v>
                </c:pt>
                <c:pt idx="807">
                  <c:v>20.834862907086773</c:v>
                </c:pt>
                <c:pt idx="808">
                  <c:v>20.881472915191665</c:v>
                </c:pt>
                <c:pt idx="809">
                  <c:v>20.911840710748365</c:v>
                </c:pt>
                <c:pt idx="810">
                  <c:v>20.938080168966394</c:v>
                </c:pt>
                <c:pt idx="811">
                  <c:v>20.95041207823715</c:v>
                </c:pt>
                <c:pt idx="812">
                  <c:v>20.952775475005552</c:v>
                </c:pt>
                <c:pt idx="813">
                  <c:v>20.979225127649386</c:v>
                </c:pt>
                <c:pt idx="814">
                  <c:v>20.996892480478564</c:v>
                </c:pt>
                <c:pt idx="815">
                  <c:v>21.008795701344795</c:v>
                </c:pt>
                <c:pt idx="816">
                  <c:v>21.018898976609364</c:v>
                </c:pt>
                <c:pt idx="817">
                  <c:v>21.022962167519168</c:v>
                </c:pt>
                <c:pt idx="818">
                  <c:v>21.04063601638424</c:v>
                </c:pt>
                <c:pt idx="819">
                  <c:v>21.05434539064879</c:v>
                </c:pt>
                <c:pt idx="820">
                  <c:v>21.108293478954877</c:v>
                </c:pt>
                <c:pt idx="821">
                  <c:v>21.121415105658656</c:v>
                </c:pt>
                <c:pt idx="822">
                  <c:v>21.252524348757092</c:v>
                </c:pt>
                <c:pt idx="823">
                  <c:v>21.271738536783687</c:v>
                </c:pt>
                <c:pt idx="824">
                  <c:v>21.318769427573017</c:v>
                </c:pt>
                <c:pt idx="825">
                  <c:v>21.36242589094914</c:v>
                </c:pt>
                <c:pt idx="826">
                  <c:v>21.367304479117934</c:v>
                </c:pt>
                <c:pt idx="827">
                  <c:v>21.378582427012276</c:v>
                </c:pt>
                <c:pt idx="828">
                  <c:v>21.46523313643965</c:v>
                </c:pt>
                <c:pt idx="829">
                  <c:v>21.503202360326384</c:v>
                </c:pt>
                <c:pt idx="830">
                  <c:v>21.509448815014082</c:v>
                </c:pt>
                <c:pt idx="831">
                  <c:v>21.535312366304908</c:v>
                </c:pt>
                <c:pt idx="832">
                  <c:v>21.565189203315697</c:v>
                </c:pt>
                <c:pt idx="833">
                  <c:v>21.75665995071745</c:v>
                </c:pt>
                <c:pt idx="834">
                  <c:v>21.7712795806779</c:v>
                </c:pt>
                <c:pt idx="835">
                  <c:v>21.806190750084482</c:v>
                </c:pt>
                <c:pt idx="836">
                  <c:v>21.83215447415469</c:v>
                </c:pt>
                <c:pt idx="837">
                  <c:v>21.847700110376252</c:v>
                </c:pt>
                <c:pt idx="838">
                  <c:v>21.861863534379907</c:v>
                </c:pt>
                <c:pt idx="839">
                  <c:v>21.897551147620348</c:v>
                </c:pt>
                <c:pt idx="840">
                  <c:v>21.92955144189142</c:v>
                </c:pt>
                <c:pt idx="841">
                  <c:v>21.940298397766327</c:v>
                </c:pt>
                <c:pt idx="842">
                  <c:v>22.015585672202093</c:v>
                </c:pt>
                <c:pt idx="843">
                  <c:v>22.01678482458945</c:v>
                </c:pt>
                <c:pt idx="844">
                  <c:v>22.029214677733933</c:v>
                </c:pt>
                <c:pt idx="845">
                  <c:v>22.04097449685395</c:v>
                </c:pt>
                <c:pt idx="846">
                  <c:v>22.130270296860402</c:v>
                </c:pt>
                <c:pt idx="847">
                  <c:v>22.164527370248237</c:v>
                </c:pt>
                <c:pt idx="848">
                  <c:v>22.22360808157049</c:v>
                </c:pt>
                <c:pt idx="849">
                  <c:v>22.223625625110103</c:v>
                </c:pt>
                <c:pt idx="850">
                  <c:v>22.280102208673995</c:v>
                </c:pt>
                <c:pt idx="851">
                  <c:v>22.38468248446094</c:v>
                </c:pt>
                <c:pt idx="852">
                  <c:v>22.40260687715582</c:v>
                </c:pt>
                <c:pt idx="853">
                  <c:v>22.45112686898966</c:v>
                </c:pt>
                <c:pt idx="854">
                  <c:v>22.50456325309719</c:v>
                </c:pt>
                <c:pt idx="855">
                  <c:v>22.606996943380977</c:v>
                </c:pt>
                <c:pt idx="856">
                  <c:v>22.676583000058812</c:v>
                </c:pt>
                <c:pt idx="857">
                  <c:v>22.705629477497794</c:v>
                </c:pt>
                <c:pt idx="858">
                  <c:v>22.71027923040586</c:v>
                </c:pt>
                <c:pt idx="859">
                  <c:v>22.716697438089128</c:v>
                </c:pt>
                <c:pt idx="860">
                  <c:v>22.783955243198363</c:v>
                </c:pt>
                <c:pt idx="861">
                  <c:v>22.788048449821588</c:v>
                </c:pt>
                <c:pt idx="862">
                  <c:v>22.86149247901082</c:v>
                </c:pt>
                <c:pt idx="863">
                  <c:v>22.890571357415155</c:v>
                </c:pt>
                <c:pt idx="864">
                  <c:v>23.017505772400796</c:v>
                </c:pt>
                <c:pt idx="865">
                  <c:v>23.18671250641212</c:v>
                </c:pt>
                <c:pt idx="866">
                  <c:v>23.2057570794139</c:v>
                </c:pt>
                <c:pt idx="867">
                  <c:v>23.221422747146903</c:v>
                </c:pt>
                <c:pt idx="868">
                  <c:v>23.32765193600943</c:v>
                </c:pt>
                <c:pt idx="869">
                  <c:v>23.331629326653086</c:v>
                </c:pt>
                <c:pt idx="870">
                  <c:v>23.36744750669405</c:v>
                </c:pt>
                <c:pt idx="871">
                  <c:v>23.38046919829658</c:v>
                </c:pt>
                <c:pt idx="872">
                  <c:v>23.381164481448025</c:v>
                </c:pt>
                <c:pt idx="873">
                  <c:v>23.417461683566813</c:v>
                </c:pt>
                <c:pt idx="874">
                  <c:v>23.41818845418632</c:v>
                </c:pt>
                <c:pt idx="875">
                  <c:v>23.420528364189778</c:v>
                </c:pt>
                <c:pt idx="876">
                  <c:v>23.439170027709253</c:v>
                </c:pt>
                <c:pt idx="877">
                  <c:v>23.459867611962352</c:v>
                </c:pt>
                <c:pt idx="878">
                  <c:v>23.485841504801854</c:v>
                </c:pt>
                <c:pt idx="879">
                  <c:v>23.521229806545378</c:v>
                </c:pt>
                <c:pt idx="880">
                  <c:v>23.526310038299414</c:v>
                </c:pt>
                <c:pt idx="881">
                  <c:v>23.599686920941593</c:v>
                </c:pt>
                <c:pt idx="882">
                  <c:v>23.600207233928927</c:v>
                </c:pt>
                <c:pt idx="883">
                  <c:v>23.606128534049645</c:v>
                </c:pt>
                <c:pt idx="884">
                  <c:v>23.610744707007655</c:v>
                </c:pt>
                <c:pt idx="885">
                  <c:v>23.640933206721968</c:v>
                </c:pt>
                <c:pt idx="886">
                  <c:v>23.651833198120556</c:v>
                </c:pt>
                <c:pt idx="887">
                  <c:v>23.659412864778517</c:v>
                </c:pt>
                <c:pt idx="888">
                  <c:v>23.7227145224615</c:v>
                </c:pt>
                <c:pt idx="889">
                  <c:v>23.745910549522677</c:v>
                </c:pt>
                <c:pt idx="890">
                  <c:v>23.749610262276207</c:v>
                </c:pt>
                <c:pt idx="891">
                  <c:v>23.75689768680226</c:v>
                </c:pt>
                <c:pt idx="892">
                  <c:v>23.805067016232357</c:v>
                </c:pt>
                <c:pt idx="893">
                  <c:v>23.87615105981976</c:v>
                </c:pt>
                <c:pt idx="894">
                  <c:v>23.931574660362372</c:v>
                </c:pt>
                <c:pt idx="895">
                  <c:v>23.93173943802151</c:v>
                </c:pt>
                <c:pt idx="896">
                  <c:v>23.939562449950046</c:v>
                </c:pt>
                <c:pt idx="897">
                  <c:v>23.95242780394308</c:v>
                </c:pt>
                <c:pt idx="898">
                  <c:v>23.957774468241823</c:v>
                </c:pt>
                <c:pt idx="899">
                  <c:v>23.99525359358296</c:v>
                </c:pt>
                <c:pt idx="900">
                  <c:v>23.995993436733485</c:v>
                </c:pt>
                <c:pt idx="901">
                  <c:v>24.013098066146057</c:v>
                </c:pt>
                <c:pt idx="902">
                  <c:v>24.04569019600447</c:v>
                </c:pt>
                <c:pt idx="903">
                  <c:v>24.052946304035487</c:v>
                </c:pt>
                <c:pt idx="904">
                  <c:v>24.08382603045635</c:v>
                </c:pt>
                <c:pt idx="905">
                  <c:v>24.109002162871832</c:v>
                </c:pt>
                <c:pt idx="906">
                  <c:v>24.13140098297589</c:v>
                </c:pt>
                <c:pt idx="907">
                  <c:v>24.1884978615673</c:v>
                </c:pt>
                <c:pt idx="908">
                  <c:v>24.23919302000212</c:v>
                </c:pt>
                <c:pt idx="909">
                  <c:v>24.24500487956206</c:v>
                </c:pt>
                <c:pt idx="910">
                  <c:v>24.26708528626631</c:v>
                </c:pt>
                <c:pt idx="911">
                  <c:v>24.56200746765016</c:v>
                </c:pt>
                <c:pt idx="912">
                  <c:v>24.642774358191872</c:v>
                </c:pt>
                <c:pt idx="913">
                  <c:v>24.663514902601037</c:v>
                </c:pt>
                <c:pt idx="914">
                  <c:v>24.834428315291177</c:v>
                </c:pt>
                <c:pt idx="915">
                  <c:v>24.950459914438767</c:v>
                </c:pt>
                <c:pt idx="916">
                  <c:v>24.958571235174603</c:v>
                </c:pt>
                <c:pt idx="917">
                  <c:v>25.021753984097558</c:v>
                </c:pt>
                <c:pt idx="918">
                  <c:v>25.074983198367335</c:v>
                </c:pt>
                <c:pt idx="919">
                  <c:v>25.15416116217665</c:v>
                </c:pt>
                <c:pt idx="920">
                  <c:v>25.1903669184056</c:v>
                </c:pt>
                <c:pt idx="921">
                  <c:v>25.29645919683057</c:v>
                </c:pt>
                <c:pt idx="922">
                  <c:v>25.380149966020696</c:v>
                </c:pt>
                <c:pt idx="923">
                  <c:v>25.44094385679935</c:v>
                </c:pt>
                <c:pt idx="924">
                  <c:v>25.4434918814147</c:v>
                </c:pt>
                <c:pt idx="925">
                  <c:v>25.451118119911996</c:v>
                </c:pt>
                <c:pt idx="926">
                  <c:v>25.464947241288797</c:v>
                </c:pt>
                <c:pt idx="927">
                  <c:v>25.57502740560072</c:v>
                </c:pt>
                <c:pt idx="928">
                  <c:v>25.622692391215253</c:v>
                </c:pt>
                <c:pt idx="929">
                  <c:v>25.642177483974876</c:v>
                </c:pt>
                <c:pt idx="930">
                  <c:v>25.686395368074187</c:v>
                </c:pt>
                <c:pt idx="931">
                  <c:v>25.688132107861605</c:v>
                </c:pt>
                <c:pt idx="932">
                  <c:v>25.728285278096706</c:v>
                </c:pt>
                <c:pt idx="933">
                  <c:v>25.73585569302685</c:v>
                </c:pt>
                <c:pt idx="934">
                  <c:v>25.738326975536523</c:v>
                </c:pt>
                <c:pt idx="935">
                  <c:v>25.765589852607803</c:v>
                </c:pt>
                <c:pt idx="936">
                  <c:v>25.7656735636333</c:v>
                </c:pt>
                <c:pt idx="937">
                  <c:v>25.845479653216472</c:v>
                </c:pt>
                <c:pt idx="938">
                  <c:v>25.855135884216338</c:v>
                </c:pt>
                <c:pt idx="939">
                  <c:v>25.867175516712578</c:v>
                </c:pt>
                <c:pt idx="940">
                  <c:v>25.873257417399145</c:v>
                </c:pt>
                <c:pt idx="941">
                  <c:v>25.879842013031947</c:v>
                </c:pt>
                <c:pt idx="942">
                  <c:v>25.886720660491704</c:v>
                </c:pt>
                <c:pt idx="943">
                  <c:v>25.92554694890957</c:v>
                </c:pt>
                <c:pt idx="944">
                  <c:v>25.94131016387803</c:v>
                </c:pt>
                <c:pt idx="945">
                  <c:v>25.957678803483176</c:v>
                </c:pt>
                <c:pt idx="946">
                  <c:v>26.066286338136138</c:v>
                </c:pt>
                <c:pt idx="947">
                  <c:v>26.122714988057453</c:v>
                </c:pt>
                <c:pt idx="948">
                  <c:v>26.32147242335415</c:v>
                </c:pt>
                <c:pt idx="949">
                  <c:v>26.33376163664215</c:v>
                </c:pt>
                <c:pt idx="950">
                  <c:v>26.360345670667755</c:v>
                </c:pt>
                <c:pt idx="951">
                  <c:v>26.373720461813207</c:v>
                </c:pt>
                <c:pt idx="952">
                  <c:v>26.42291395814749</c:v>
                </c:pt>
                <c:pt idx="953">
                  <c:v>26.443797017247874</c:v>
                </c:pt>
                <c:pt idx="954">
                  <c:v>26.49473675395447</c:v>
                </c:pt>
                <c:pt idx="955">
                  <c:v>26.53091566275134</c:v>
                </c:pt>
                <c:pt idx="956">
                  <c:v>26.584963964944393</c:v>
                </c:pt>
                <c:pt idx="957">
                  <c:v>26.691950652895386</c:v>
                </c:pt>
                <c:pt idx="958">
                  <c:v>26.701695748956723</c:v>
                </c:pt>
                <c:pt idx="959">
                  <c:v>26.72033695014457</c:v>
                </c:pt>
                <c:pt idx="960">
                  <c:v>26.751619439753654</c:v>
                </c:pt>
                <c:pt idx="961">
                  <c:v>26.76073223287071</c:v>
                </c:pt>
                <c:pt idx="962">
                  <c:v>26.763645931702186</c:v>
                </c:pt>
                <c:pt idx="963">
                  <c:v>26.848654069519966</c:v>
                </c:pt>
                <c:pt idx="964">
                  <c:v>26.853718985675073</c:v>
                </c:pt>
                <c:pt idx="965">
                  <c:v>26.899923051515884</c:v>
                </c:pt>
                <c:pt idx="966">
                  <c:v>26.90707386252619</c:v>
                </c:pt>
                <c:pt idx="967">
                  <c:v>26.923199728188365</c:v>
                </c:pt>
                <c:pt idx="968">
                  <c:v>26.938277675809502</c:v>
                </c:pt>
                <c:pt idx="969">
                  <c:v>27.018074670997777</c:v>
                </c:pt>
                <c:pt idx="970">
                  <c:v>27.082230815466573</c:v>
                </c:pt>
                <c:pt idx="971">
                  <c:v>27.085479439873296</c:v>
                </c:pt>
                <c:pt idx="972">
                  <c:v>27.0899255737923</c:v>
                </c:pt>
                <c:pt idx="973">
                  <c:v>27.190790632359608</c:v>
                </c:pt>
                <c:pt idx="974">
                  <c:v>27.196796955234646</c:v>
                </c:pt>
                <c:pt idx="975">
                  <c:v>27.270156563338034</c:v>
                </c:pt>
                <c:pt idx="976">
                  <c:v>27.464848930406646</c:v>
                </c:pt>
                <c:pt idx="977">
                  <c:v>27.57485889273032</c:v>
                </c:pt>
                <c:pt idx="978">
                  <c:v>27.576561101974775</c:v>
                </c:pt>
                <c:pt idx="979">
                  <c:v>27.577725189124706</c:v>
                </c:pt>
                <c:pt idx="980">
                  <c:v>27.67992161264101</c:v>
                </c:pt>
                <c:pt idx="981">
                  <c:v>27.680769379748853</c:v>
                </c:pt>
                <c:pt idx="982">
                  <c:v>27.690311493816353</c:v>
                </c:pt>
                <c:pt idx="983">
                  <c:v>27.738565812760527</c:v>
                </c:pt>
                <c:pt idx="984">
                  <c:v>27.795824966310647</c:v>
                </c:pt>
                <c:pt idx="985">
                  <c:v>27.883869959186597</c:v>
                </c:pt>
                <c:pt idx="986">
                  <c:v>28.013528690305776</c:v>
                </c:pt>
                <c:pt idx="987">
                  <c:v>28.02208495494301</c:v>
                </c:pt>
                <c:pt idx="988">
                  <c:v>28.060413912192445</c:v>
                </c:pt>
                <c:pt idx="989">
                  <c:v>28.10349486361406</c:v>
                </c:pt>
                <c:pt idx="990">
                  <c:v>28.10722509822591</c:v>
                </c:pt>
                <c:pt idx="991">
                  <c:v>28.216570060694465</c:v>
                </c:pt>
                <c:pt idx="992">
                  <c:v>28.27963159401122</c:v>
                </c:pt>
                <c:pt idx="993">
                  <c:v>28.41500609865851</c:v>
                </c:pt>
                <c:pt idx="994">
                  <c:v>28.47483832747551</c:v>
                </c:pt>
                <c:pt idx="995">
                  <c:v>28.50125747482565</c:v>
                </c:pt>
                <c:pt idx="996">
                  <c:v>28.502870656757466</c:v>
                </c:pt>
                <c:pt idx="997">
                  <c:v>28.505320940600654</c:v>
                </c:pt>
                <c:pt idx="998">
                  <c:v>28.599840478055384</c:v>
                </c:pt>
                <c:pt idx="999">
                  <c:v>28.61737773731187</c:v>
                </c:pt>
                <c:pt idx="1000">
                  <c:v>28.641969468051045</c:v>
                </c:pt>
                <c:pt idx="1001">
                  <c:v>28.642241317383935</c:v>
                </c:pt>
                <c:pt idx="1002">
                  <c:v>28.664438672704847</c:v>
                </c:pt>
                <c:pt idx="1003">
                  <c:v>28.67708600189357</c:v>
                </c:pt>
                <c:pt idx="1004">
                  <c:v>28.69890858820787</c:v>
                </c:pt>
                <c:pt idx="1005">
                  <c:v>28.775012111289186</c:v>
                </c:pt>
                <c:pt idx="1006">
                  <c:v>28.821046339063685</c:v>
                </c:pt>
                <c:pt idx="1007">
                  <c:v>28.989422462046818</c:v>
                </c:pt>
                <c:pt idx="1008">
                  <c:v>28.999557749029435</c:v>
                </c:pt>
                <c:pt idx="1009">
                  <c:v>29.122588798451545</c:v>
                </c:pt>
                <c:pt idx="1010">
                  <c:v>29.15049935078352</c:v>
                </c:pt>
                <c:pt idx="1011">
                  <c:v>29.213602208156345</c:v>
                </c:pt>
                <c:pt idx="1012">
                  <c:v>29.289402091319488</c:v>
                </c:pt>
                <c:pt idx="1013">
                  <c:v>29.427409371894285</c:v>
                </c:pt>
                <c:pt idx="1014">
                  <c:v>29.447259826883396</c:v>
                </c:pt>
                <c:pt idx="1015">
                  <c:v>29.447310066425302</c:v>
                </c:pt>
                <c:pt idx="1016">
                  <c:v>29.608620593452116</c:v>
                </c:pt>
                <c:pt idx="1017">
                  <c:v>29.69411762925992</c:v>
                </c:pt>
                <c:pt idx="1018">
                  <c:v>29.699004052185387</c:v>
                </c:pt>
                <c:pt idx="1019">
                  <c:v>29.72061813204921</c:v>
                </c:pt>
                <c:pt idx="1020">
                  <c:v>29.739447580485233</c:v>
                </c:pt>
                <c:pt idx="1021">
                  <c:v>29.83894776972133</c:v>
                </c:pt>
                <c:pt idx="1022">
                  <c:v>29.861004827318638</c:v>
                </c:pt>
                <c:pt idx="1023">
                  <c:v>29.95783873883346</c:v>
                </c:pt>
                <c:pt idx="1024">
                  <c:v>29.9940652203842</c:v>
                </c:pt>
                <c:pt idx="1025">
                  <c:v>30.003210162513966</c:v>
                </c:pt>
                <c:pt idx="1026">
                  <c:v>30.06691771950281</c:v>
                </c:pt>
                <c:pt idx="1027">
                  <c:v>30.08317857707462</c:v>
                </c:pt>
                <c:pt idx="1028">
                  <c:v>30.09774334395408</c:v>
                </c:pt>
                <c:pt idx="1029">
                  <c:v>30.12690368472323</c:v>
                </c:pt>
                <c:pt idx="1030">
                  <c:v>30.158637395338104</c:v>
                </c:pt>
                <c:pt idx="1031">
                  <c:v>30.161151767968363</c:v>
                </c:pt>
                <c:pt idx="1032">
                  <c:v>30.17206627108905</c:v>
                </c:pt>
                <c:pt idx="1033">
                  <c:v>30.214202832152566</c:v>
                </c:pt>
                <c:pt idx="1034">
                  <c:v>30.339946019922962</c:v>
                </c:pt>
                <c:pt idx="1035">
                  <c:v>30.478009795355035</c:v>
                </c:pt>
                <c:pt idx="1036">
                  <c:v>30.54907031188364</c:v>
                </c:pt>
                <c:pt idx="1037">
                  <c:v>30.562619313663873</c:v>
                </c:pt>
                <c:pt idx="1038">
                  <c:v>30.603225091450298</c:v>
                </c:pt>
                <c:pt idx="1039">
                  <c:v>30.70274339441795</c:v>
                </c:pt>
                <c:pt idx="1040">
                  <c:v>30.709188097049022</c:v>
                </c:pt>
                <c:pt idx="1041">
                  <c:v>30.723652021304332</c:v>
                </c:pt>
                <c:pt idx="1042">
                  <c:v>30.74065925678154</c:v>
                </c:pt>
                <c:pt idx="1043">
                  <c:v>30.777380679790753</c:v>
                </c:pt>
                <c:pt idx="1044">
                  <c:v>30.993209597393303</c:v>
                </c:pt>
                <c:pt idx="1045">
                  <c:v>31.007273944895218</c:v>
                </c:pt>
                <c:pt idx="1046">
                  <c:v>31.007404388431354</c:v>
                </c:pt>
                <c:pt idx="1047">
                  <c:v>31.053419921514575</c:v>
                </c:pt>
                <c:pt idx="1048">
                  <c:v>31.065498373583154</c:v>
                </c:pt>
                <c:pt idx="1049">
                  <c:v>31.07031198467385</c:v>
                </c:pt>
                <c:pt idx="1050">
                  <c:v>31.10363779891253</c:v>
                </c:pt>
                <c:pt idx="1051">
                  <c:v>31.421296103695397</c:v>
                </c:pt>
                <c:pt idx="1052">
                  <c:v>31.472322740406526</c:v>
                </c:pt>
                <c:pt idx="1053">
                  <c:v>31.49620349389255</c:v>
                </c:pt>
                <c:pt idx="1054">
                  <c:v>31.56528199932211</c:v>
                </c:pt>
                <c:pt idx="1055">
                  <c:v>31.652400727422986</c:v>
                </c:pt>
                <c:pt idx="1056">
                  <c:v>31.668256295070094</c:v>
                </c:pt>
                <c:pt idx="1057">
                  <c:v>31.698077768163017</c:v>
                </c:pt>
                <c:pt idx="1058">
                  <c:v>31.721068940445846</c:v>
                </c:pt>
                <c:pt idx="1059">
                  <c:v>31.729779104606592</c:v>
                </c:pt>
                <c:pt idx="1060">
                  <c:v>31.738424951476958</c:v>
                </c:pt>
                <c:pt idx="1061">
                  <c:v>31.791634894771022</c:v>
                </c:pt>
                <c:pt idx="1062">
                  <c:v>32.00571600496164</c:v>
                </c:pt>
                <c:pt idx="1063">
                  <c:v>32.05443441054021</c:v>
                </c:pt>
                <c:pt idx="1064">
                  <c:v>32.10477935483907</c:v>
                </c:pt>
                <c:pt idx="1065">
                  <c:v>32.14507787677951</c:v>
                </c:pt>
                <c:pt idx="1066">
                  <c:v>32.30983708616891</c:v>
                </c:pt>
                <c:pt idx="1067">
                  <c:v>32.32346519253511</c:v>
                </c:pt>
                <c:pt idx="1068">
                  <c:v>32.42148975153481</c:v>
                </c:pt>
                <c:pt idx="1069">
                  <c:v>32.52480248712442</c:v>
                </c:pt>
                <c:pt idx="1070">
                  <c:v>32.60414661685387</c:v>
                </c:pt>
                <c:pt idx="1071">
                  <c:v>32.64782232019721</c:v>
                </c:pt>
                <c:pt idx="1072">
                  <c:v>32.694758344178695</c:v>
                </c:pt>
                <c:pt idx="1073">
                  <c:v>32.71894109092747</c:v>
                </c:pt>
                <c:pt idx="1074">
                  <c:v>32.73868578814984</c:v>
                </c:pt>
                <c:pt idx="1075">
                  <c:v>32.82155773644695</c:v>
                </c:pt>
                <c:pt idx="1076">
                  <c:v>32.86062396690272</c:v>
                </c:pt>
                <c:pt idx="1077">
                  <c:v>33.01182834404355</c:v>
                </c:pt>
                <c:pt idx="1078">
                  <c:v>33.25479227539961</c:v>
                </c:pt>
                <c:pt idx="1079">
                  <c:v>33.26600698904858</c:v>
                </c:pt>
                <c:pt idx="1080">
                  <c:v>33.54302692481656</c:v>
                </c:pt>
                <c:pt idx="1081">
                  <c:v>33.57105210255307</c:v>
                </c:pt>
                <c:pt idx="1082">
                  <c:v>33.62674246839198</c:v>
                </c:pt>
                <c:pt idx="1083">
                  <c:v>33.70258062678258</c:v>
                </c:pt>
                <c:pt idx="1084">
                  <c:v>33.714681050422286</c:v>
                </c:pt>
                <c:pt idx="1085">
                  <c:v>33.71894572232196</c:v>
                </c:pt>
                <c:pt idx="1086">
                  <c:v>33.827755229036285</c:v>
                </c:pt>
                <c:pt idx="1087">
                  <c:v>33.83407127855733</c:v>
                </c:pt>
                <c:pt idx="1088">
                  <c:v>33.924292413669406</c:v>
                </c:pt>
                <c:pt idx="1089">
                  <c:v>33.93497865351935</c:v>
                </c:pt>
                <c:pt idx="1090">
                  <c:v>33.96329791415785</c:v>
                </c:pt>
                <c:pt idx="1091">
                  <c:v>34.0484218148639</c:v>
                </c:pt>
                <c:pt idx="1092">
                  <c:v>34.1304073938106</c:v>
                </c:pt>
                <c:pt idx="1093">
                  <c:v>34.225102704482225</c:v>
                </c:pt>
                <c:pt idx="1094">
                  <c:v>34.26343096897338</c:v>
                </c:pt>
                <c:pt idx="1095">
                  <c:v>34.345805318994266</c:v>
                </c:pt>
                <c:pt idx="1096">
                  <c:v>34.36629164550321</c:v>
                </c:pt>
                <c:pt idx="1097">
                  <c:v>34.6011350526781</c:v>
                </c:pt>
                <c:pt idx="1098">
                  <c:v>34.61031700416925</c:v>
                </c:pt>
                <c:pt idx="1099">
                  <c:v>34.62285608056922</c:v>
                </c:pt>
                <c:pt idx="1100">
                  <c:v>34.706892574131444</c:v>
                </c:pt>
                <c:pt idx="1101">
                  <c:v>34.70750625189305</c:v>
                </c:pt>
                <c:pt idx="1102">
                  <c:v>34.76803338193798</c:v>
                </c:pt>
                <c:pt idx="1103">
                  <c:v>34.984209205187454</c:v>
                </c:pt>
                <c:pt idx="1104">
                  <c:v>35.00267118633033</c:v>
                </c:pt>
                <c:pt idx="1105">
                  <c:v>35.059257745952124</c:v>
                </c:pt>
                <c:pt idx="1106">
                  <c:v>35.0906223250073</c:v>
                </c:pt>
                <c:pt idx="1107">
                  <c:v>35.144215796332304</c:v>
                </c:pt>
                <c:pt idx="1108">
                  <c:v>35.14691508112881</c:v>
                </c:pt>
                <c:pt idx="1109">
                  <c:v>35.349341341179056</c:v>
                </c:pt>
                <c:pt idx="1110">
                  <c:v>35.417493773279375</c:v>
                </c:pt>
                <c:pt idx="1111">
                  <c:v>35.42349793677337</c:v>
                </c:pt>
                <c:pt idx="1112">
                  <c:v>35.63370945237162</c:v>
                </c:pt>
                <c:pt idx="1113">
                  <c:v>35.8004832608697</c:v>
                </c:pt>
                <c:pt idx="1114">
                  <c:v>35.80201068196578</c:v>
                </c:pt>
                <c:pt idx="1115">
                  <c:v>35.899049322173056</c:v>
                </c:pt>
                <c:pt idx="1116">
                  <c:v>35.91873334562219</c:v>
                </c:pt>
                <c:pt idx="1117">
                  <c:v>36.041644142109675</c:v>
                </c:pt>
                <c:pt idx="1118">
                  <c:v>36.169134063317244</c:v>
                </c:pt>
                <c:pt idx="1119">
                  <c:v>36.19742577776063</c:v>
                </c:pt>
                <c:pt idx="1120">
                  <c:v>36.20076223371598</c:v>
                </c:pt>
                <c:pt idx="1121">
                  <c:v>36.206949233962675</c:v>
                </c:pt>
                <c:pt idx="1122">
                  <c:v>36.30416407645265</c:v>
                </c:pt>
                <c:pt idx="1123">
                  <c:v>36.31492707454794</c:v>
                </c:pt>
                <c:pt idx="1124">
                  <c:v>36.38682403521082</c:v>
                </c:pt>
                <c:pt idx="1125">
                  <c:v>36.40214234992297</c:v>
                </c:pt>
                <c:pt idx="1126">
                  <c:v>36.45160778516649</c:v>
                </c:pt>
                <c:pt idx="1127">
                  <c:v>36.58205058811453</c:v>
                </c:pt>
                <c:pt idx="1128">
                  <c:v>36.61843846892401</c:v>
                </c:pt>
                <c:pt idx="1129">
                  <c:v>36.652345258021086</c:v>
                </c:pt>
                <c:pt idx="1130">
                  <c:v>36.69454521261454</c:v>
                </c:pt>
                <c:pt idx="1131">
                  <c:v>36.87893694300166</c:v>
                </c:pt>
                <c:pt idx="1132">
                  <c:v>36.91485569762908</c:v>
                </c:pt>
                <c:pt idx="1133">
                  <c:v>36.98800686605338</c:v>
                </c:pt>
                <c:pt idx="1134">
                  <c:v>37.034163515076074</c:v>
                </c:pt>
                <c:pt idx="1135">
                  <c:v>37.17088972480413</c:v>
                </c:pt>
                <c:pt idx="1136">
                  <c:v>37.19673199735658</c:v>
                </c:pt>
                <c:pt idx="1137">
                  <c:v>37.19958543662864</c:v>
                </c:pt>
                <c:pt idx="1138">
                  <c:v>37.20076649653484</c:v>
                </c:pt>
                <c:pt idx="1139">
                  <c:v>37.227347164586234</c:v>
                </c:pt>
                <c:pt idx="1140">
                  <c:v>37.304543471948534</c:v>
                </c:pt>
                <c:pt idx="1141">
                  <c:v>37.450198248476084</c:v>
                </c:pt>
                <c:pt idx="1142">
                  <c:v>37.55431495995097</c:v>
                </c:pt>
                <c:pt idx="1143">
                  <c:v>37.704875043363074</c:v>
                </c:pt>
                <c:pt idx="1144">
                  <c:v>37.79040952959983</c:v>
                </c:pt>
                <c:pt idx="1145">
                  <c:v>37.83552871547002</c:v>
                </c:pt>
                <c:pt idx="1146">
                  <c:v>37.87593880829547</c:v>
                </c:pt>
                <c:pt idx="1147">
                  <c:v>37.92526539630293</c:v>
                </c:pt>
                <c:pt idx="1148">
                  <c:v>38.000066040300595</c:v>
                </c:pt>
                <c:pt idx="1149">
                  <c:v>38.04733088544529</c:v>
                </c:pt>
                <c:pt idx="1150">
                  <c:v>38.06528047164372</c:v>
                </c:pt>
                <c:pt idx="1151">
                  <c:v>38.083975705656655</c:v>
                </c:pt>
                <c:pt idx="1152">
                  <c:v>38.34872636962987</c:v>
                </c:pt>
                <c:pt idx="1153">
                  <c:v>38.38940842189338</c:v>
                </c:pt>
                <c:pt idx="1154">
                  <c:v>38.547233851567825</c:v>
                </c:pt>
                <c:pt idx="1155">
                  <c:v>38.59963581483021</c:v>
                </c:pt>
                <c:pt idx="1156">
                  <c:v>38.697921832275654</c:v>
                </c:pt>
                <c:pt idx="1157">
                  <c:v>38.919924437444706</c:v>
                </c:pt>
                <c:pt idx="1158">
                  <c:v>38.92937714072015</c:v>
                </c:pt>
                <c:pt idx="1159">
                  <c:v>39.07402655738578</c:v>
                </c:pt>
                <c:pt idx="1160">
                  <c:v>39.422979561138746</c:v>
                </c:pt>
                <c:pt idx="1161">
                  <c:v>39.50290598724462</c:v>
                </c:pt>
                <c:pt idx="1162">
                  <c:v>39.53271518366071</c:v>
                </c:pt>
                <c:pt idx="1163">
                  <c:v>39.581365267112034</c:v>
                </c:pt>
                <c:pt idx="1164">
                  <c:v>39.6649555846092</c:v>
                </c:pt>
                <c:pt idx="1165">
                  <c:v>39.67875711775318</c:v>
                </c:pt>
                <c:pt idx="1166">
                  <c:v>40.034660812909834</c:v>
                </c:pt>
                <c:pt idx="1167">
                  <c:v>40.10275091589898</c:v>
                </c:pt>
                <c:pt idx="1168">
                  <c:v>40.22486499964333</c:v>
                </c:pt>
                <c:pt idx="1169">
                  <c:v>40.28616233251901</c:v>
                </c:pt>
                <c:pt idx="1170">
                  <c:v>40.362395673631625</c:v>
                </c:pt>
                <c:pt idx="1171">
                  <c:v>40.380843853774735</c:v>
                </c:pt>
                <c:pt idx="1172">
                  <c:v>40.420651296619866</c:v>
                </c:pt>
                <c:pt idx="1173">
                  <c:v>40.456329012093676</c:v>
                </c:pt>
                <c:pt idx="1174">
                  <c:v>40.68864921646522</c:v>
                </c:pt>
                <c:pt idx="1175">
                  <c:v>40.803783042294455</c:v>
                </c:pt>
                <c:pt idx="1176">
                  <c:v>40.81690901332394</c:v>
                </c:pt>
                <c:pt idx="1177">
                  <c:v>41.00423037301175</c:v>
                </c:pt>
                <c:pt idx="1178">
                  <c:v>41.0974226644237</c:v>
                </c:pt>
                <c:pt idx="1179">
                  <c:v>41.10641958745978</c:v>
                </c:pt>
                <c:pt idx="1180">
                  <c:v>41.117465225297195</c:v>
                </c:pt>
                <c:pt idx="1181">
                  <c:v>41.15554424699559</c:v>
                </c:pt>
                <c:pt idx="1182">
                  <c:v>41.20887390129289</c:v>
                </c:pt>
                <c:pt idx="1183">
                  <c:v>41.26879211031314</c:v>
                </c:pt>
                <c:pt idx="1184">
                  <c:v>41.37888515034578</c:v>
                </c:pt>
                <c:pt idx="1185">
                  <c:v>41.516276258950796</c:v>
                </c:pt>
                <c:pt idx="1186">
                  <c:v>41.63026846891262</c:v>
                </c:pt>
                <c:pt idx="1187">
                  <c:v>41.72294908863702</c:v>
                </c:pt>
                <c:pt idx="1188">
                  <c:v>41.74654263372548</c:v>
                </c:pt>
                <c:pt idx="1189">
                  <c:v>41.76717939730355</c:v>
                </c:pt>
                <c:pt idx="1190">
                  <c:v>41.868078174093455</c:v>
                </c:pt>
                <c:pt idx="1191">
                  <c:v>41.952492350193154</c:v>
                </c:pt>
                <c:pt idx="1192">
                  <c:v>42.40386526453537</c:v>
                </c:pt>
                <c:pt idx="1193">
                  <c:v>42.43002899516961</c:v>
                </c:pt>
                <c:pt idx="1194">
                  <c:v>42.58656865040112</c:v>
                </c:pt>
                <c:pt idx="1195">
                  <c:v>42.61493341727248</c:v>
                </c:pt>
                <c:pt idx="1196">
                  <c:v>42.84578113271334</c:v>
                </c:pt>
                <c:pt idx="1197">
                  <c:v>42.98668209517447</c:v>
                </c:pt>
                <c:pt idx="1198">
                  <c:v>43.272282576319185</c:v>
                </c:pt>
                <c:pt idx="1199">
                  <c:v>43.333613729182986</c:v>
                </c:pt>
                <c:pt idx="1200">
                  <c:v>43.387798569099516</c:v>
                </c:pt>
                <c:pt idx="1201">
                  <c:v>43.44627071293917</c:v>
                </c:pt>
                <c:pt idx="1202">
                  <c:v>43.478359123881575</c:v>
                </c:pt>
                <c:pt idx="1203">
                  <c:v>43.57677006403398</c:v>
                </c:pt>
                <c:pt idx="1204">
                  <c:v>43.9279870841429</c:v>
                </c:pt>
                <c:pt idx="1205">
                  <c:v>43.940702648292046</c:v>
                </c:pt>
                <c:pt idx="1206">
                  <c:v>43.98071306881576</c:v>
                </c:pt>
                <c:pt idx="1207">
                  <c:v>43.98821718501412</c:v>
                </c:pt>
                <c:pt idx="1208">
                  <c:v>44.07484318897767</c:v>
                </c:pt>
                <c:pt idx="1209">
                  <c:v>44.2705219018313</c:v>
                </c:pt>
                <c:pt idx="1210">
                  <c:v>44.60428935066099</c:v>
                </c:pt>
                <c:pt idx="1211">
                  <c:v>44.714217818304974</c:v>
                </c:pt>
                <c:pt idx="1212">
                  <c:v>44.72537830983211</c:v>
                </c:pt>
                <c:pt idx="1213">
                  <c:v>44.82667607706716</c:v>
                </c:pt>
                <c:pt idx="1214">
                  <c:v>44.83583934636923</c:v>
                </c:pt>
                <c:pt idx="1215">
                  <c:v>44.88180119292497</c:v>
                </c:pt>
                <c:pt idx="1216">
                  <c:v>44.92512448570909</c:v>
                </c:pt>
                <c:pt idx="1217">
                  <c:v>45.069635586510714</c:v>
                </c:pt>
                <c:pt idx="1218">
                  <c:v>45.08730410750678</c:v>
                </c:pt>
                <c:pt idx="1219">
                  <c:v>45.09730772609623</c:v>
                </c:pt>
                <c:pt idx="1220">
                  <c:v>45.11217528269751</c:v>
                </c:pt>
                <c:pt idx="1221">
                  <c:v>45.14838365786784</c:v>
                </c:pt>
                <c:pt idx="1222">
                  <c:v>45.504556632881844</c:v>
                </c:pt>
                <c:pt idx="1223">
                  <c:v>45.721101242571365</c:v>
                </c:pt>
                <c:pt idx="1224">
                  <c:v>45.754518236618225</c:v>
                </c:pt>
                <c:pt idx="1225">
                  <c:v>45.81970472807569</c:v>
                </c:pt>
                <c:pt idx="1226">
                  <c:v>45.8522606660145</c:v>
                </c:pt>
                <c:pt idx="1227">
                  <c:v>45.96335369648227</c:v>
                </c:pt>
                <c:pt idx="1228">
                  <c:v>46.04657058588316</c:v>
                </c:pt>
                <c:pt idx="1229">
                  <c:v>46.27592107481436</c:v>
                </c:pt>
                <c:pt idx="1230">
                  <c:v>46.515269946985285</c:v>
                </c:pt>
                <c:pt idx="1231">
                  <c:v>46.76245099346909</c:v>
                </c:pt>
                <c:pt idx="1232">
                  <c:v>46.887415147880574</c:v>
                </c:pt>
                <c:pt idx="1233">
                  <c:v>46.94837426120367</c:v>
                </c:pt>
                <c:pt idx="1234">
                  <c:v>47.01303656297705</c:v>
                </c:pt>
                <c:pt idx="1235">
                  <c:v>47.10906629142099</c:v>
                </c:pt>
                <c:pt idx="1236">
                  <c:v>47.139168012256164</c:v>
                </c:pt>
                <c:pt idx="1237">
                  <c:v>47.274515101708744</c:v>
                </c:pt>
                <c:pt idx="1238">
                  <c:v>47.38805189291739</c:v>
                </c:pt>
                <c:pt idx="1239">
                  <c:v>47.51770376389993</c:v>
                </c:pt>
                <c:pt idx="1240">
                  <c:v>47.52891540931839</c:v>
                </c:pt>
                <c:pt idx="1241">
                  <c:v>47.657362531424326</c:v>
                </c:pt>
                <c:pt idx="1242">
                  <c:v>47.769002901882544</c:v>
                </c:pt>
                <c:pt idx="1243">
                  <c:v>47.961038318492115</c:v>
                </c:pt>
                <c:pt idx="1244">
                  <c:v>47.96654849507024</c:v>
                </c:pt>
                <c:pt idx="1245">
                  <c:v>48.09102887502257</c:v>
                </c:pt>
                <c:pt idx="1246">
                  <c:v>48.152758797101995</c:v>
                </c:pt>
                <c:pt idx="1247">
                  <c:v>48.286770724337146</c:v>
                </c:pt>
                <c:pt idx="1248">
                  <c:v>48.42101582706094</c:v>
                </c:pt>
                <c:pt idx="1249">
                  <c:v>48.61860926465468</c:v>
                </c:pt>
                <c:pt idx="1250">
                  <c:v>48.63742664846879</c:v>
                </c:pt>
                <c:pt idx="1251">
                  <c:v>48.92902355653672</c:v>
                </c:pt>
                <c:pt idx="1252">
                  <c:v>49.18038412445267</c:v>
                </c:pt>
                <c:pt idx="1253">
                  <c:v>49.72629725192451</c:v>
                </c:pt>
                <c:pt idx="1254">
                  <c:v>49.7390304697667</c:v>
                </c:pt>
                <c:pt idx="1255">
                  <c:v>49.81915658971869</c:v>
                </c:pt>
                <c:pt idx="1256">
                  <c:v>50.066006610246546</c:v>
                </c:pt>
                <c:pt idx="1257">
                  <c:v>50.2157849840943</c:v>
                </c:pt>
                <c:pt idx="1258">
                  <c:v>50.32155949171269</c:v>
                </c:pt>
                <c:pt idx="1259">
                  <c:v>50.41698949389351</c:v>
                </c:pt>
                <c:pt idx="1260">
                  <c:v>50.60677297171242</c:v>
                </c:pt>
                <c:pt idx="1261">
                  <c:v>50.64354275865426</c:v>
                </c:pt>
                <c:pt idx="1262">
                  <c:v>50.810566268200034</c:v>
                </c:pt>
                <c:pt idx="1263">
                  <c:v>51.27874233902264</c:v>
                </c:pt>
                <c:pt idx="1264">
                  <c:v>51.42687584367043</c:v>
                </c:pt>
                <c:pt idx="1265">
                  <c:v>51.52283274520201</c:v>
                </c:pt>
                <c:pt idx="1266">
                  <c:v>51.64094757930553</c:v>
                </c:pt>
                <c:pt idx="1267">
                  <c:v>51.74323083219865</c:v>
                </c:pt>
                <c:pt idx="1268">
                  <c:v>51.930468028581544</c:v>
                </c:pt>
                <c:pt idx="1269">
                  <c:v>52.03336753259195</c:v>
                </c:pt>
                <c:pt idx="1270">
                  <c:v>52.24941670230214</c:v>
                </c:pt>
                <c:pt idx="1271">
                  <c:v>52.549871632603754</c:v>
                </c:pt>
                <c:pt idx="1272">
                  <c:v>52.7330548043673</c:v>
                </c:pt>
                <c:pt idx="1273">
                  <c:v>52.981257723632126</c:v>
                </c:pt>
                <c:pt idx="1274">
                  <c:v>53.02110430208066</c:v>
                </c:pt>
                <c:pt idx="1275">
                  <c:v>53.30356818973323</c:v>
                </c:pt>
                <c:pt idx="1276">
                  <c:v>53.432743147207674</c:v>
                </c:pt>
                <c:pt idx="1277">
                  <c:v>53.63705919357139</c:v>
                </c:pt>
                <c:pt idx="1278">
                  <c:v>53.87496061248967</c:v>
                </c:pt>
                <c:pt idx="1279">
                  <c:v>53.95310482349521</c:v>
                </c:pt>
                <c:pt idx="1280">
                  <c:v>54.34613198918048</c:v>
                </c:pt>
                <c:pt idx="1281">
                  <c:v>54.736022078826664</c:v>
                </c:pt>
                <c:pt idx="1282">
                  <c:v>54.80343359748062</c:v>
                </c:pt>
                <c:pt idx="1283">
                  <c:v>55.50967077438969</c:v>
                </c:pt>
                <c:pt idx="1284">
                  <c:v>55.62178743174934</c:v>
                </c:pt>
                <c:pt idx="1285">
                  <c:v>55.654851932129304</c:v>
                </c:pt>
                <c:pt idx="1286">
                  <c:v>55.73757749471601</c:v>
                </c:pt>
                <c:pt idx="1287">
                  <c:v>55.74380855236825</c:v>
                </c:pt>
                <c:pt idx="1288">
                  <c:v>56.04395634011314</c:v>
                </c:pt>
                <c:pt idx="1289">
                  <c:v>56.34573288009605</c:v>
                </c:pt>
                <c:pt idx="1290">
                  <c:v>56.522499167306236</c:v>
                </c:pt>
                <c:pt idx="1291">
                  <c:v>56.66217221522584</c:v>
                </c:pt>
                <c:pt idx="1292">
                  <c:v>56.762623916258946</c:v>
                </c:pt>
                <c:pt idx="1293">
                  <c:v>56.95913860187835</c:v>
                </c:pt>
                <c:pt idx="1294">
                  <c:v>57.10290988302401</c:v>
                </c:pt>
                <c:pt idx="1295">
                  <c:v>57.13096455254602</c:v>
                </c:pt>
                <c:pt idx="1296">
                  <c:v>57.750644746993885</c:v>
                </c:pt>
                <c:pt idx="1297">
                  <c:v>58.3211993335066</c:v>
                </c:pt>
                <c:pt idx="1298">
                  <c:v>58.3226163886294</c:v>
                </c:pt>
                <c:pt idx="1299">
                  <c:v>58.34769590376743</c:v>
                </c:pt>
                <c:pt idx="1300">
                  <c:v>58.438844772469906</c:v>
                </c:pt>
                <c:pt idx="1301">
                  <c:v>58.527645364124766</c:v>
                </c:pt>
                <c:pt idx="1302">
                  <c:v>58.845353162912986</c:v>
                </c:pt>
                <c:pt idx="1303">
                  <c:v>59.11362753430021</c:v>
                </c:pt>
                <c:pt idx="1304">
                  <c:v>59.120220315846794</c:v>
                </c:pt>
                <c:pt idx="1305">
                  <c:v>59.34269536996055</c:v>
                </c:pt>
                <c:pt idx="1306">
                  <c:v>59.78141385491455</c:v>
                </c:pt>
                <c:pt idx="1307">
                  <c:v>60.03598936498591</c:v>
                </c:pt>
                <c:pt idx="1308">
                  <c:v>60.56448191733634</c:v>
                </c:pt>
                <c:pt idx="1309">
                  <c:v>61.19891599034585</c:v>
                </c:pt>
                <c:pt idx="1310">
                  <c:v>61.21285747666562</c:v>
                </c:pt>
                <c:pt idx="1311">
                  <c:v>61.62528089440423</c:v>
                </c:pt>
                <c:pt idx="1312">
                  <c:v>62.017227562242425</c:v>
                </c:pt>
                <c:pt idx="1313">
                  <c:v>62.09420997884817</c:v>
                </c:pt>
                <c:pt idx="1314">
                  <c:v>62.422088524927375</c:v>
                </c:pt>
                <c:pt idx="1315">
                  <c:v>62.576415834614295</c:v>
                </c:pt>
                <c:pt idx="1316">
                  <c:v>62.86065647503307</c:v>
                </c:pt>
                <c:pt idx="1317">
                  <c:v>62.973071026392546</c:v>
                </c:pt>
                <c:pt idx="1318">
                  <c:v>63.09834211466156</c:v>
                </c:pt>
                <c:pt idx="1319">
                  <c:v>63.778197359257916</c:v>
                </c:pt>
                <c:pt idx="1320">
                  <c:v>65.06829109886081</c:v>
                </c:pt>
                <c:pt idx="1321">
                  <c:v>65.72041845063592</c:v>
                </c:pt>
                <c:pt idx="1322">
                  <c:v>66.18721982373674</c:v>
                </c:pt>
                <c:pt idx="1323">
                  <c:v>66.91724431742341</c:v>
                </c:pt>
                <c:pt idx="1324">
                  <c:v>67.56544881753194</c:v>
                </c:pt>
                <c:pt idx="1325">
                  <c:v>67.82951615348034</c:v>
                </c:pt>
                <c:pt idx="1326">
                  <c:v>67.94070186624498</c:v>
                </c:pt>
                <c:pt idx="1327">
                  <c:v>68.20858294754134</c:v>
                </c:pt>
                <c:pt idx="1328">
                  <c:v>69.23862142815446</c:v>
                </c:pt>
                <c:pt idx="1329">
                  <c:v>69.33493001373188</c:v>
                </c:pt>
                <c:pt idx="1330">
                  <c:v>69.36566070380684</c:v>
                </c:pt>
                <c:pt idx="1331">
                  <c:v>70.18557482485215</c:v>
                </c:pt>
                <c:pt idx="1332">
                  <c:v>70.38548618012484</c:v>
                </c:pt>
                <c:pt idx="1333">
                  <c:v>70.47257785414905</c:v>
                </c:pt>
                <c:pt idx="1334">
                  <c:v>70.85545813891832</c:v>
                </c:pt>
                <c:pt idx="1335">
                  <c:v>71.16465859919029</c:v>
                </c:pt>
                <c:pt idx="1336">
                  <c:v>71.7569904503587</c:v>
                </c:pt>
                <c:pt idx="1337">
                  <c:v>71.80805326644432</c:v>
                </c:pt>
                <c:pt idx="1338">
                  <c:v>71.94091952586672</c:v>
                </c:pt>
                <c:pt idx="1339">
                  <c:v>72.25710328335367</c:v>
                </c:pt>
                <c:pt idx="1340">
                  <c:v>72.64492124011198</c:v>
                </c:pt>
                <c:pt idx="1341">
                  <c:v>72.66754275626698</c:v>
                </c:pt>
                <c:pt idx="1342">
                  <c:v>73.16265899933398</c:v>
                </c:pt>
                <c:pt idx="1343">
                  <c:v>73.35846596594709</c:v>
                </c:pt>
                <c:pt idx="1344">
                  <c:v>75.15439603142181</c:v>
                </c:pt>
                <c:pt idx="1345">
                  <c:v>75.33436259160993</c:v>
                </c:pt>
                <c:pt idx="1346">
                  <c:v>76.20832794392908</c:v>
                </c:pt>
                <c:pt idx="1347">
                  <c:v>76.91161110328164</c:v>
                </c:pt>
                <c:pt idx="1348">
                  <c:v>77.71341078795434</c:v>
                </c:pt>
                <c:pt idx="1349">
                  <c:v>77.89736185357276</c:v>
                </c:pt>
                <c:pt idx="1350">
                  <c:v>78.01219271801648</c:v>
                </c:pt>
                <c:pt idx="1351">
                  <c:v>78.22776038145525</c:v>
                </c:pt>
                <c:pt idx="1352">
                  <c:v>78.34292838140098</c:v>
                </c:pt>
                <c:pt idx="1353">
                  <c:v>79.0931378985824</c:v>
                </c:pt>
                <c:pt idx="1354">
                  <c:v>79.53983027607799</c:v>
                </c:pt>
                <c:pt idx="1355">
                  <c:v>79.91907450037826</c:v>
                </c:pt>
                <c:pt idx="1356">
                  <c:v>80.3751083966462</c:v>
                </c:pt>
                <c:pt idx="1357">
                  <c:v>80.6031319468137</c:v>
                </c:pt>
                <c:pt idx="1358">
                  <c:v>80.91839801654706</c:v>
                </c:pt>
                <c:pt idx="1359">
                  <c:v>81.65879718118833</c:v>
                </c:pt>
                <c:pt idx="1360">
                  <c:v>82.39527244585864</c:v>
                </c:pt>
                <c:pt idx="1361">
                  <c:v>82.41292823195154</c:v>
                </c:pt>
                <c:pt idx="1362">
                  <c:v>82.58764866861674</c:v>
                </c:pt>
                <c:pt idx="1363">
                  <c:v>86.6476407225714</c:v>
                </c:pt>
                <c:pt idx="1364">
                  <c:v>87.12046832141212</c:v>
                </c:pt>
                <c:pt idx="1365">
                  <c:v>88.43962774148443</c:v>
                </c:pt>
                <c:pt idx="1366">
                  <c:v>89.0337614114933</c:v>
                </c:pt>
                <c:pt idx="1367">
                  <c:v>89.6907945065029</c:v>
                </c:pt>
                <c:pt idx="1368">
                  <c:v>91.26940581360216</c:v>
                </c:pt>
                <c:pt idx="1369">
                  <c:v>91.76644734991851</c:v>
                </c:pt>
                <c:pt idx="1370">
                  <c:v>92.13010212953287</c:v>
                </c:pt>
                <c:pt idx="1371">
                  <c:v>92.52891471585778</c:v>
                </c:pt>
                <c:pt idx="1372">
                  <c:v>93.79350698195282</c:v>
                </c:pt>
                <c:pt idx="1373">
                  <c:v>97.55732208353825</c:v>
                </c:pt>
                <c:pt idx="1374">
                  <c:v>100.46997577454084</c:v>
                </c:pt>
                <c:pt idx="1375">
                  <c:v>102.04797062435497</c:v>
                </c:pt>
                <c:pt idx="1376">
                  <c:v>108.82820159085614</c:v>
                </c:pt>
                <c:pt idx="1377">
                  <c:v>111.54785253479312</c:v>
                </c:pt>
                <c:pt idx="1378">
                  <c:v>121.61642773036326</c:v>
                </c:pt>
                <c:pt idx="1379">
                  <c:v>127.18139938399052</c:v>
                </c:pt>
                <c:pt idx="1380">
                  <c:v>134.15469038704293</c:v>
                </c:pt>
                <c:pt idx="1381">
                  <c:v>143.51649370743087</c:v>
                </c:pt>
                <c:pt idx="1382">
                  <c:v>144.22146030563573</c:v>
                </c:pt>
              </c:numCache>
            </c:numRef>
          </c:yVal>
          <c:smooth val="0"/>
        </c:ser>
        <c:ser>
          <c:idx val="1"/>
          <c:order val="1"/>
          <c:tx>
            <c:strRef>
              <c:f>Sheet1!$B$1386</c:f>
              <c:strCache>
                <c:ptCount val="1"/>
                <c:pt idx="0">
                  <c:v>oberhalb der Schwelle</c:v>
                </c:pt>
              </c:strCache>
            </c:strRef>
          </c:tx>
          <c:spPr>
            <a:ln w="23812">
              <a:solidFill>
                <a:srgbClr val="B3261E"/>
              </a:solidFill>
            </a:ln>
          </c:spPr>
          <c:marker>
            <c:symbol val="circle"/>
            <c:size val="7"/>
            <c:spPr>
              <a:solidFill>
                <a:srgbClr val="B3261E"/>
              </a:solidFill>
              <a:ln w="14287">
                <a:solidFill>
                  <a:srgbClr val="FFFFFF"/>
                </a:solidFill>
              </a:ln>
            </c:spPr>
          </c:marker>
          <c:xVal>
            <c:numRef>
              <c:f>Sheet1!$A$1387:$A$1401</c:f>
              <c:numCache>
                <c:formatCode>General</c:formatCode>
                <c:ptCount val="15"/>
                <c:pt idx="0">
                  <c:v>98.99713467048711</c:v>
                </c:pt>
                <c:pt idx="1">
                  <c:v>99.06876790830945</c:v>
                </c:pt>
                <c:pt idx="2">
                  <c:v>99.14040114613181</c:v>
                </c:pt>
                <c:pt idx="3">
                  <c:v>99.21203438395415</c:v>
                </c:pt>
                <c:pt idx="4">
                  <c:v>99.2836676217765</c:v>
                </c:pt>
                <c:pt idx="5">
                  <c:v>99.35530085959886</c:v>
                </c:pt>
                <c:pt idx="6">
                  <c:v>99.42693409742121</c:v>
                </c:pt>
                <c:pt idx="7">
                  <c:v>99.49856733524355</c:v>
                </c:pt>
                <c:pt idx="8">
                  <c:v>99.5702005730659</c:v>
                </c:pt>
                <c:pt idx="9">
                  <c:v>99.64183381088824</c:v>
                </c:pt>
                <c:pt idx="10">
                  <c:v>99.7134670487106</c:v>
                </c:pt>
                <c:pt idx="11">
                  <c:v>99.78510028653295</c:v>
                </c:pt>
                <c:pt idx="12">
                  <c:v>99.8567335243553</c:v>
                </c:pt>
                <c:pt idx="13">
                  <c:v>99.92836676217765</c:v>
                </c:pt>
                <c:pt idx="14">
                  <c:v>100.0</c:v>
                </c:pt>
              </c:numCache>
            </c:numRef>
          </c:xVal>
          <c:yVal>
            <c:numRef>
              <c:f>Sheet1!$B$1387:$B$1401</c:f>
              <c:numCache>
                <c:formatCode>General</c:formatCode>
                <c:ptCount val="15"/>
                <c:pt idx="0">
                  <c:v>144.22146030563573</c:v>
                </c:pt>
                <c:pt idx="1">
                  <c:v>147.55257426536323</c:v>
                </c:pt>
                <c:pt idx="2">
                  <c:v>150.12526840963196</c:v>
                </c:pt>
                <c:pt idx="3">
                  <c:v>151.6390443577548</c:v>
                </c:pt>
                <c:pt idx="4">
                  <c:v>163.03553070120128</c:v>
                </c:pt>
                <c:pt idx="5">
                  <c:v>170.27804677436396</c:v>
                </c:pt>
                <c:pt idx="6">
                  <c:v>194.2769345279669</c:v>
                </c:pt>
                <c:pt idx="7">
                  <c:v>196.1525732769051</c:v>
                </c:pt>
                <c:pt idx="8">
                  <c:v>203.44166804477464</c:v>
                </c:pt>
                <c:pt idx="9">
                  <c:v>216.3028337259488</c:v>
                </c:pt>
                <c:pt idx="10">
                  <c:v>296.29835146508503</c:v>
                </c:pt>
                <c:pt idx="11">
                  <c:v>319.8155865254987</c:v>
                </c:pt>
                <c:pt idx="12">
                  <c:v>425.73850097389015</c:v>
                </c:pt>
                <c:pt idx="13">
                  <c:v>460.610530609423</c:v>
                </c:pt>
                <c:pt idx="14">
                  <c:v>481.74489326159767</c:v>
                </c:pt>
              </c:numCache>
            </c:numRef>
          </c:yVal>
          <c:smooth val="0"/>
        </c:ser>
        <c:ser>
          <c:idx val="2"/>
          <c:order val="2"/>
          <c:tx>
            <c:strRef>
              <c:f>Sheet1!$B$1403</c:f>
              <c:strCache>
                <c:ptCount val="1"/>
                <c:pt idx="0">
                  <c:v>Schwelle q99</c:v>
                </c:pt>
              </c:strCache>
            </c:strRef>
          </c:tx>
          <c:spPr>
            <a:ln w="19050">
              <a:solidFill>
                <a:srgbClr val="A86505"/>
              </a:solidFill>
              <a:prstDash val="dash"/>
            </a:ln>
          </c:spPr>
          <c:marker>
            <c:symbol val="none"/>
          </c:marker>
          <c:xVal>
            <c:numRef>
              <c:f>Sheet1!$A$1404:$A$1405</c:f>
              <c:numCache>
                <c:formatCode>General</c:formatCode>
                <c:ptCount val="2"/>
                <c:pt idx="0">
                  <c:v>0</c:v>
                </c:pt>
                <c:pt idx="1">
                  <c:v>100</c:v>
                </c:pt>
              </c:numCache>
            </c:numRef>
          </c:xVal>
          <c:yVal>
            <c:numRef>
              <c:f>Sheet1!$B$1404:$B$1405</c:f>
              <c:numCache>
                <c:formatCode>General</c:formatCode>
                <c:ptCount val="2"/>
                <c:pt idx="0">
                  <c:v>144.3547048640247</c:v>
                </c:pt>
                <c:pt idx="1">
                  <c:v>144.3547048640247</c:v>
                </c:pt>
              </c:numCache>
            </c:numRef>
          </c:yVal>
          <c:smooth val="0"/>
        </c:ser>
        <c:ser>
          <c:idx val="3"/>
          <c:order val="3"/>
          <c:tx>
            <c:strRef>
              <c:f>Sheet1!$B$1407</c:f>
              <c:strCache>
                <c:ptCount val="1"/>
                <c:pt idx="0">
                  <c:v>99 %</c:v>
                </c:pt>
              </c:strCache>
            </c:strRef>
          </c:tx>
          <c:spPr>
            <a:ln w="9525">
              <a:solidFill>
                <a:srgbClr val="8C99A7"/>
              </a:solidFill>
              <a:prstDash val="sysDash"/>
            </a:ln>
          </c:spPr>
          <c:marker>
            <c:symbol val="none"/>
          </c:marker>
          <c:xVal>
            <c:numRef>
              <c:f>Sheet1!$A$1408:$A$1409</c:f>
              <c:numCache>
                <c:formatCode>General</c:formatCode>
                <c:ptCount val="2"/>
                <c:pt idx="0">
                  <c:v>99</c:v>
                </c:pt>
                <c:pt idx="1">
                  <c:v>99</c:v>
                </c:pt>
              </c:numCache>
            </c:numRef>
          </c:xVal>
          <c:yVal>
            <c:numRef>
              <c:f>Sheet1!$B$1408:$B$1409</c:f>
              <c:numCache>
                <c:formatCode>General</c:formatCode>
                <c:ptCount val="2"/>
                <c:pt idx="0">
                  <c:v>0</c:v>
                </c:pt>
                <c:pt idx="1">
                  <c:v>500</c:v>
                </c:pt>
              </c:numCache>
            </c:numRef>
          </c:yVal>
          <c:smooth val="0"/>
        </c:ser>
        <c:axId val="762000"/>
        <c:axId val="762001"/>
      </c:scatterChart>
      <c:valAx>
        <c:axId val="762000"/>
        <c:scaling>
          <c:orientation val="minMax"/>
          <c:max val="100.0"/>
          <c:min val="0.0"/>
        </c:scaling>
        <c:delete val="0"/>
        <c:axPos val="b"/>
        <c:numFmt formatCode="[&lt;100]0&quot; %&quot;;&quot;&quot;" sourceLinked="0"/>
        <c:majorTickMark val="none"/>
        <c:minorTickMark val="none"/>
        <c:tickLblPos val="nextTo"/>
        <c:spPr>
          <a:ln>
            <a:noFill/>
          </a:ln>
        </c:spPr>
        <c:txPr>
          <a:bodyPr/>
          <a:lstStyle/>
          <a:p>
            <a:pPr>
              <a:defRPr sz="1125">
                <a:solidFill>
                  <a:srgbClr val="657383"/>
                </a:solidFill>
                <a:latin typeface="Geist Mono"/>
              </a:defRPr>
            </a:pPr>
          </a:p>
        </c:txPr>
        <c:crossAx val="762001"/>
        <c:crosses val="autoZero"/>
        <c:crossBetween val="midCat"/>
        <c:majorUnit val="25.0"/>
      </c:valAx>
      <c:valAx>
        <c:axId val="762001"/>
        <c:scaling>
          <c:orientation val="minMax"/>
          <c:max val="500.0"/>
          <c:min val="0.0"/>
        </c:scaling>
        <c:delete val="0"/>
        <c:axPos val="l"/>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62000"/>
        <c:crosses val="autoZero"/>
        <c:crossBetween val="midCat"/>
        <c:majorUnit val="100.0"/>
      </c:valAx>
    </c:plotArea>
    <c:plotVisOnly val="1"/>
    <c:dispBlanksAs val="gap"/>
    <c:showDLblsOverMax val="0"/>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9714478797094105"/>
          <c:y val="0.021215657154980378"/>
          <c:w val="0.8775130934279439"/>
          <c:h val="0.8992256285138432"/>
        </c:manualLayout>
      </c:layout>
      <c:scatterChart>
        <c:scatterStyle val="lineMarker"/>
        <c:varyColors val="0"/>
        <c:ser>
          <c:idx val="0"/>
          <c:order val="0"/>
          <c:tx>
            <c:strRef>
              <c:f>Sheet1!$B$1</c:f>
              <c:strCache>
                <c:ptCount val="1"/>
                <c:pt idx="0">
                  <c:v>kein Hinweis</c:v>
                </c:pt>
              </c:strCache>
            </c:strRef>
          </c:tx>
          <c:spPr>
            <a:ln w="47625">
              <a:noFill/>
            </a:ln>
          </c:spPr>
          <c:marker>
            <c:symbol val="circle"/>
            <c:size val="3"/>
            <c:spPr>
              <a:solidFill>
                <a:srgbClr val="7FB4D8">
                  <a:alpha val="55000"/>
                </a:srgbClr>
              </a:solidFill>
              <a:ln>
                <a:noFill/>
              </a:ln>
            </c:spPr>
          </c:marker>
          <c:xVal>
            <c:numRef>
              <c:f>Sheet1!$A$2:$A$8285</c:f>
              <c:numCache>
                <c:formatCode>General</c:formatCode>
                <c:ptCount val="8284"/>
                <c:pt idx="0">
                  <c:v>109.89120039440296</c:v>
                </c:pt>
                <c:pt idx="1">
                  <c:v>114.34544385142077</c:v>
                </c:pt>
                <c:pt idx="2">
                  <c:v>126.58227523085812</c:v>
                </c:pt>
                <c:pt idx="3">
                  <c:v>108.41532295776845</c:v>
                </c:pt>
                <c:pt idx="4">
                  <c:v>112.6003384589198</c:v>
                </c:pt>
                <c:pt idx="5">
                  <c:v>224.23747084732742</c:v>
                </c:pt>
                <c:pt idx="6">
                  <c:v>153.21149816181682</c:v>
                </c:pt>
                <c:pt idx="7">
                  <c:v>113.0302837155315</c:v>
                </c:pt>
                <c:pt idx="8">
                  <c:v>125.66797710760979</c:v>
                </c:pt>
                <c:pt idx="9">
                  <c:v>113.14612818092736</c:v>
                </c:pt>
                <c:pt idx="10">
                  <c:v>112.03442517346258</c:v>
                </c:pt>
                <c:pt idx="11">
                  <c:v>116.46462577286972</c:v>
                </c:pt>
                <c:pt idx="12">
                  <c:v>148.72848523660195</c:v>
                </c:pt>
                <c:pt idx="13">
                  <c:v>235.01908818024293</c:v>
                </c:pt>
                <c:pt idx="14">
                  <c:v>223.77463599973981</c:v>
                </c:pt>
                <c:pt idx="15">
                  <c:v>166.39722072959998</c:v>
                </c:pt>
                <c:pt idx="16">
                  <c:v>146.7557781724349</c:v>
                </c:pt>
                <c:pt idx="17">
                  <c:v>242.44576635480024</c:v>
                </c:pt>
                <c:pt idx="18">
                  <c:v>124.64343815539075</c:v>
                </c:pt>
                <c:pt idx="19">
                  <c:v>131.33951537428476</c:v>
                </c:pt>
                <c:pt idx="20">
                  <c:v>243.43962075974764</c:v>
                </c:pt>
                <c:pt idx="21">
                  <c:v>95.93889678592866</c:v>
                </c:pt>
                <c:pt idx="22">
                  <c:v>179.7266003204488</c:v>
                </c:pt>
                <c:pt idx="23">
                  <c:v>168.54601121490472</c:v>
                </c:pt>
                <c:pt idx="24">
                  <c:v>155.94029331923062</c:v>
                </c:pt>
                <c:pt idx="25">
                  <c:v>172.81952951708507</c:v>
                </c:pt>
                <c:pt idx="26">
                  <c:v>211.69191080226477</c:v>
                </c:pt>
                <c:pt idx="27">
                  <c:v>110.74228867103986</c:v>
                </c:pt>
                <c:pt idx="28">
                  <c:v>126.81259638389214</c:v>
                </c:pt>
                <c:pt idx="29">
                  <c:v>221.8502781440988</c:v>
                </c:pt>
                <c:pt idx="30">
                  <c:v>209.06170116129738</c:v>
                </c:pt>
                <c:pt idx="31">
                  <c:v>110.06534261800414</c:v>
                </c:pt>
                <c:pt idx="32">
                  <c:v>225.82293791919648</c:v>
                </c:pt>
                <c:pt idx="33">
                  <c:v>167.82978878983565</c:v>
                </c:pt>
                <c:pt idx="34">
                  <c:v>222.01523042604376</c:v>
                </c:pt>
                <c:pt idx="35">
                  <c:v>218.4848562017564</c:v>
                </c:pt>
                <c:pt idx="36">
                  <c:v>196.9581476028199</c:v>
                </c:pt>
                <c:pt idx="37">
                  <c:v>128.61134678853247</c:v>
                </c:pt>
                <c:pt idx="38">
                  <c:v>230.4947946040651</c:v>
                </c:pt>
                <c:pt idx="39">
                  <c:v>134.76160364413963</c:v>
                </c:pt>
                <c:pt idx="40">
                  <c:v>211.67149827848016</c:v>
                </c:pt>
                <c:pt idx="41">
                  <c:v>122.93500657600762</c:v>
                </c:pt>
                <c:pt idx="42">
                  <c:v>157.16438241347805</c:v>
                </c:pt>
                <c:pt idx="43">
                  <c:v>211.8981444401974</c:v>
                </c:pt>
                <c:pt idx="44">
                  <c:v>241.46893127139106</c:v>
                </c:pt>
                <c:pt idx="45">
                  <c:v>127.34633477834318</c:v>
                </c:pt>
                <c:pt idx="46">
                  <c:v>109.78857278697615</c:v>
                </c:pt>
                <c:pt idx="47">
                  <c:v>199.17779737841286</c:v>
                </c:pt>
                <c:pt idx="48">
                  <c:v>189.0427400449951</c:v>
                </c:pt>
                <c:pt idx="49">
                  <c:v>97.74992542327993</c:v>
                </c:pt>
                <c:pt idx="50">
                  <c:v>198.29530999885174</c:v>
                </c:pt>
                <c:pt idx="51">
                  <c:v>233.7370788805777</c:v>
                </c:pt>
                <c:pt idx="52">
                  <c:v>260.0369251219282</c:v>
                </c:pt>
                <c:pt idx="53">
                  <c:v>114.1678913548915</c:v>
                </c:pt>
                <c:pt idx="54">
                  <c:v>174.56463093430787</c:v>
                </c:pt>
                <c:pt idx="55">
                  <c:v>189.1285812709476</c:v>
                </c:pt>
                <c:pt idx="56">
                  <c:v>203.83470535536046</c:v>
                </c:pt>
                <c:pt idx="57">
                  <c:v>204.31448832186547</c:v>
                </c:pt>
                <c:pt idx="58">
                  <c:v>206.41311921043666</c:v>
                </c:pt>
                <c:pt idx="59">
                  <c:v>165.66845669027143</c:v>
                </c:pt>
                <c:pt idx="60">
                  <c:v>222.86281478703245</c:v>
                </c:pt>
                <c:pt idx="61">
                  <c:v>176.71899037911257</c:v>
                </c:pt>
                <c:pt idx="62">
                  <c:v>119.39766041304544</c:v>
                </c:pt>
                <c:pt idx="63">
                  <c:v>217.68614101163746</c:v>
                </c:pt>
                <c:pt idx="64">
                  <c:v>124.56294426855783</c:v>
                </c:pt>
                <c:pt idx="65">
                  <c:v>112.6358706778612</c:v>
                </c:pt>
                <c:pt idx="66">
                  <c:v>243.93586357472603</c:v>
                </c:pt>
                <c:pt idx="67">
                  <c:v>226.1647949601863</c:v>
                </c:pt>
                <c:pt idx="68">
                  <c:v>204.12714043395778</c:v>
                </c:pt>
                <c:pt idx="69">
                  <c:v>155.34431358633748</c:v>
                </c:pt>
                <c:pt idx="70">
                  <c:v>216.5152393878732</c:v>
                </c:pt>
                <c:pt idx="71">
                  <c:v>124.22311226795544</c:v>
                </c:pt>
                <c:pt idx="72">
                  <c:v>150.2674362396006</c:v>
                </c:pt>
                <c:pt idx="73">
                  <c:v>257.97124307528736</c:v>
                </c:pt>
                <c:pt idx="74">
                  <c:v>189.03574546606407</c:v>
                </c:pt>
                <c:pt idx="75">
                  <c:v>178.17728516569272</c:v>
                </c:pt>
                <c:pt idx="76">
                  <c:v>154.9594380827776</c:v>
                </c:pt>
                <c:pt idx="77">
                  <c:v>204.11380640457776</c:v>
                </c:pt>
                <c:pt idx="78">
                  <c:v>164.48016341458646</c:v>
                </c:pt>
                <c:pt idx="79">
                  <c:v>211.79958227380052</c:v>
                </c:pt>
                <c:pt idx="80">
                  <c:v>202.99727213549426</c:v>
                </c:pt>
                <c:pt idx="81">
                  <c:v>112.04490250814422</c:v>
                </c:pt>
                <c:pt idx="82">
                  <c:v>108.15334595229</c:v>
                </c:pt>
                <c:pt idx="83">
                  <c:v>228.11772945263098</c:v>
                </c:pt>
                <c:pt idx="84">
                  <c:v>135.8000909831683</c:v>
                </c:pt>
                <c:pt idx="85">
                  <c:v>140.3388940722058</c:v>
                </c:pt>
                <c:pt idx="86">
                  <c:v>203.2293080782783</c:v>
                </c:pt>
                <c:pt idx="87">
                  <c:v>169.60949725634455</c:v>
                </c:pt>
                <c:pt idx="88">
                  <c:v>152.05549811122543</c:v>
                </c:pt>
                <c:pt idx="89">
                  <c:v>168.82388683521106</c:v>
                </c:pt>
                <c:pt idx="90">
                  <c:v>254.71429379598837</c:v>
                </c:pt>
                <c:pt idx="91">
                  <c:v>115.9233201210568</c:v>
                </c:pt>
                <c:pt idx="92">
                  <c:v>142.0098340623723</c:v>
                </c:pt>
                <c:pt idx="93">
                  <c:v>128.809695019189</c:v>
                </c:pt>
                <c:pt idx="94">
                  <c:v>160.4665063000929</c:v>
                </c:pt>
                <c:pt idx="95">
                  <c:v>168.2036195857041</c:v>
                </c:pt>
                <c:pt idx="96">
                  <c:v>161.4632850371986</c:v>
                </c:pt>
                <c:pt idx="97">
                  <c:v>169.791071665668</c:v>
                </c:pt>
                <c:pt idx="98">
                  <c:v>171.94015678928017</c:v>
                </c:pt>
                <c:pt idx="99">
                  <c:v>117.50168834386092</c:v>
                </c:pt>
                <c:pt idx="100">
                  <c:v>176.82812529735196</c:v>
                </c:pt>
                <c:pt idx="101">
                  <c:v>95.8817652795315</c:v>
                </c:pt>
                <c:pt idx="102">
                  <c:v>171.72971512438684</c:v>
                </c:pt>
                <c:pt idx="103">
                  <c:v>121.02385887107808</c:v>
                </c:pt>
                <c:pt idx="104">
                  <c:v>158.4980597280982</c:v>
                </c:pt>
                <c:pt idx="105">
                  <c:v>227.94112245072583</c:v>
                </c:pt>
                <c:pt idx="106">
                  <c:v>125.27691523435057</c:v>
                </c:pt>
                <c:pt idx="107">
                  <c:v>164.14533886860366</c:v>
                </c:pt>
                <c:pt idx="108">
                  <c:v>159.51690168226548</c:v>
                </c:pt>
                <c:pt idx="109">
                  <c:v>116.25724240569397</c:v>
                </c:pt>
                <c:pt idx="110">
                  <c:v>180.48695705371532</c:v>
                </c:pt>
                <c:pt idx="111">
                  <c:v>204.68874746170738</c:v>
                </c:pt>
                <c:pt idx="112">
                  <c:v>170.31791096022957</c:v>
                </c:pt>
                <c:pt idx="113">
                  <c:v>190.54363768423428</c:v>
                </c:pt>
                <c:pt idx="114">
                  <c:v>130.2405187387475</c:v>
                </c:pt>
                <c:pt idx="115">
                  <c:v>207.92272286098975</c:v>
                </c:pt>
                <c:pt idx="116">
                  <c:v>167.00251311872864</c:v>
                </c:pt>
                <c:pt idx="117">
                  <c:v>234.33989264292143</c:v>
                </c:pt>
                <c:pt idx="118">
                  <c:v>123.06514122285176</c:v>
                </c:pt>
                <c:pt idx="119">
                  <c:v>178.56504714933945</c:v>
                </c:pt>
                <c:pt idx="120">
                  <c:v>222.61016682974488</c:v>
                </c:pt>
                <c:pt idx="121">
                  <c:v>106.89070787519938</c:v>
                </c:pt>
                <c:pt idx="122">
                  <c:v>127.13405128207259</c:v>
                </c:pt>
                <c:pt idx="123">
                  <c:v>202.1779708925246</c:v>
                </c:pt>
                <c:pt idx="124">
                  <c:v>224.85564036613772</c:v>
                </c:pt>
                <c:pt idx="125">
                  <c:v>182.44262302098082</c:v>
                </c:pt>
                <c:pt idx="126">
                  <c:v>195.36090115167215</c:v>
                </c:pt>
                <c:pt idx="127">
                  <c:v>248.82052133109798</c:v>
                </c:pt>
                <c:pt idx="128">
                  <c:v>219.66031355256658</c:v>
                </c:pt>
                <c:pt idx="129">
                  <c:v>109.41673507068197</c:v>
                </c:pt>
                <c:pt idx="130">
                  <c:v>177.4024674450075</c:v>
                </c:pt>
                <c:pt idx="131">
                  <c:v>163.89136266038525</c:v>
                </c:pt>
                <c:pt idx="132">
                  <c:v>182.98139830318217</c:v>
                </c:pt>
                <c:pt idx="133">
                  <c:v>179.0865902878698</c:v>
                </c:pt>
                <c:pt idx="134">
                  <c:v>124.80401191996651</c:v>
                </c:pt>
                <c:pt idx="135">
                  <c:v>199.2413863499685</c:v>
                </c:pt>
                <c:pt idx="136">
                  <c:v>144.80717243416373</c:v>
                </c:pt>
                <c:pt idx="137">
                  <c:v>249.46626668827193</c:v>
                </c:pt>
                <c:pt idx="138">
                  <c:v>254.28281358892028</c:v>
                </c:pt>
                <c:pt idx="139">
                  <c:v>203.01311719061462</c:v>
                </c:pt>
                <c:pt idx="140">
                  <c:v>131.54171747473623</c:v>
                </c:pt>
                <c:pt idx="141">
                  <c:v>214.82550334292972</c:v>
                </c:pt>
                <c:pt idx="142">
                  <c:v>127.82565856623258</c:v>
                </c:pt>
                <c:pt idx="143">
                  <c:v>108.31109601862917</c:v>
                </c:pt>
                <c:pt idx="144">
                  <c:v>204.25916644538904</c:v>
                </c:pt>
                <c:pt idx="145">
                  <c:v>116.9497668633673</c:v>
                </c:pt>
                <c:pt idx="146">
                  <c:v>168.47698792087337</c:v>
                </c:pt>
                <c:pt idx="147">
                  <c:v>218.627346547054</c:v>
                </c:pt>
                <c:pt idx="148">
                  <c:v>142.29437934737166</c:v>
                </c:pt>
                <c:pt idx="149">
                  <c:v>155.5839410245717</c:v>
                </c:pt>
                <c:pt idx="150">
                  <c:v>235.54561885964696</c:v>
                </c:pt>
                <c:pt idx="151">
                  <c:v>113.02903455990621</c:v>
                </c:pt>
                <c:pt idx="152">
                  <c:v>219.60751295028507</c:v>
                </c:pt>
                <c:pt idx="153">
                  <c:v>223.74852821237485</c:v>
                </c:pt>
                <c:pt idx="154">
                  <c:v>226.81558544001538</c:v>
                </c:pt>
                <c:pt idx="155">
                  <c:v>199.7805580118505</c:v>
                </c:pt>
                <c:pt idx="156">
                  <c:v>150.08483193788982</c:v>
                </c:pt>
                <c:pt idx="157">
                  <c:v>99.19232694972547</c:v>
                </c:pt>
                <c:pt idx="158">
                  <c:v>202.7571158339025</c:v>
                </c:pt>
                <c:pt idx="159">
                  <c:v>173.10821917148323</c:v>
                </c:pt>
                <c:pt idx="160">
                  <c:v>193.73755711531948</c:v>
                </c:pt>
                <c:pt idx="161">
                  <c:v>123.1024655676016</c:v>
                </c:pt>
                <c:pt idx="162">
                  <c:v>120.73869405852439</c:v>
                </c:pt>
                <c:pt idx="163">
                  <c:v>113.88326243463295</c:v>
                </c:pt>
                <c:pt idx="164">
                  <c:v>207.92359383301948</c:v>
                </c:pt>
                <c:pt idx="165">
                  <c:v>145.83052171412075</c:v>
                </c:pt>
                <c:pt idx="166">
                  <c:v>232.8162798639594</c:v>
                </c:pt>
                <c:pt idx="167">
                  <c:v>222.43172321974043</c:v>
                </c:pt>
                <c:pt idx="168">
                  <c:v>124.36854929686746</c:v>
                </c:pt>
                <c:pt idx="169">
                  <c:v>215.24220067034733</c:v>
                </c:pt>
                <c:pt idx="170">
                  <c:v>221.728993305443</c:v>
                </c:pt>
                <c:pt idx="171">
                  <c:v>212.5029289461186</c:v>
                </c:pt>
                <c:pt idx="172">
                  <c:v>184.04926756556904</c:v>
                </c:pt>
                <c:pt idx="173">
                  <c:v>199.00925367909912</c:v>
                </c:pt>
                <c:pt idx="174">
                  <c:v>126.48254918174628</c:v>
                </c:pt>
                <c:pt idx="175">
                  <c:v>106.27918226462802</c:v>
                </c:pt>
                <c:pt idx="176">
                  <c:v>224.6492273237983</c:v>
                </c:pt>
                <c:pt idx="177">
                  <c:v>113.47374192690198</c:v>
                </c:pt>
                <c:pt idx="178">
                  <c:v>124.09074065659624</c:v>
                </c:pt>
                <c:pt idx="179">
                  <c:v>110.84522618344961</c:v>
                </c:pt>
                <c:pt idx="180">
                  <c:v>186.14123632190558</c:v>
                </c:pt>
                <c:pt idx="181">
                  <c:v>130.32221747199475</c:v>
                </c:pt>
                <c:pt idx="182">
                  <c:v>243.01263186656672</c:v>
                </c:pt>
                <c:pt idx="183">
                  <c:v>251.2933782411159</c:v>
                </c:pt>
                <c:pt idx="184">
                  <c:v>111.39604685710687</c:v>
                </c:pt>
                <c:pt idx="185">
                  <c:v>116.80382877132014</c:v>
                </c:pt>
                <c:pt idx="186">
                  <c:v>172.38196193595672</c:v>
                </c:pt>
                <c:pt idx="187">
                  <c:v>172.8883015339441</c:v>
                </c:pt>
                <c:pt idx="188">
                  <c:v>154.0771554816526</c:v>
                </c:pt>
                <c:pt idx="189">
                  <c:v>143.16566911153305</c:v>
                </c:pt>
                <c:pt idx="190">
                  <c:v>127.82488220219739</c:v>
                </c:pt>
                <c:pt idx="191">
                  <c:v>196.14744381981632</c:v>
                </c:pt>
                <c:pt idx="192">
                  <c:v>161.69216248857984</c:v>
                </c:pt>
                <c:pt idx="193">
                  <c:v>221.6037679779801</c:v>
                </c:pt>
                <c:pt idx="194">
                  <c:v>220.39796073022148</c:v>
                </c:pt>
                <c:pt idx="195">
                  <c:v>98.02121351949114</c:v>
                </c:pt>
                <c:pt idx="196">
                  <c:v>220.05426455446258</c:v>
                </c:pt>
                <c:pt idx="197">
                  <c:v>113.17585847447057</c:v>
                </c:pt>
                <c:pt idx="198">
                  <c:v>224.7958858287305</c:v>
                </c:pt>
                <c:pt idx="199">
                  <c:v>207.94471975503714</c:v>
                </c:pt>
                <c:pt idx="200">
                  <c:v>225.42090843674194</c:v>
                </c:pt>
                <c:pt idx="201">
                  <c:v>111.53056753501737</c:v>
                </c:pt>
                <c:pt idx="202">
                  <c:v>126.7230605054886</c:v>
                </c:pt>
                <c:pt idx="203">
                  <c:v>162.12684691334843</c:v>
                </c:pt>
                <c:pt idx="204">
                  <c:v>178.07673849624408</c:v>
                </c:pt>
                <c:pt idx="205">
                  <c:v>126.1231874469773</c:v>
                </c:pt>
                <c:pt idx="206">
                  <c:v>173.03507605864658</c:v>
                </c:pt>
                <c:pt idx="207">
                  <c:v>109.08365236453393</c:v>
                </c:pt>
                <c:pt idx="208">
                  <c:v>177.18653979593176</c:v>
                </c:pt>
                <c:pt idx="209">
                  <c:v>222.9750780890266</c:v>
                </c:pt>
                <c:pt idx="210">
                  <c:v>169.54364740182197</c:v>
                </c:pt>
                <c:pt idx="211">
                  <c:v>107.5108873759186</c:v>
                </c:pt>
                <c:pt idx="212">
                  <c:v>174.9240993922832</c:v>
                </c:pt>
                <c:pt idx="213">
                  <c:v>99.43705575645134</c:v>
                </c:pt>
                <c:pt idx="214">
                  <c:v>245.63079863610216</c:v>
                </c:pt>
                <c:pt idx="215">
                  <c:v>113.37831019162685</c:v>
                </c:pt>
                <c:pt idx="216">
                  <c:v>187.28009963538855</c:v>
                </c:pt>
                <c:pt idx="217">
                  <c:v>231.02629407616845</c:v>
                </c:pt>
                <c:pt idx="218">
                  <c:v>231.85459701828424</c:v>
                </c:pt>
                <c:pt idx="219">
                  <c:v>211.88749634510057</c:v>
                </c:pt>
                <c:pt idx="220">
                  <c:v>221.01446161094674</c:v>
                </c:pt>
                <c:pt idx="221">
                  <c:v>225.10368318583187</c:v>
                </c:pt>
                <c:pt idx="222">
                  <c:v>194.62038143574776</c:v>
                </c:pt>
                <c:pt idx="223">
                  <c:v>197.27829939928833</c:v>
                </c:pt>
                <c:pt idx="224">
                  <c:v>211.18175982140207</c:v>
                </c:pt>
                <c:pt idx="225">
                  <c:v>148.02291900636203</c:v>
                </c:pt>
                <c:pt idx="226">
                  <c:v>196.84575119787854</c:v>
                </c:pt>
                <c:pt idx="227">
                  <c:v>161.55680697278453</c:v>
                </c:pt>
                <c:pt idx="228">
                  <c:v>126.26820595874077</c:v>
                </c:pt>
                <c:pt idx="229">
                  <c:v>111.80116842074548</c:v>
                </c:pt>
                <c:pt idx="230">
                  <c:v>105.4586952565842</c:v>
                </c:pt>
                <c:pt idx="231">
                  <c:v>152.255677976972</c:v>
                </c:pt>
                <c:pt idx="232">
                  <c:v>106.97048042468312</c:v>
                </c:pt>
                <c:pt idx="233">
                  <c:v>216.14958111197947</c:v>
                </c:pt>
                <c:pt idx="234">
                  <c:v>144.85614298875478</c:v>
                </c:pt>
                <c:pt idx="235">
                  <c:v>226.44623543386462</c:v>
                </c:pt>
                <c:pt idx="236">
                  <c:v>111.68852127863941</c:v>
                </c:pt>
                <c:pt idx="237">
                  <c:v>98.90523873255289</c:v>
                </c:pt>
                <c:pt idx="238">
                  <c:v>167.00275442140588</c:v>
                </c:pt>
                <c:pt idx="239">
                  <c:v>170.34567818102508</c:v>
                </c:pt>
                <c:pt idx="240">
                  <c:v>112.39282593518557</c:v>
                </c:pt>
                <c:pt idx="241">
                  <c:v>216.21207767793163</c:v>
                </c:pt>
                <c:pt idx="242">
                  <c:v>226.710429609006</c:v>
                </c:pt>
                <c:pt idx="243">
                  <c:v>162.5334322246327</c:v>
                </c:pt>
                <c:pt idx="244">
                  <c:v>159.4517891755546</c:v>
                </c:pt>
                <c:pt idx="245">
                  <c:v>246.39654868458882</c:v>
                </c:pt>
                <c:pt idx="246">
                  <c:v>187.21041475106114</c:v>
                </c:pt>
                <c:pt idx="247">
                  <c:v>120.1385661808356</c:v>
                </c:pt>
                <c:pt idx="248">
                  <c:v>215.02253662292165</c:v>
                </c:pt>
                <c:pt idx="249">
                  <c:v>126.50968970849131</c:v>
                </c:pt>
                <c:pt idx="250">
                  <c:v>153.1853813214327</c:v>
                </c:pt>
                <c:pt idx="251">
                  <c:v>125.971212707374</c:v>
                </c:pt>
                <c:pt idx="252">
                  <c:v>165.37607313889848</c:v>
                </c:pt>
                <c:pt idx="253">
                  <c:v>161.38982026560242</c:v>
                </c:pt>
                <c:pt idx="254">
                  <c:v>159.99518208248418</c:v>
                </c:pt>
                <c:pt idx="255">
                  <c:v>126.53165654065512</c:v>
                </c:pt>
                <c:pt idx="256">
                  <c:v>194.52879067588313</c:v>
                </c:pt>
                <c:pt idx="257">
                  <c:v>206.62757581964203</c:v>
                </c:pt>
                <c:pt idx="258">
                  <c:v>149.29675639992135</c:v>
                </c:pt>
                <c:pt idx="259">
                  <c:v>115.11915545030121</c:v>
                </c:pt>
                <c:pt idx="260">
                  <c:v>218.82333901264457</c:v>
                </c:pt>
                <c:pt idx="261">
                  <c:v>111.69806228120511</c:v>
                </c:pt>
                <c:pt idx="262">
                  <c:v>218.00109342821708</c:v>
                </c:pt>
                <c:pt idx="263">
                  <c:v>111.25094835076024</c:v>
                </c:pt>
                <c:pt idx="264">
                  <c:v>224.53711480245562</c:v>
                </c:pt>
                <c:pt idx="265">
                  <c:v>94.35358320194109</c:v>
                </c:pt>
                <c:pt idx="266">
                  <c:v>203.75583440947915</c:v>
                </c:pt>
                <c:pt idx="267">
                  <c:v>212.65832059408655</c:v>
                </c:pt>
                <c:pt idx="268">
                  <c:v>107.98384521512617</c:v>
                </c:pt>
                <c:pt idx="269">
                  <c:v>144.11319026439233</c:v>
                </c:pt>
                <c:pt idx="270">
                  <c:v>135.1155878812553</c:v>
                </c:pt>
                <c:pt idx="271">
                  <c:v>120.34996941312184</c:v>
                </c:pt>
                <c:pt idx="272">
                  <c:v>228.36549530311416</c:v>
                </c:pt>
                <c:pt idx="273">
                  <c:v>190.00015473768403</c:v>
                </c:pt>
                <c:pt idx="274">
                  <c:v>210.61827144800867</c:v>
                </c:pt>
                <c:pt idx="275">
                  <c:v>247.78225399438583</c:v>
                </c:pt>
                <c:pt idx="276">
                  <c:v>209.99614006215177</c:v>
                </c:pt>
                <c:pt idx="277">
                  <c:v>113.36056783979696</c:v>
                </c:pt>
                <c:pt idx="278">
                  <c:v>135.59369530406673</c:v>
                </c:pt>
                <c:pt idx="279">
                  <c:v>163.86730875073084</c:v>
                </c:pt>
                <c:pt idx="280">
                  <c:v>228.37850644396593</c:v>
                </c:pt>
                <c:pt idx="281">
                  <c:v>148.3345915432813</c:v>
                </c:pt>
                <c:pt idx="282">
                  <c:v>140.4123195401681</c:v>
                </c:pt>
                <c:pt idx="283">
                  <c:v>191.88870034508147</c:v>
                </c:pt>
                <c:pt idx="284">
                  <c:v>244.93566858947509</c:v>
                </c:pt>
                <c:pt idx="285">
                  <c:v>137.73444371064664</c:v>
                </c:pt>
                <c:pt idx="286">
                  <c:v>159.96026781907065</c:v>
                </c:pt>
                <c:pt idx="287">
                  <c:v>225.69861515896352</c:v>
                </c:pt>
                <c:pt idx="288">
                  <c:v>90.57123997675268</c:v>
                </c:pt>
                <c:pt idx="289">
                  <c:v>109.71186120161515</c:v>
                </c:pt>
                <c:pt idx="290">
                  <c:v>200.59719671667006</c:v>
                </c:pt>
                <c:pt idx="291">
                  <c:v>165.48873943981206</c:v>
                </c:pt>
                <c:pt idx="292">
                  <c:v>141.3470677211082</c:v>
                </c:pt>
                <c:pt idx="293">
                  <c:v>220.89043437953623</c:v>
                </c:pt>
                <c:pt idx="294">
                  <c:v>169.47442484132657</c:v>
                </c:pt>
                <c:pt idx="295">
                  <c:v>205.40008391250484</c:v>
                </c:pt>
                <c:pt idx="296">
                  <c:v>189.10728356899568</c:v>
                </c:pt>
                <c:pt idx="297">
                  <c:v>168.0382041962054</c:v>
                </c:pt>
                <c:pt idx="298">
                  <c:v>173.24596309998756</c:v>
                </c:pt>
                <c:pt idx="299">
                  <c:v>223.25006254538815</c:v>
                </c:pt>
                <c:pt idx="300">
                  <c:v>169.69733189253293</c:v>
                </c:pt>
                <c:pt idx="301">
                  <c:v>203.26889703352052</c:v>
                </c:pt>
                <c:pt idx="302">
                  <c:v>235.91740213298166</c:v>
                </c:pt>
                <c:pt idx="303">
                  <c:v>111.24661143872528</c:v>
                </c:pt>
                <c:pt idx="304">
                  <c:v>227.82852037096333</c:v>
                </c:pt>
                <c:pt idx="305">
                  <c:v>249.42627754053098</c:v>
                </c:pt>
                <c:pt idx="306">
                  <c:v>159.8730219427533</c:v>
                </c:pt>
                <c:pt idx="307">
                  <c:v>201.99532100338922</c:v>
                </c:pt>
                <c:pt idx="308">
                  <c:v>151.10738934381158</c:v>
                </c:pt>
                <c:pt idx="309">
                  <c:v>115.20970497559493</c:v>
                </c:pt>
                <c:pt idx="310">
                  <c:v>102.50404528251819</c:v>
                </c:pt>
                <c:pt idx="311">
                  <c:v>108.02583867625091</c:v>
                </c:pt>
                <c:pt idx="312">
                  <c:v>127.1340319358866</c:v>
                </c:pt>
                <c:pt idx="313">
                  <c:v>218.8796441142197</c:v>
                </c:pt>
                <c:pt idx="314">
                  <c:v>142.74978539315495</c:v>
                </c:pt>
                <c:pt idx="315">
                  <c:v>235.3593067442964</c:v>
                </c:pt>
                <c:pt idx="316">
                  <c:v>194.59423362254756</c:v>
                </c:pt>
                <c:pt idx="317">
                  <c:v>252.18852359093654</c:v>
                </c:pt>
                <c:pt idx="318">
                  <c:v>163.82759536417504</c:v>
                </c:pt>
                <c:pt idx="319">
                  <c:v>109.21692757008782</c:v>
                </c:pt>
                <c:pt idx="320">
                  <c:v>151.2000490450187</c:v>
                </c:pt>
                <c:pt idx="321">
                  <c:v>92.14982373015367</c:v>
                </c:pt>
                <c:pt idx="322">
                  <c:v>167.79627867334028</c:v>
                </c:pt>
                <c:pt idx="323">
                  <c:v>143.3806905511153</c:v>
                </c:pt>
                <c:pt idx="324">
                  <c:v>149.7741675183197</c:v>
                </c:pt>
                <c:pt idx="325">
                  <c:v>162.87916718635688</c:v>
                </c:pt>
                <c:pt idx="326">
                  <c:v>248.64732979646652</c:v>
                </c:pt>
                <c:pt idx="327">
                  <c:v>201.91909294907964</c:v>
                </c:pt>
                <c:pt idx="328">
                  <c:v>151.61812217392222</c:v>
                </c:pt>
                <c:pt idx="329">
                  <c:v>194.60850909311998</c:v>
                </c:pt>
                <c:pt idx="330">
                  <c:v>112.95715169133078</c:v>
                </c:pt>
                <c:pt idx="331">
                  <c:v>205.51937538218272</c:v>
                </c:pt>
                <c:pt idx="332">
                  <c:v>251.41265932243758</c:v>
                </c:pt>
                <c:pt idx="333">
                  <c:v>250.4434155361061</c:v>
                </c:pt>
                <c:pt idx="334">
                  <c:v>253.21292720371744</c:v>
                </c:pt>
                <c:pt idx="335">
                  <c:v>103.44768345140285</c:v>
                </c:pt>
                <c:pt idx="336">
                  <c:v>200.20900870067763</c:v>
                </c:pt>
                <c:pt idx="337">
                  <c:v>202.99302531585053</c:v>
                </c:pt>
                <c:pt idx="338">
                  <c:v>112.5411856821441</c:v>
                </c:pt>
                <c:pt idx="339">
                  <c:v>177.2531656380097</c:v>
                </c:pt>
                <c:pt idx="340">
                  <c:v>152.0837008456711</c:v>
                </c:pt>
                <c:pt idx="341">
                  <c:v>178.5295851992581</c:v>
                </c:pt>
                <c:pt idx="342">
                  <c:v>216.43266586651654</c:v>
                </c:pt>
                <c:pt idx="343">
                  <c:v>197.25987190797153</c:v>
                </c:pt>
                <c:pt idx="344">
                  <c:v>122.03797352521838</c:v>
                </c:pt>
                <c:pt idx="345">
                  <c:v>201.47588388383502</c:v>
                </c:pt>
                <c:pt idx="346">
                  <c:v>168.19731103282382</c:v>
                </c:pt>
                <c:pt idx="347">
                  <c:v>242.23486878086268</c:v>
                </c:pt>
                <c:pt idx="348">
                  <c:v>160.4901959976699</c:v>
                </c:pt>
                <c:pt idx="349">
                  <c:v>157.2305872510552</c:v>
                </c:pt>
                <c:pt idx="350">
                  <c:v>238.59549735702117</c:v>
                </c:pt>
                <c:pt idx="351">
                  <c:v>157.1393701618894</c:v>
                </c:pt>
                <c:pt idx="352">
                  <c:v>198.0205819144564</c:v>
                </c:pt>
                <c:pt idx="353">
                  <c:v>212.67044093785782</c:v>
                </c:pt>
                <c:pt idx="354">
                  <c:v>201.24888438474014</c:v>
                </c:pt>
                <c:pt idx="355">
                  <c:v>167.12329051645847</c:v>
                </c:pt>
                <c:pt idx="356">
                  <c:v>124.62854521470888</c:v>
                </c:pt>
                <c:pt idx="357">
                  <c:v>115.74683654652203</c:v>
                </c:pt>
                <c:pt idx="358">
                  <c:v>96.88427652824963</c:v>
                </c:pt>
                <c:pt idx="359">
                  <c:v>121.08822025970038</c:v>
                </c:pt>
                <c:pt idx="360">
                  <c:v>206.85110884080814</c:v>
                </c:pt>
                <c:pt idx="361">
                  <c:v>228.850992662829</c:v>
                </c:pt>
                <c:pt idx="362">
                  <c:v>194.5462668816949</c:v>
                </c:pt>
                <c:pt idx="363">
                  <c:v>174.15197551150922</c:v>
                </c:pt>
                <c:pt idx="364">
                  <c:v>261.92076199290466</c:v>
                </c:pt>
                <c:pt idx="365">
                  <c:v>229.91190224954343</c:v>
                </c:pt>
                <c:pt idx="366">
                  <c:v>182.33141278074876</c:v>
                </c:pt>
                <c:pt idx="367">
                  <c:v>218.1196536858184</c:v>
                </c:pt>
                <c:pt idx="368">
                  <c:v>164.19532637824702</c:v>
                </c:pt>
                <c:pt idx="369">
                  <c:v>117.82857395385453</c:v>
                </c:pt>
                <c:pt idx="370">
                  <c:v>172.5355503162571</c:v>
                </c:pt>
                <c:pt idx="371">
                  <c:v>218.88866777451597</c:v>
                </c:pt>
                <c:pt idx="372">
                  <c:v>256.57996190239726</c:v>
                </c:pt>
                <c:pt idx="373">
                  <c:v>130.40668522610608</c:v>
                </c:pt>
                <c:pt idx="374">
                  <c:v>148.75692253708664</c:v>
                </c:pt>
                <c:pt idx="375">
                  <c:v>162.78545378542904</c:v>
                </c:pt>
                <c:pt idx="376">
                  <c:v>107.88769781932888</c:v>
                </c:pt>
                <c:pt idx="377">
                  <c:v>161.37042139173747</c:v>
                </c:pt>
                <c:pt idx="378">
                  <c:v>241.7014258796802</c:v>
                </c:pt>
                <c:pt idx="379">
                  <c:v>176.1093297604103</c:v>
                </c:pt>
                <c:pt idx="380">
                  <c:v>115.90092449139601</c:v>
                </c:pt>
                <c:pt idx="381">
                  <c:v>168.28680506718334</c:v>
                </c:pt>
                <c:pt idx="382">
                  <c:v>257.96756732679137</c:v>
                </c:pt>
                <c:pt idx="383">
                  <c:v>211.83853048676187</c:v>
                </c:pt>
                <c:pt idx="384">
                  <c:v>144.71352047530166</c:v>
                </c:pt>
                <c:pt idx="385">
                  <c:v>163.47708519591802</c:v>
                </c:pt>
                <c:pt idx="386">
                  <c:v>179.6854952856268</c:v>
                </c:pt>
                <c:pt idx="387">
                  <c:v>176.46256648278415</c:v>
                </c:pt>
                <c:pt idx="388">
                  <c:v>216.08833920892442</c:v>
                </c:pt>
                <c:pt idx="389">
                  <c:v>111.1335389988063</c:v>
                </c:pt>
                <c:pt idx="390">
                  <c:v>231.2395646841678</c:v>
                </c:pt>
                <c:pt idx="391">
                  <c:v>100.79838532269875</c:v>
                </c:pt>
                <c:pt idx="392">
                  <c:v>178.0096365772436</c:v>
                </c:pt>
                <c:pt idx="393">
                  <c:v>108.67201186213418</c:v>
                </c:pt>
                <c:pt idx="394">
                  <c:v>143.57575937112725</c:v>
                </c:pt>
                <c:pt idx="395">
                  <c:v>161.4375338701021</c:v>
                </c:pt>
                <c:pt idx="396">
                  <c:v>149.53903787144094</c:v>
                </c:pt>
                <c:pt idx="397">
                  <c:v>119.10435712089364</c:v>
                </c:pt>
                <c:pt idx="398">
                  <c:v>213.73980440525048</c:v>
                </c:pt>
                <c:pt idx="399">
                  <c:v>111.62431776483626</c:v>
                </c:pt>
                <c:pt idx="400">
                  <c:v>196.0227686421316</c:v>
                </c:pt>
                <c:pt idx="401">
                  <c:v>207.88828189358162</c:v>
                </c:pt>
                <c:pt idx="402">
                  <c:v>100.94925037958768</c:v>
                </c:pt>
                <c:pt idx="403">
                  <c:v>168.2186133870537</c:v>
                </c:pt>
                <c:pt idx="404">
                  <c:v>203.2436671646667</c:v>
                </c:pt>
                <c:pt idx="405">
                  <c:v>95.68574530986362</c:v>
                </c:pt>
                <c:pt idx="406">
                  <c:v>167.6509172131531</c:v>
                </c:pt>
                <c:pt idx="407">
                  <c:v>204.99179310918683</c:v>
                </c:pt>
                <c:pt idx="408">
                  <c:v>194.62228133275275</c:v>
                </c:pt>
                <c:pt idx="409">
                  <c:v>126.32270914335214</c:v>
                </c:pt>
                <c:pt idx="410">
                  <c:v>243.0476050766911</c:v>
                </c:pt>
                <c:pt idx="411">
                  <c:v>205.69034649454886</c:v>
                </c:pt>
                <c:pt idx="412">
                  <c:v>224.40947425576246</c:v>
                </c:pt>
                <c:pt idx="413">
                  <c:v>220.2571919849104</c:v>
                </c:pt>
                <c:pt idx="414">
                  <c:v>204.63733334282261</c:v>
                </c:pt>
                <c:pt idx="415">
                  <c:v>117.00808078865006</c:v>
                </c:pt>
                <c:pt idx="416">
                  <c:v>98.0757953403371</c:v>
                </c:pt>
                <c:pt idx="417">
                  <c:v>226.77351730706533</c:v>
                </c:pt>
                <c:pt idx="418">
                  <c:v>124.98141342163176</c:v>
                </c:pt>
                <c:pt idx="419">
                  <c:v>236.9079188268996</c:v>
                </c:pt>
                <c:pt idx="420">
                  <c:v>223.36355695914483</c:v>
                </c:pt>
                <c:pt idx="421">
                  <c:v>109.86465410585365</c:v>
                </c:pt>
                <c:pt idx="422">
                  <c:v>112.43896926046014</c:v>
                </c:pt>
                <c:pt idx="423">
                  <c:v>120.45849215568279</c:v>
                </c:pt>
                <c:pt idx="424">
                  <c:v>255.26178776045674</c:v>
                </c:pt>
                <c:pt idx="425">
                  <c:v>155.02566658866988</c:v>
                </c:pt>
                <c:pt idx="426">
                  <c:v>162.29061307439636</c:v>
                </c:pt>
                <c:pt idx="427">
                  <c:v>155.89880831754755</c:v>
                </c:pt>
                <c:pt idx="428">
                  <c:v>111.37280915147234</c:v>
                </c:pt>
                <c:pt idx="429">
                  <c:v>222.09993705181157</c:v>
                </c:pt>
                <c:pt idx="430">
                  <c:v>114.19738967411406</c:v>
                </c:pt>
                <c:pt idx="431">
                  <c:v>234.09419808099722</c:v>
                </c:pt>
                <c:pt idx="432">
                  <c:v>157.17509435438058</c:v>
                </c:pt>
                <c:pt idx="433">
                  <c:v>158.78824817251328</c:v>
                </c:pt>
                <c:pt idx="434">
                  <c:v>168.4846453313344</c:v>
                </c:pt>
                <c:pt idx="435">
                  <c:v>206.80916673469707</c:v>
                </c:pt>
                <c:pt idx="436">
                  <c:v>246.88057170823427</c:v>
                </c:pt>
                <c:pt idx="437">
                  <c:v>167.96010293780532</c:v>
                </c:pt>
                <c:pt idx="438">
                  <c:v>108.18698319627347</c:v>
                </c:pt>
                <c:pt idx="439">
                  <c:v>174.95070741621475</c:v>
                </c:pt>
                <c:pt idx="440">
                  <c:v>126.696176796294</c:v>
                </c:pt>
                <c:pt idx="441">
                  <c:v>108.3457157147087</c:v>
                </c:pt>
                <c:pt idx="442">
                  <c:v>200.6229593430604</c:v>
                </c:pt>
                <c:pt idx="443">
                  <c:v>228.21975759352804</c:v>
                </c:pt>
                <c:pt idx="444">
                  <c:v>249.95836572630049</c:v>
                </c:pt>
                <c:pt idx="445">
                  <c:v>191.81171692214983</c:v>
                </c:pt>
                <c:pt idx="446">
                  <c:v>163.00191348392707</c:v>
                </c:pt>
                <c:pt idx="447">
                  <c:v>97.740447734753</c:v>
                </c:pt>
                <c:pt idx="448">
                  <c:v>152.0299795700036</c:v>
                </c:pt>
                <c:pt idx="449">
                  <c:v>199.28741796664897</c:v>
                </c:pt>
                <c:pt idx="450">
                  <c:v>150.27852987093112</c:v>
                </c:pt>
                <c:pt idx="451">
                  <c:v>217.15430096432942</c:v>
                </c:pt>
                <c:pt idx="452">
                  <c:v>205.2164039546748</c:v>
                </c:pt>
                <c:pt idx="453">
                  <c:v>97.36860115375288</c:v>
                </c:pt>
                <c:pt idx="454">
                  <c:v>174.43801732050528</c:v>
                </c:pt>
                <c:pt idx="455">
                  <c:v>216.743494699969</c:v>
                </c:pt>
                <c:pt idx="456">
                  <c:v>113.41569956566612</c:v>
                </c:pt>
                <c:pt idx="457">
                  <c:v>164.47826361691924</c:v>
                </c:pt>
                <c:pt idx="458">
                  <c:v>123.48867472877565</c:v>
                </c:pt>
                <c:pt idx="459">
                  <c:v>210.36222540424734</c:v>
                </c:pt>
                <c:pt idx="460">
                  <c:v>254.8219308103298</c:v>
                </c:pt>
                <c:pt idx="461">
                  <c:v>122.19019361856633</c:v>
                </c:pt>
                <c:pt idx="462">
                  <c:v>102.36777403812604</c:v>
                </c:pt>
                <c:pt idx="463">
                  <c:v>199.64632172508735</c:v>
                </c:pt>
                <c:pt idx="464">
                  <c:v>223.15643928027964</c:v>
                </c:pt>
                <c:pt idx="465">
                  <c:v>140.01708366510653</c:v>
                </c:pt>
                <c:pt idx="466">
                  <c:v>159.58581601983522</c:v>
                </c:pt>
                <c:pt idx="467">
                  <c:v>208.21851931568952</c:v>
                </c:pt>
                <c:pt idx="468">
                  <c:v>173.7493397028784</c:v>
                </c:pt>
                <c:pt idx="469">
                  <c:v>196.9570506624497</c:v>
                </c:pt>
                <c:pt idx="470">
                  <c:v>111.97765264379603</c:v>
                </c:pt>
                <c:pt idx="471">
                  <c:v>222.97544579702827</c:v>
                </c:pt>
                <c:pt idx="472">
                  <c:v>228.85088684639126</c:v>
                </c:pt>
                <c:pt idx="473">
                  <c:v>214.94395442234824</c:v>
                </c:pt>
                <c:pt idx="474">
                  <c:v>129.36404024829667</c:v>
                </c:pt>
                <c:pt idx="475">
                  <c:v>222.60507150186797</c:v>
                </c:pt>
                <c:pt idx="476">
                  <c:v>193.8576028125474</c:v>
                </c:pt>
                <c:pt idx="477">
                  <c:v>125.20196874949964</c:v>
                </c:pt>
                <c:pt idx="478">
                  <c:v>165.98416192719353</c:v>
                </c:pt>
                <c:pt idx="479">
                  <c:v>109.9801140610564</c:v>
                </c:pt>
                <c:pt idx="480">
                  <c:v>219.0445923488733</c:v>
                </c:pt>
                <c:pt idx="481">
                  <c:v>223.96885545665867</c:v>
                </c:pt>
                <c:pt idx="482">
                  <c:v>112.67667434646584</c:v>
                </c:pt>
                <c:pt idx="483">
                  <c:v>193.6873824807091</c:v>
                </c:pt>
                <c:pt idx="484">
                  <c:v>144.25087616197365</c:v>
                </c:pt>
                <c:pt idx="485">
                  <c:v>111.17828318892201</c:v>
                </c:pt>
                <c:pt idx="486">
                  <c:v>235.68359504894363</c:v>
                </c:pt>
                <c:pt idx="487">
                  <c:v>251.90851234686653</c:v>
                </c:pt>
                <c:pt idx="488">
                  <c:v>207.67123872181344</c:v>
                </c:pt>
                <c:pt idx="489">
                  <c:v>115.3392585458858</c:v>
                </c:pt>
                <c:pt idx="490">
                  <c:v>224.66756484838484</c:v>
                </c:pt>
                <c:pt idx="491">
                  <c:v>177.17840527493806</c:v>
                </c:pt>
                <c:pt idx="492">
                  <c:v>158.23856711606084</c:v>
                </c:pt>
                <c:pt idx="493">
                  <c:v>143.74855100893046</c:v>
                </c:pt>
                <c:pt idx="494">
                  <c:v>221.69816488642664</c:v>
                </c:pt>
                <c:pt idx="495">
                  <c:v>192.95830917297965</c:v>
                </c:pt>
                <c:pt idx="496">
                  <c:v>193.70902225674672</c:v>
                </c:pt>
                <c:pt idx="497">
                  <c:v>158.04401636193896</c:v>
                </c:pt>
                <c:pt idx="498">
                  <c:v>227.33294059669623</c:v>
                </c:pt>
                <c:pt idx="499">
                  <c:v>150.80538142184963</c:v>
                </c:pt>
                <c:pt idx="500">
                  <c:v>239.28015743884689</c:v>
                </c:pt>
                <c:pt idx="501">
                  <c:v>210.23434592200007</c:v>
                </c:pt>
                <c:pt idx="502">
                  <c:v>200.15566658477198</c:v>
                </c:pt>
                <c:pt idx="503">
                  <c:v>165.90969858502328</c:v>
                </c:pt>
                <c:pt idx="504">
                  <c:v>238.962291637733</c:v>
                </c:pt>
                <c:pt idx="505">
                  <c:v>193.18922688392587</c:v>
                </c:pt>
                <c:pt idx="506">
                  <c:v>217.67406748330194</c:v>
                </c:pt>
                <c:pt idx="507">
                  <c:v>151.75525031912346</c:v>
                </c:pt>
                <c:pt idx="508">
                  <c:v>244.2395167674475</c:v>
                </c:pt>
                <c:pt idx="509">
                  <c:v>109.06829274648075</c:v>
                </c:pt>
                <c:pt idx="510">
                  <c:v>106.48158662906077</c:v>
                </c:pt>
                <c:pt idx="511">
                  <c:v>223.0489629159409</c:v>
                </c:pt>
                <c:pt idx="512">
                  <c:v>127.09828075234716</c:v>
                </c:pt>
                <c:pt idx="513">
                  <c:v>131.303493131845</c:v>
                </c:pt>
                <c:pt idx="514">
                  <c:v>139.35977682817668</c:v>
                </c:pt>
                <c:pt idx="515">
                  <c:v>144.8066856073472</c:v>
                </c:pt>
                <c:pt idx="516">
                  <c:v>108.61619483776016</c:v>
                </c:pt>
                <c:pt idx="517">
                  <c:v>240.37355237793443</c:v>
                </c:pt>
                <c:pt idx="518">
                  <c:v>129.53074331225284</c:v>
                </c:pt>
                <c:pt idx="519">
                  <c:v>204.10399863290553</c:v>
                </c:pt>
                <c:pt idx="520">
                  <c:v>206.51738048123812</c:v>
                </c:pt>
                <c:pt idx="521">
                  <c:v>222.42515644164752</c:v>
                </c:pt>
                <c:pt idx="522">
                  <c:v>106.80182924869781</c:v>
                </c:pt>
                <c:pt idx="523">
                  <c:v>218.77975879013354</c:v>
                </c:pt>
                <c:pt idx="524">
                  <c:v>157.47379095449867</c:v>
                </c:pt>
                <c:pt idx="525">
                  <c:v>194.2563443946008</c:v>
                </c:pt>
                <c:pt idx="526">
                  <c:v>188.2163597808342</c:v>
                </c:pt>
                <c:pt idx="527">
                  <c:v>210.86882530810257</c:v>
                </c:pt>
                <c:pt idx="528">
                  <c:v>146.23685690120104</c:v>
                </c:pt>
                <c:pt idx="529">
                  <c:v>224.7469077899155</c:v>
                </c:pt>
                <c:pt idx="530">
                  <c:v>169.4909886697315</c:v>
                </c:pt>
                <c:pt idx="531">
                  <c:v>228.7726802334925</c:v>
                </c:pt>
                <c:pt idx="532">
                  <c:v>263.0148468338173</c:v>
                </c:pt>
                <c:pt idx="533">
                  <c:v>117.8946919328682</c:v>
                </c:pt>
                <c:pt idx="534">
                  <c:v>170.499195708473</c:v>
                </c:pt>
                <c:pt idx="535">
                  <c:v>113.83832254671006</c:v>
                </c:pt>
                <c:pt idx="536">
                  <c:v>105.98923245332915</c:v>
                </c:pt>
                <c:pt idx="537">
                  <c:v>114.89860626532243</c:v>
                </c:pt>
                <c:pt idx="538">
                  <c:v>168.0328145811178</c:v>
                </c:pt>
                <c:pt idx="539">
                  <c:v>200.11235790830156</c:v>
                </c:pt>
                <c:pt idx="540">
                  <c:v>115.26319231595878</c:v>
                </c:pt>
                <c:pt idx="541">
                  <c:v>109.16350571589071</c:v>
                </c:pt>
                <c:pt idx="542">
                  <c:v>165.78837747747224</c:v>
                </c:pt>
                <c:pt idx="543">
                  <c:v>220.32328494203492</c:v>
                </c:pt>
                <c:pt idx="544">
                  <c:v>201.34131941726685</c:v>
                </c:pt>
                <c:pt idx="545">
                  <c:v>227.26231466213702</c:v>
                </c:pt>
                <c:pt idx="546">
                  <c:v>199.52086657752426</c:v>
                </c:pt>
                <c:pt idx="547">
                  <c:v>125.67812739628566</c:v>
                </c:pt>
                <c:pt idx="548">
                  <c:v>171.30273563068263</c:v>
                </c:pt>
                <c:pt idx="549">
                  <c:v>194.39284873573905</c:v>
                </c:pt>
                <c:pt idx="550">
                  <c:v>178.66634810399665</c:v>
                </c:pt>
                <c:pt idx="551">
                  <c:v>199.69890388135735</c:v>
                </c:pt>
                <c:pt idx="552">
                  <c:v>111.91102575469264</c:v>
                </c:pt>
                <c:pt idx="553">
                  <c:v>149.51084187578047</c:v>
                </c:pt>
                <c:pt idx="554">
                  <c:v>216.83734871805981</c:v>
                </c:pt>
                <c:pt idx="555">
                  <c:v>197.10484156526707</c:v>
                </c:pt>
                <c:pt idx="556">
                  <c:v>186.97224876358223</c:v>
                </c:pt>
                <c:pt idx="557">
                  <c:v>205.54579065735996</c:v>
                </c:pt>
                <c:pt idx="558">
                  <c:v>109.6795727891654</c:v>
                </c:pt>
                <c:pt idx="559">
                  <c:v>117.79391952989265</c:v>
                </c:pt>
                <c:pt idx="560">
                  <c:v>220.23679347746463</c:v>
                </c:pt>
                <c:pt idx="561">
                  <c:v>213.73836234997933</c:v>
                </c:pt>
                <c:pt idx="562">
                  <c:v>110.52389370491815</c:v>
                </c:pt>
                <c:pt idx="563">
                  <c:v>211.9564146472552</c:v>
                </c:pt>
                <c:pt idx="564">
                  <c:v>118.52953069415213</c:v>
                </c:pt>
                <c:pt idx="565">
                  <c:v>178.17404688907484</c:v>
                </c:pt>
                <c:pt idx="566">
                  <c:v>118.99213970732904</c:v>
                </c:pt>
                <c:pt idx="567">
                  <c:v>232.9926705026084</c:v>
                </c:pt>
                <c:pt idx="568">
                  <c:v>195.9525025042216</c:v>
                </c:pt>
                <c:pt idx="569">
                  <c:v>134.59711531821014</c:v>
                </c:pt>
                <c:pt idx="570">
                  <c:v>211.26210459060385</c:v>
                </c:pt>
                <c:pt idx="571">
                  <c:v>173.7752811768971</c:v>
                </c:pt>
                <c:pt idx="572">
                  <c:v>172.2830544869682</c:v>
                </c:pt>
                <c:pt idx="573">
                  <c:v>124.88446533159565</c:v>
                </c:pt>
                <c:pt idx="574">
                  <c:v>130.37628151940152</c:v>
                </c:pt>
                <c:pt idx="575">
                  <c:v>108.4364044809799</c:v>
                </c:pt>
                <c:pt idx="576">
                  <c:v>144.67868141093683</c:v>
                </c:pt>
                <c:pt idx="577">
                  <c:v>215.93949764256763</c:v>
                </c:pt>
                <c:pt idx="578">
                  <c:v>172.03711065824143</c:v>
                </c:pt>
                <c:pt idx="579">
                  <c:v>128.07365836993702</c:v>
                </c:pt>
                <c:pt idx="580">
                  <c:v>112.16839994341288</c:v>
                </c:pt>
                <c:pt idx="581">
                  <c:v>122.76111398915634</c:v>
                </c:pt>
                <c:pt idx="582">
                  <c:v>171.33655923636866</c:v>
                </c:pt>
                <c:pt idx="583">
                  <c:v>205.91407284468872</c:v>
                </c:pt>
                <c:pt idx="584">
                  <c:v>123.63079234666567</c:v>
                </c:pt>
                <c:pt idx="585">
                  <c:v>221.25210616158554</c:v>
                </c:pt>
                <c:pt idx="586">
                  <c:v>170.90013351643267</c:v>
                </c:pt>
                <c:pt idx="587">
                  <c:v>164.21480124754345</c:v>
                </c:pt>
                <c:pt idx="588">
                  <c:v>257.11367432181254</c:v>
                </c:pt>
                <c:pt idx="589">
                  <c:v>192.61870417383693</c:v>
                </c:pt>
                <c:pt idx="590">
                  <c:v>224.04478688001487</c:v>
                </c:pt>
                <c:pt idx="591">
                  <c:v>245.26592448689325</c:v>
                </c:pt>
                <c:pt idx="592">
                  <c:v>178.20567606518503</c:v>
                </c:pt>
                <c:pt idx="593">
                  <c:v>158.7833665720024</c:v>
                </c:pt>
                <c:pt idx="594">
                  <c:v>120.69380467054502</c:v>
                </c:pt>
                <c:pt idx="595">
                  <c:v>142.59098664019226</c:v>
                </c:pt>
                <c:pt idx="596">
                  <c:v>259.32690162483124</c:v>
                </c:pt>
                <c:pt idx="597">
                  <c:v>112.93288964779406</c:v>
                </c:pt>
                <c:pt idx="598">
                  <c:v>231.13584735634134</c:v>
                </c:pt>
                <c:pt idx="599">
                  <c:v>206.29693729713085</c:v>
                </c:pt>
                <c:pt idx="600">
                  <c:v>191.59665970138724</c:v>
                </c:pt>
                <c:pt idx="601">
                  <c:v>115.64339934258686</c:v>
                </c:pt>
                <c:pt idx="602">
                  <c:v>247.96414714611208</c:v>
                </c:pt>
                <c:pt idx="603">
                  <c:v>227.58397303564988</c:v>
                </c:pt>
                <c:pt idx="604">
                  <c:v>215.95441822496684</c:v>
                </c:pt>
                <c:pt idx="605">
                  <c:v>128.20838942619415</c:v>
                </c:pt>
                <c:pt idx="606">
                  <c:v>155.64968029095235</c:v>
                </c:pt>
                <c:pt idx="607">
                  <c:v>119.04571562042413</c:v>
                </c:pt>
                <c:pt idx="608">
                  <c:v>145.01603838650274</c:v>
                </c:pt>
                <c:pt idx="609">
                  <c:v>192.0528563732324</c:v>
                </c:pt>
                <c:pt idx="610">
                  <c:v>214.5323296757989</c:v>
                </c:pt>
                <c:pt idx="611">
                  <c:v>195.8276781025612</c:v>
                </c:pt>
                <c:pt idx="612">
                  <c:v>225.83226075293433</c:v>
                </c:pt>
                <c:pt idx="613">
                  <c:v>215.37444340600575</c:v>
                </c:pt>
                <c:pt idx="614">
                  <c:v>148.38776345282298</c:v>
                </c:pt>
                <c:pt idx="615">
                  <c:v>167.5199802643503</c:v>
                </c:pt>
                <c:pt idx="616">
                  <c:v>156.37110677890905</c:v>
                </c:pt>
                <c:pt idx="617">
                  <c:v>106.67698990954206</c:v>
                </c:pt>
                <c:pt idx="618">
                  <c:v>216.53411459708647</c:v>
                </c:pt>
                <c:pt idx="619">
                  <c:v>236.74784431185313</c:v>
                </c:pt>
                <c:pt idx="620">
                  <c:v>118.52276434665747</c:v>
                </c:pt>
                <c:pt idx="621">
                  <c:v>167.8875042402838</c:v>
                </c:pt>
                <c:pt idx="622">
                  <c:v>226.69694426395907</c:v>
                </c:pt>
                <c:pt idx="623">
                  <c:v>186.23277417364872</c:v>
                </c:pt>
                <c:pt idx="624">
                  <c:v>253.0502435824504</c:v>
                </c:pt>
                <c:pt idx="625">
                  <c:v>213.50942102608877</c:v>
                </c:pt>
                <c:pt idx="626">
                  <c:v>173.6108401174579</c:v>
                </c:pt>
                <c:pt idx="627">
                  <c:v>165.2132779199719</c:v>
                </c:pt>
                <c:pt idx="628">
                  <c:v>242.86722460608595</c:v>
                </c:pt>
                <c:pt idx="629">
                  <c:v>212.8260772581116</c:v>
                </c:pt>
                <c:pt idx="630">
                  <c:v>125.64572678329407</c:v>
                </c:pt>
                <c:pt idx="631">
                  <c:v>111.08232261955864</c:v>
                </c:pt>
                <c:pt idx="632">
                  <c:v>199.7330822286043</c:v>
                </c:pt>
                <c:pt idx="633">
                  <c:v>232.10046871816573</c:v>
                </c:pt>
                <c:pt idx="634">
                  <c:v>225.71280511467998</c:v>
                </c:pt>
                <c:pt idx="635">
                  <c:v>210.5656381708926</c:v>
                </c:pt>
                <c:pt idx="636">
                  <c:v>164.905448954584</c:v>
                </c:pt>
                <c:pt idx="637">
                  <c:v>167.46929983728603</c:v>
                </c:pt>
                <c:pt idx="638">
                  <c:v>248.12444623664825</c:v>
                </c:pt>
                <c:pt idx="639">
                  <c:v>122.11913316429057</c:v>
                </c:pt>
                <c:pt idx="640">
                  <c:v>140.08231261761645</c:v>
                </c:pt>
                <c:pt idx="641">
                  <c:v>141.32922914958218</c:v>
                </c:pt>
                <c:pt idx="642">
                  <c:v>218.23370362923967</c:v>
                </c:pt>
                <c:pt idx="643">
                  <c:v>225.3453892379777</c:v>
                </c:pt>
                <c:pt idx="644">
                  <c:v>144.35748782392992</c:v>
                </c:pt>
                <c:pt idx="645">
                  <c:v>188.58460714579593</c:v>
                </c:pt>
                <c:pt idx="646">
                  <c:v>196.05769045309594</c:v>
                </c:pt>
                <c:pt idx="647">
                  <c:v>247.73252352003996</c:v>
                </c:pt>
                <c:pt idx="648">
                  <c:v>118.87570337450748</c:v>
                </c:pt>
                <c:pt idx="649">
                  <c:v>167.55551512330874</c:v>
                </c:pt>
                <c:pt idx="650">
                  <c:v>152.7252144994801</c:v>
                </c:pt>
                <c:pt idx="651">
                  <c:v>268.5172812122035</c:v>
                </c:pt>
                <c:pt idx="652">
                  <c:v>192.17023590047202</c:v>
                </c:pt>
                <c:pt idx="653">
                  <c:v>116.40822516684607</c:v>
                </c:pt>
                <c:pt idx="654">
                  <c:v>208.00890290423243</c:v>
                </c:pt>
                <c:pt idx="655">
                  <c:v>222.37901223285962</c:v>
                </c:pt>
                <c:pt idx="656">
                  <c:v>86.08890608917257</c:v>
                </c:pt>
                <c:pt idx="657">
                  <c:v>238.7975126711529</c:v>
                </c:pt>
                <c:pt idx="658">
                  <c:v>134.65337598678136</c:v>
                </c:pt>
                <c:pt idx="659">
                  <c:v>194.7108766190444</c:v>
                </c:pt>
                <c:pt idx="660">
                  <c:v>175.1742023172821</c:v>
                </c:pt>
                <c:pt idx="661">
                  <c:v>208.31586925865645</c:v>
                </c:pt>
                <c:pt idx="662">
                  <c:v>190.2075595862321</c:v>
                </c:pt>
                <c:pt idx="663">
                  <c:v>225.43653874607844</c:v>
                </c:pt>
                <c:pt idx="664">
                  <c:v>221.69555313206487</c:v>
                </c:pt>
                <c:pt idx="665">
                  <c:v>207.47869308887292</c:v>
                </c:pt>
                <c:pt idx="666">
                  <c:v>224.52186660935317</c:v>
                </c:pt>
                <c:pt idx="667">
                  <c:v>210.76484126082315</c:v>
                </c:pt>
                <c:pt idx="668">
                  <c:v>102.51545717000182</c:v>
                </c:pt>
                <c:pt idx="669">
                  <c:v>166.50252902312445</c:v>
                </c:pt>
                <c:pt idx="670">
                  <c:v>231.31111648523472</c:v>
                </c:pt>
                <c:pt idx="671">
                  <c:v>112.95987696315954</c:v>
                </c:pt>
                <c:pt idx="672">
                  <c:v>205.04739503377365</c:v>
                </c:pt>
                <c:pt idx="673">
                  <c:v>259.22996288069925</c:v>
                </c:pt>
                <c:pt idx="674">
                  <c:v>109.75666859775798</c:v>
                </c:pt>
                <c:pt idx="675">
                  <c:v>215.8096914694093</c:v>
                </c:pt>
                <c:pt idx="676">
                  <c:v>166.65763292153653</c:v>
                </c:pt>
                <c:pt idx="677">
                  <c:v>218.14173924739478</c:v>
                </c:pt>
                <c:pt idx="678">
                  <c:v>105.21000893357233</c:v>
                </c:pt>
                <c:pt idx="679">
                  <c:v>110.19134628766834</c:v>
                </c:pt>
                <c:pt idx="680">
                  <c:v>228.1325899203594</c:v>
                </c:pt>
                <c:pt idx="681">
                  <c:v>227.45382804858446</c:v>
                </c:pt>
                <c:pt idx="682">
                  <c:v>227.01790604586256</c:v>
                </c:pt>
                <c:pt idx="683">
                  <c:v>146.9642850968237</c:v>
                </c:pt>
                <c:pt idx="684">
                  <c:v>123.91229171464276</c:v>
                </c:pt>
                <c:pt idx="685">
                  <c:v>202.43639528630777</c:v>
                </c:pt>
                <c:pt idx="686">
                  <c:v>96.91414641671138</c:v>
                </c:pt>
                <c:pt idx="687">
                  <c:v>219.78872613324208</c:v>
                </c:pt>
                <c:pt idx="688">
                  <c:v>215.63152127994314</c:v>
                </c:pt>
                <c:pt idx="689">
                  <c:v>210.34209490822013</c:v>
                </c:pt>
                <c:pt idx="690">
                  <c:v>213.47321401998673</c:v>
                </c:pt>
                <c:pt idx="691">
                  <c:v>110.26919650568688</c:v>
                </c:pt>
                <c:pt idx="692">
                  <c:v>242.6718156910632</c:v>
                </c:pt>
                <c:pt idx="693">
                  <c:v>114.33687524004536</c:v>
                </c:pt>
                <c:pt idx="694">
                  <c:v>102.33119154934336</c:v>
                </c:pt>
                <c:pt idx="695">
                  <c:v>127.3154820391604</c:v>
                </c:pt>
                <c:pt idx="696">
                  <c:v>117.21845171435314</c:v>
                </c:pt>
                <c:pt idx="697">
                  <c:v>126.68840861866123</c:v>
                </c:pt>
                <c:pt idx="698">
                  <c:v>219.19324525887117</c:v>
                </c:pt>
                <c:pt idx="699">
                  <c:v>146.42064852524317</c:v>
                </c:pt>
                <c:pt idx="700">
                  <c:v>116.81407100537679</c:v>
                </c:pt>
                <c:pt idx="701">
                  <c:v>149.9802876158368</c:v>
                </c:pt>
                <c:pt idx="702">
                  <c:v>104.88568625317747</c:v>
                </c:pt>
                <c:pt idx="703">
                  <c:v>107.66444905408136</c:v>
                </c:pt>
                <c:pt idx="704">
                  <c:v>156.41453858377085</c:v>
                </c:pt>
                <c:pt idx="705">
                  <c:v>139.7432394687862</c:v>
                </c:pt>
                <c:pt idx="706">
                  <c:v>234.16353832722712</c:v>
                </c:pt>
                <c:pt idx="707">
                  <c:v>273.48383211175826</c:v>
                </c:pt>
                <c:pt idx="708">
                  <c:v>163.52013767350178</c:v>
                </c:pt>
                <c:pt idx="709">
                  <c:v>170.26521813922312</c:v>
                </c:pt>
                <c:pt idx="710">
                  <c:v>259.2793302626047</c:v>
                </c:pt>
                <c:pt idx="711">
                  <c:v>137.75133829120924</c:v>
                </c:pt>
                <c:pt idx="712">
                  <c:v>149.91662691107462</c:v>
                </c:pt>
                <c:pt idx="713">
                  <c:v>242.4463598246362</c:v>
                </c:pt>
                <c:pt idx="714">
                  <c:v>104.36923896614398</c:v>
                </c:pt>
                <c:pt idx="715">
                  <c:v>195.3472175880589</c:v>
                </c:pt>
                <c:pt idx="716">
                  <c:v>197.38403982317763</c:v>
                </c:pt>
                <c:pt idx="717">
                  <c:v>146.30959740684582</c:v>
                </c:pt>
                <c:pt idx="718">
                  <c:v>163.85548475267137</c:v>
                </c:pt>
                <c:pt idx="719">
                  <c:v>211.87022461309596</c:v>
                </c:pt>
                <c:pt idx="720">
                  <c:v>115.60757538086632</c:v>
                </c:pt>
                <c:pt idx="721">
                  <c:v>131.66251809487417</c:v>
                </c:pt>
                <c:pt idx="722">
                  <c:v>197.08911964494672</c:v>
                </c:pt>
                <c:pt idx="723">
                  <c:v>209.011885242231</c:v>
                </c:pt>
                <c:pt idx="724">
                  <c:v>86.84721934270216</c:v>
                </c:pt>
                <c:pt idx="725">
                  <c:v>265.54873946895066</c:v>
                </c:pt>
                <c:pt idx="726">
                  <c:v>181.95910250514126</c:v>
                </c:pt>
                <c:pt idx="727">
                  <c:v>229.145125823329</c:v>
                </c:pt>
                <c:pt idx="728">
                  <c:v>190.9731662884131</c:v>
                </c:pt>
                <c:pt idx="729">
                  <c:v>222.06890492401806</c:v>
                </c:pt>
                <c:pt idx="730">
                  <c:v>139.7100739433965</c:v>
                </c:pt>
                <c:pt idx="731">
                  <c:v>226.1377970059151</c:v>
                </c:pt>
                <c:pt idx="732">
                  <c:v>120.84003988859355</c:v>
                </c:pt>
                <c:pt idx="733">
                  <c:v>205.25523907010992</c:v>
                </c:pt>
                <c:pt idx="734">
                  <c:v>140.38816562255565</c:v>
                </c:pt>
                <c:pt idx="735">
                  <c:v>128.4286064771285</c:v>
                </c:pt>
                <c:pt idx="736">
                  <c:v>231.4567845468551</c:v>
                </c:pt>
                <c:pt idx="737">
                  <c:v>211.9063327724176</c:v>
                </c:pt>
                <c:pt idx="738">
                  <c:v>122.04729410174065</c:v>
                </c:pt>
                <c:pt idx="739">
                  <c:v>110.96255166826614</c:v>
                </c:pt>
                <c:pt idx="740">
                  <c:v>218.86614710394807</c:v>
                </c:pt>
                <c:pt idx="741">
                  <c:v>187.72253045887948</c:v>
                </c:pt>
                <c:pt idx="742">
                  <c:v>160.60295108002492</c:v>
                </c:pt>
                <c:pt idx="743">
                  <c:v>206.5787925490482</c:v>
                </c:pt>
                <c:pt idx="744">
                  <c:v>164.90757401960622</c:v>
                </c:pt>
                <c:pt idx="745">
                  <c:v>251.58491928639637</c:v>
                </c:pt>
                <c:pt idx="746">
                  <c:v>156.78474409528897</c:v>
                </c:pt>
                <c:pt idx="747">
                  <c:v>181.7840095128086</c:v>
                </c:pt>
                <c:pt idx="748">
                  <c:v>188.5571928820729</c:v>
                </c:pt>
                <c:pt idx="749">
                  <c:v>200.90877702549014</c:v>
                </c:pt>
                <c:pt idx="750">
                  <c:v>205.47787067723667</c:v>
                </c:pt>
                <c:pt idx="751">
                  <c:v>190.40010092098623</c:v>
                </c:pt>
                <c:pt idx="752">
                  <c:v>144.93687769144898</c:v>
                </c:pt>
                <c:pt idx="753">
                  <c:v>269.9311691139765</c:v>
                </c:pt>
                <c:pt idx="754">
                  <c:v>154.37378042523213</c:v>
                </c:pt>
                <c:pt idx="755">
                  <c:v>114.5468461616191</c:v>
                </c:pt>
                <c:pt idx="756">
                  <c:v>205.71689899075338</c:v>
                </c:pt>
                <c:pt idx="757">
                  <c:v>98.34319920259746</c:v>
                </c:pt>
                <c:pt idx="758">
                  <c:v>118.49230919016404</c:v>
                </c:pt>
                <c:pt idx="759">
                  <c:v>249.5129379192573</c:v>
                </c:pt>
                <c:pt idx="760">
                  <c:v>151.89588389375945</c:v>
                </c:pt>
                <c:pt idx="761">
                  <c:v>199.3372936642721</c:v>
                </c:pt>
                <c:pt idx="762">
                  <c:v>172.35840457618278</c:v>
                </c:pt>
                <c:pt idx="763">
                  <c:v>244.45103640240606</c:v>
                </c:pt>
                <c:pt idx="764">
                  <c:v>125.50098715457497</c:v>
                </c:pt>
                <c:pt idx="765">
                  <c:v>160.06614477785362</c:v>
                </c:pt>
                <c:pt idx="766">
                  <c:v>240.785360010312</c:v>
                </c:pt>
                <c:pt idx="767">
                  <c:v>205.83955951454817</c:v>
                </c:pt>
                <c:pt idx="768">
                  <c:v>193.04659344526743</c:v>
                </c:pt>
                <c:pt idx="769">
                  <c:v>111.17082328537994</c:v>
                </c:pt>
                <c:pt idx="770">
                  <c:v>232.55575864610105</c:v>
                </c:pt>
                <c:pt idx="771">
                  <c:v>150.31027323558834</c:v>
                </c:pt>
                <c:pt idx="772">
                  <c:v>213.51213906279952</c:v>
                </c:pt>
                <c:pt idx="773">
                  <c:v>202.53320165819494</c:v>
                </c:pt>
                <c:pt idx="774">
                  <c:v>105.11560327216438</c:v>
                </c:pt>
                <c:pt idx="775">
                  <c:v>108.24998903416399</c:v>
                </c:pt>
                <c:pt idx="776">
                  <c:v>254.66523032428938</c:v>
                </c:pt>
                <c:pt idx="777">
                  <c:v>112.94117317769509</c:v>
                </c:pt>
                <c:pt idx="778">
                  <c:v>134.91523691553917</c:v>
                </c:pt>
                <c:pt idx="779">
                  <c:v>221.05820909822194</c:v>
                </c:pt>
                <c:pt idx="780">
                  <c:v>187.03767652817623</c:v>
                </c:pt>
                <c:pt idx="781">
                  <c:v>185.1712031629571</c:v>
                </c:pt>
                <c:pt idx="782">
                  <c:v>186.29477018945354</c:v>
                </c:pt>
                <c:pt idx="783">
                  <c:v>165.90192538602406</c:v>
                </c:pt>
                <c:pt idx="784">
                  <c:v>119.75081747170188</c:v>
                </c:pt>
                <c:pt idx="785">
                  <c:v>161.7009179324615</c:v>
                </c:pt>
                <c:pt idx="786">
                  <c:v>155.1965518197377</c:v>
                </c:pt>
                <c:pt idx="787">
                  <c:v>197.22843842135788</c:v>
                </c:pt>
                <c:pt idx="788">
                  <c:v>203.2799212252723</c:v>
                </c:pt>
                <c:pt idx="789">
                  <c:v>178.22088914289162</c:v>
                </c:pt>
                <c:pt idx="790">
                  <c:v>151.77348736965655</c:v>
                </c:pt>
                <c:pt idx="791">
                  <c:v>150.53279761331174</c:v>
                </c:pt>
                <c:pt idx="792">
                  <c:v>122.08172277909148</c:v>
                </c:pt>
                <c:pt idx="793">
                  <c:v>194.91041748244243</c:v>
                </c:pt>
                <c:pt idx="794">
                  <c:v>100.84188671282325</c:v>
                </c:pt>
                <c:pt idx="795">
                  <c:v>146.3901208499508</c:v>
                </c:pt>
                <c:pt idx="796">
                  <c:v>116.26554167285593</c:v>
                </c:pt>
                <c:pt idx="797">
                  <c:v>144.71683196830764</c:v>
                </c:pt>
                <c:pt idx="798">
                  <c:v>232.72089019701787</c:v>
                </c:pt>
                <c:pt idx="799">
                  <c:v>136.44321444262698</c:v>
                </c:pt>
                <c:pt idx="800">
                  <c:v>139.66386024472456</c:v>
                </c:pt>
                <c:pt idx="801">
                  <c:v>201.3191660013902</c:v>
                </c:pt>
                <c:pt idx="802">
                  <c:v>118.91031015587934</c:v>
                </c:pt>
                <c:pt idx="803">
                  <c:v>200.5492530348744</c:v>
                </c:pt>
                <c:pt idx="804">
                  <c:v>156.11177810430684</c:v>
                </c:pt>
                <c:pt idx="805">
                  <c:v>206.02620581803282</c:v>
                </c:pt>
                <c:pt idx="806">
                  <c:v>131.73925156802986</c:v>
                </c:pt>
                <c:pt idx="807">
                  <c:v>202.7752890789451</c:v>
                </c:pt>
                <c:pt idx="808">
                  <c:v>155.8433752969545</c:v>
                </c:pt>
                <c:pt idx="809">
                  <c:v>271.1443551274008</c:v>
                </c:pt>
                <c:pt idx="810">
                  <c:v>109.45957683755879</c:v>
                </c:pt>
                <c:pt idx="811">
                  <c:v>180.69184439298857</c:v>
                </c:pt>
                <c:pt idx="812">
                  <c:v>205.53814972673482</c:v>
                </c:pt>
                <c:pt idx="813">
                  <c:v>106.05576690816397</c:v>
                </c:pt>
                <c:pt idx="814">
                  <c:v>147.70144127749904</c:v>
                </c:pt>
                <c:pt idx="815">
                  <c:v>237.44706840509045</c:v>
                </c:pt>
                <c:pt idx="816">
                  <c:v>275.76727094766943</c:v>
                </c:pt>
                <c:pt idx="817">
                  <c:v>156.6029212779568</c:v>
                </c:pt>
                <c:pt idx="818">
                  <c:v>227.74443460550495</c:v>
                </c:pt>
                <c:pt idx="819">
                  <c:v>242.82943669426874</c:v>
                </c:pt>
                <c:pt idx="820">
                  <c:v>234.84159442899042</c:v>
                </c:pt>
                <c:pt idx="821">
                  <c:v>126.80690099281402</c:v>
                </c:pt>
                <c:pt idx="822">
                  <c:v>212.23146725989668</c:v>
                </c:pt>
                <c:pt idx="823">
                  <c:v>121.89639717555755</c:v>
                </c:pt>
                <c:pt idx="824">
                  <c:v>249.6707283998136</c:v>
                </c:pt>
                <c:pt idx="825">
                  <c:v>175.1713427299289</c:v>
                </c:pt>
                <c:pt idx="826">
                  <c:v>106.55604632363764</c:v>
                </c:pt>
                <c:pt idx="827">
                  <c:v>214.2264663626777</c:v>
                </c:pt>
                <c:pt idx="828">
                  <c:v>131.24602834911394</c:v>
                </c:pt>
                <c:pt idx="829">
                  <c:v>279.5758149686231</c:v>
                </c:pt>
                <c:pt idx="830">
                  <c:v>173.68044842981695</c:v>
                </c:pt>
                <c:pt idx="831">
                  <c:v>248.37625524021632</c:v>
                </c:pt>
                <c:pt idx="832">
                  <c:v>123.02835126460509</c:v>
                </c:pt>
                <c:pt idx="833">
                  <c:v>198.01315921154236</c:v>
                </c:pt>
                <c:pt idx="834">
                  <c:v>136.89350088325824</c:v>
                </c:pt>
                <c:pt idx="835">
                  <c:v>107.27723752498521</c:v>
                </c:pt>
                <c:pt idx="836">
                  <c:v>206.36303876676757</c:v>
                </c:pt>
                <c:pt idx="837">
                  <c:v>118.28292132446296</c:v>
                </c:pt>
                <c:pt idx="838">
                  <c:v>174.10768129710183</c:v>
                </c:pt>
                <c:pt idx="839">
                  <c:v>259.13948491101286</c:v>
                </c:pt>
                <c:pt idx="840">
                  <c:v>156.5296811588317</c:v>
                </c:pt>
                <c:pt idx="841">
                  <c:v>146.66473375678888</c:v>
                </c:pt>
                <c:pt idx="842">
                  <c:v>205.75173950365146</c:v>
                </c:pt>
                <c:pt idx="843">
                  <c:v>105.8240908173651</c:v>
                </c:pt>
                <c:pt idx="844">
                  <c:v>228.9591109582351</c:v>
                </c:pt>
                <c:pt idx="845">
                  <c:v>221.98414757530034</c:v>
                </c:pt>
                <c:pt idx="846">
                  <c:v>230.91561086819672</c:v>
                </c:pt>
                <c:pt idx="847">
                  <c:v>205.71251403799306</c:v>
                </c:pt>
                <c:pt idx="848">
                  <c:v>128.21230208757675</c:v>
                </c:pt>
                <c:pt idx="849">
                  <c:v>113.26408360466152</c:v>
                </c:pt>
                <c:pt idx="850">
                  <c:v>190.8500318928969</c:v>
                </c:pt>
                <c:pt idx="851">
                  <c:v>250.47426311501277</c:v>
                </c:pt>
                <c:pt idx="852">
                  <c:v>200.48538653977133</c:v>
                </c:pt>
                <c:pt idx="853">
                  <c:v>108.53602534040168</c:v>
                </c:pt>
                <c:pt idx="854">
                  <c:v>120.17646892126649</c:v>
                </c:pt>
                <c:pt idx="855">
                  <c:v>109.49954556202877</c:v>
                </c:pt>
                <c:pt idx="856">
                  <c:v>191.79725200671282</c:v>
                </c:pt>
                <c:pt idx="857">
                  <c:v>153.1016175631678</c:v>
                </c:pt>
                <c:pt idx="858">
                  <c:v>271.1181595172761</c:v>
                </c:pt>
                <c:pt idx="859">
                  <c:v>229.81179827608105</c:v>
                </c:pt>
                <c:pt idx="860">
                  <c:v>159.22200093720255</c:v>
                </c:pt>
                <c:pt idx="861">
                  <c:v>186.05407514654235</c:v>
                </c:pt>
                <c:pt idx="862">
                  <c:v>166.16529611952953</c:v>
                </c:pt>
                <c:pt idx="863">
                  <c:v>190.026883553679</c:v>
                </c:pt>
                <c:pt idx="864">
                  <c:v>201.29132644864237</c:v>
                </c:pt>
                <c:pt idx="865">
                  <c:v>215.0184615845568</c:v>
                </c:pt>
                <c:pt idx="866">
                  <c:v>216.3514582396336</c:v>
                </c:pt>
                <c:pt idx="867">
                  <c:v>141.24304554111458</c:v>
                </c:pt>
                <c:pt idx="868">
                  <c:v>112.8217426140747</c:v>
                </c:pt>
                <c:pt idx="869">
                  <c:v>238.38758957577306</c:v>
                </c:pt>
                <c:pt idx="870">
                  <c:v>121.21020916299268</c:v>
                </c:pt>
                <c:pt idx="871">
                  <c:v>153.7664516351251</c:v>
                </c:pt>
                <c:pt idx="872">
                  <c:v>106.51099297262381</c:v>
                </c:pt>
                <c:pt idx="873">
                  <c:v>183.82787622503224</c:v>
                </c:pt>
                <c:pt idx="874">
                  <c:v>149.36044136258178</c:v>
                </c:pt>
                <c:pt idx="875">
                  <c:v>256.9088039672039</c:v>
                </c:pt>
                <c:pt idx="876">
                  <c:v>260.50554647103</c:v>
                </c:pt>
                <c:pt idx="877">
                  <c:v>107.63377189111368</c:v>
                </c:pt>
                <c:pt idx="878">
                  <c:v>114.81959494054826</c:v>
                </c:pt>
                <c:pt idx="879">
                  <c:v>164.96389298798312</c:v>
                </c:pt>
                <c:pt idx="880">
                  <c:v>153.220630734967</c:v>
                </c:pt>
                <c:pt idx="881">
                  <c:v>164.5507341052291</c:v>
                </c:pt>
                <c:pt idx="882">
                  <c:v>129.13004022341795</c:v>
                </c:pt>
                <c:pt idx="883">
                  <c:v>117.06798728894707</c:v>
                </c:pt>
                <c:pt idx="884">
                  <c:v>205.31833915538738</c:v>
                </c:pt>
                <c:pt idx="885">
                  <c:v>148.8935442680963</c:v>
                </c:pt>
                <c:pt idx="886">
                  <c:v>240.35599768517486</c:v>
                </c:pt>
                <c:pt idx="887">
                  <c:v>241.79939062354035</c:v>
                </c:pt>
                <c:pt idx="888">
                  <c:v>118.24622392134833</c:v>
                </c:pt>
                <c:pt idx="889">
                  <c:v>216.24046839805823</c:v>
                </c:pt>
                <c:pt idx="890">
                  <c:v>106.32255343050676</c:v>
                </c:pt>
                <c:pt idx="891">
                  <c:v>237.5218721608551</c:v>
                </c:pt>
                <c:pt idx="892">
                  <c:v>213.23077093742302</c:v>
                </c:pt>
                <c:pt idx="893">
                  <c:v>224.90174514263484</c:v>
                </c:pt>
                <c:pt idx="894">
                  <c:v>106.75232026618221</c:v>
                </c:pt>
                <c:pt idx="895">
                  <c:v>123.30696244307813</c:v>
                </c:pt>
                <c:pt idx="896">
                  <c:v>162.5055759625655</c:v>
                </c:pt>
                <c:pt idx="897">
                  <c:v>192.83949551555537</c:v>
                </c:pt>
                <c:pt idx="898">
                  <c:v>152.91199713530276</c:v>
                </c:pt>
                <c:pt idx="899">
                  <c:v>135.49755545200762</c:v>
                </c:pt>
                <c:pt idx="900">
                  <c:v>105.03159720131555</c:v>
                </c:pt>
                <c:pt idx="901">
                  <c:v>192.453819471265</c:v>
                </c:pt>
                <c:pt idx="902">
                  <c:v>182.40267423255628</c:v>
                </c:pt>
                <c:pt idx="903">
                  <c:v>170.15569093724687</c:v>
                </c:pt>
                <c:pt idx="904">
                  <c:v>110.03702498554557</c:v>
                </c:pt>
                <c:pt idx="905">
                  <c:v>180.73725551128928</c:v>
                </c:pt>
                <c:pt idx="906">
                  <c:v>100.0119159990406</c:v>
                </c:pt>
                <c:pt idx="907">
                  <c:v>278.9589119935149</c:v>
                </c:pt>
                <c:pt idx="908">
                  <c:v>105.52804427703435</c:v>
                </c:pt>
                <c:pt idx="909">
                  <c:v>185.35157434293274</c:v>
                </c:pt>
                <c:pt idx="910">
                  <c:v>241.71161224926817</c:v>
                </c:pt>
                <c:pt idx="911">
                  <c:v>229.34838055307944</c:v>
                </c:pt>
                <c:pt idx="912">
                  <c:v>141.69370953922817</c:v>
                </c:pt>
                <c:pt idx="913">
                  <c:v>208.11718412287698</c:v>
                </c:pt>
                <c:pt idx="914">
                  <c:v>215.4208648974185</c:v>
                </c:pt>
                <c:pt idx="915">
                  <c:v>194.11886804602648</c:v>
                </c:pt>
                <c:pt idx="916">
                  <c:v>204.51113250845412</c:v>
                </c:pt>
                <c:pt idx="917">
                  <c:v>203.4139370374253</c:v>
                </c:pt>
                <c:pt idx="918">
                  <c:v>167.59597865272647</c:v>
                </c:pt>
                <c:pt idx="919">
                  <c:v>179.0129375224378</c:v>
                </c:pt>
                <c:pt idx="920">
                  <c:v>153.21862579448148</c:v>
                </c:pt>
                <c:pt idx="921">
                  <c:v>130.18474490604032</c:v>
                </c:pt>
                <c:pt idx="922">
                  <c:v>130.10176107216742</c:v>
                </c:pt>
                <c:pt idx="923">
                  <c:v>103.7679238452424</c:v>
                </c:pt>
                <c:pt idx="924">
                  <c:v>139.19767807524596</c:v>
                </c:pt>
                <c:pt idx="925">
                  <c:v>106.20199610986506</c:v>
                </c:pt>
                <c:pt idx="926">
                  <c:v>216.46481079966054</c:v>
                </c:pt>
                <c:pt idx="927">
                  <c:v>140.32818048766117</c:v>
                </c:pt>
                <c:pt idx="928">
                  <c:v>218.38986038360144</c:v>
                </c:pt>
                <c:pt idx="929">
                  <c:v>118.83148709566015</c:v>
                </c:pt>
                <c:pt idx="930">
                  <c:v>106.99438815922717</c:v>
                </c:pt>
                <c:pt idx="931">
                  <c:v>184.833584201989</c:v>
                </c:pt>
                <c:pt idx="932">
                  <c:v>184.49259754302855</c:v>
                </c:pt>
                <c:pt idx="933">
                  <c:v>107.04070350923715</c:v>
                </c:pt>
                <c:pt idx="934">
                  <c:v>232.4701862296784</c:v>
                </c:pt>
                <c:pt idx="935">
                  <c:v>166.73602499909444</c:v>
                </c:pt>
                <c:pt idx="936">
                  <c:v>169.9922270857965</c:v>
                </c:pt>
                <c:pt idx="937">
                  <c:v>138.16982356131862</c:v>
                </c:pt>
                <c:pt idx="938">
                  <c:v>249.2802885599643</c:v>
                </c:pt>
                <c:pt idx="939">
                  <c:v>195.70400483447008</c:v>
                </c:pt>
                <c:pt idx="940">
                  <c:v>130.23263562377522</c:v>
                </c:pt>
                <c:pt idx="941">
                  <c:v>242.2644445715582</c:v>
                </c:pt>
                <c:pt idx="942">
                  <c:v>133.33107412421086</c:v>
                </c:pt>
                <c:pt idx="943">
                  <c:v>159.33234816703998</c:v>
                </c:pt>
                <c:pt idx="944">
                  <c:v>120.00905219187291</c:v>
                </c:pt>
                <c:pt idx="945">
                  <c:v>230.98991656258005</c:v>
                </c:pt>
                <c:pt idx="946">
                  <c:v>186.63231434402812</c:v>
                </c:pt>
                <c:pt idx="947">
                  <c:v>165.43780522444723</c:v>
                </c:pt>
                <c:pt idx="948">
                  <c:v>113.03386463207323</c:v>
                </c:pt>
                <c:pt idx="949">
                  <c:v>203.91574219288353</c:v>
                </c:pt>
                <c:pt idx="950">
                  <c:v>218.94795447642667</c:v>
                </c:pt>
                <c:pt idx="951">
                  <c:v>191.5445157429766</c:v>
                </c:pt>
                <c:pt idx="952">
                  <c:v>88.18502232622706</c:v>
                </c:pt>
                <c:pt idx="953">
                  <c:v>234.94092934611672</c:v>
                </c:pt>
                <c:pt idx="954">
                  <c:v>108.99244481398499</c:v>
                </c:pt>
                <c:pt idx="955">
                  <c:v>226.17107622238046</c:v>
                </c:pt>
                <c:pt idx="956">
                  <c:v>107.21931826948543</c:v>
                </c:pt>
                <c:pt idx="957">
                  <c:v>249.34846546699512</c:v>
                </c:pt>
                <c:pt idx="958">
                  <c:v>107.7158682994641</c:v>
                </c:pt>
                <c:pt idx="959">
                  <c:v>195.518422717497</c:v>
                </c:pt>
                <c:pt idx="960">
                  <c:v>196.0587241970706</c:v>
                </c:pt>
                <c:pt idx="961">
                  <c:v>106.38973235534498</c:v>
                </c:pt>
                <c:pt idx="962">
                  <c:v>147.4047136257754</c:v>
                </c:pt>
                <c:pt idx="963">
                  <c:v>146.24372715162008</c:v>
                </c:pt>
                <c:pt idx="964">
                  <c:v>113.06388667664673</c:v>
                </c:pt>
                <c:pt idx="965">
                  <c:v>253.11172483626396</c:v>
                </c:pt>
                <c:pt idx="966">
                  <c:v>184.66716843924596</c:v>
                </c:pt>
                <c:pt idx="967">
                  <c:v>257.91814824648486</c:v>
                </c:pt>
                <c:pt idx="968">
                  <c:v>239.87386546586905</c:v>
                </c:pt>
                <c:pt idx="969">
                  <c:v>190.38623814041858</c:v>
                </c:pt>
                <c:pt idx="970">
                  <c:v>108.77803891009411</c:v>
                </c:pt>
                <c:pt idx="971">
                  <c:v>126.98648706992698</c:v>
                </c:pt>
                <c:pt idx="972">
                  <c:v>192.7718008355958</c:v>
                </c:pt>
                <c:pt idx="973">
                  <c:v>232.99109324921903</c:v>
                </c:pt>
                <c:pt idx="974">
                  <c:v>127.7507362142251</c:v>
                </c:pt>
                <c:pt idx="975">
                  <c:v>164.3435584581496</c:v>
                </c:pt>
                <c:pt idx="976">
                  <c:v>179.01002376307727</c:v>
                </c:pt>
                <c:pt idx="977">
                  <c:v>279.09032846354984</c:v>
                </c:pt>
                <c:pt idx="978">
                  <c:v>145.82976333673642</c:v>
                </c:pt>
                <c:pt idx="979">
                  <c:v>136.8781269962952</c:v>
                </c:pt>
                <c:pt idx="980">
                  <c:v>227.90546291275425</c:v>
                </c:pt>
                <c:pt idx="981">
                  <c:v>115.10735842080335</c:v>
                </c:pt>
                <c:pt idx="982">
                  <c:v>108.89116312563156</c:v>
                </c:pt>
                <c:pt idx="983">
                  <c:v>191.54555823886696</c:v>
                </c:pt>
                <c:pt idx="984">
                  <c:v>198.14138893476766</c:v>
                </c:pt>
                <c:pt idx="985">
                  <c:v>163.1872931879171</c:v>
                </c:pt>
                <c:pt idx="986">
                  <c:v>206.22020986522196</c:v>
                </c:pt>
                <c:pt idx="987">
                  <c:v>169.77178287057367</c:v>
                </c:pt>
                <c:pt idx="988">
                  <c:v>187.8387006665856</c:v>
                </c:pt>
                <c:pt idx="989">
                  <c:v>198.26687779552935</c:v>
                </c:pt>
                <c:pt idx="990">
                  <c:v>176.68778181011314</c:v>
                </c:pt>
                <c:pt idx="991">
                  <c:v>181.2000686224068</c:v>
                </c:pt>
                <c:pt idx="992">
                  <c:v>158.50982492985668</c:v>
                </c:pt>
                <c:pt idx="993">
                  <c:v>182.4117739682729</c:v>
                </c:pt>
                <c:pt idx="994">
                  <c:v>237.29600890752766</c:v>
                </c:pt>
                <c:pt idx="995">
                  <c:v>112.67073900175545</c:v>
                </c:pt>
                <c:pt idx="996">
                  <c:v>274.4728841460699</c:v>
                </c:pt>
                <c:pt idx="997">
                  <c:v>239.3255752835583</c:v>
                </c:pt>
                <c:pt idx="998">
                  <c:v>118.06283080686985</c:v>
                </c:pt>
                <c:pt idx="999">
                  <c:v>218.83533117176364</c:v>
                </c:pt>
                <c:pt idx="1000">
                  <c:v>169.2207562862839</c:v>
                </c:pt>
                <c:pt idx="1001">
                  <c:v>126.13810336169396</c:v>
                </c:pt>
                <c:pt idx="1002">
                  <c:v>122.02050500970763</c:v>
                </c:pt>
                <c:pt idx="1003">
                  <c:v>107.9266218137242</c:v>
                </c:pt>
                <c:pt idx="1004">
                  <c:v>154.3438458380967</c:v>
                </c:pt>
                <c:pt idx="1005">
                  <c:v>224.80386576071</c:v>
                </c:pt>
                <c:pt idx="1006">
                  <c:v>143.21081856593733</c:v>
                </c:pt>
                <c:pt idx="1007">
                  <c:v>262.8074761317901</c:v>
                </c:pt>
                <c:pt idx="1008">
                  <c:v>186.169737814995</c:v>
                </c:pt>
                <c:pt idx="1009">
                  <c:v>250.33642420034374</c:v>
                </c:pt>
                <c:pt idx="1010">
                  <c:v>188.22558981588048</c:v>
                </c:pt>
                <c:pt idx="1011">
                  <c:v>116.66103460776178</c:v>
                </c:pt>
                <c:pt idx="1012">
                  <c:v>142.14240742487564</c:v>
                </c:pt>
                <c:pt idx="1013">
                  <c:v>103.77592342844886</c:v>
                </c:pt>
                <c:pt idx="1014">
                  <c:v>154.47682386467974</c:v>
                </c:pt>
                <c:pt idx="1015">
                  <c:v>197.86772347923855</c:v>
                </c:pt>
                <c:pt idx="1016">
                  <c:v>125.3234397770827</c:v>
                </c:pt>
                <c:pt idx="1017">
                  <c:v>119.69885557711457</c:v>
                </c:pt>
                <c:pt idx="1018">
                  <c:v>200.54817238913333</c:v>
                </c:pt>
                <c:pt idx="1019">
                  <c:v>234.06363328907804</c:v>
                </c:pt>
                <c:pt idx="1020">
                  <c:v>198.9050427910921</c:v>
                </c:pt>
                <c:pt idx="1021">
                  <c:v>141.58922084748974</c:v>
                </c:pt>
                <c:pt idx="1022">
                  <c:v>199.10960418121797</c:v>
                </c:pt>
                <c:pt idx="1023">
                  <c:v>144.3247260308193</c:v>
                </c:pt>
                <c:pt idx="1024">
                  <c:v>208.40835633824045</c:v>
                </c:pt>
                <c:pt idx="1025">
                  <c:v>237.29958414390848</c:v>
                </c:pt>
                <c:pt idx="1026">
                  <c:v>221.82595600113635</c:v>
                </c:pt>
                <c:pt idx="1027">
                  <c:v>254.02017431385693</c:v>
                </c:pt>
                <c:pt idx="1028">
                  <c:v>103.21729050182532</c:v>
                </c:pt>
                <c:pt idx="1029">
                  <c:v>221.6481496250647</c:v>
                </c:pt>
                <c:pt idx="1030">
                  <c:v>220.32905460822982</c:v>
                </c:pt>
                <c:pt idx="1031">
                  <c:v>109.37376107528007</c:v>
                </c:pt>
                <c:pt idx="1032">
                  <c:v>163.24014467704984</c:v>
                </c:pt>
                <c:pt idx="1033">
                  <c:v>213.10665083634655</c:v>
                </c:pt>
                <c:pt idx="1034">
                  <c:v>236.74872340846343</c:v>
                </c:pt>
                <c:pt idx="1035">
                  <c:v>181.96104715652737</c:v>
                </c:pt>
                <c:pt idx="1036">
                  <c:v>109.35936235062536</c:v>
                </c:pt>
                <c:pt idx="1037">
                  <c:v>179.8840954925812</c:v>
                </c:pt>
                <c:pt idx="1038">
                  <c:v>194.77818038513456</c:v>
                </c:pt>
                <c:pt idx="1039">
                  <c:v>247.59390306853365</c:v>
                </c:pt>
                <c:pt idx="1040">
                  <c:v>163.37949303350342</c:v>
                </c:pt>
                <c:pt idx="1041">
                  <c:v>155.39391454912047</c:v>
                </c:pt>
                <c:pt idx="1042">
                  <c:v>250.45357588204715</c:v>
                </c:pt>
                <c:pt idx="1043">
                  <c:v>141.54035733604863</c:v>
                </c:pt>
                <c:pt idx="1044">
                  <c:v>192.41115712859676</c:v>
                </c:pt>
                <c:pt idx="1045">
                  <c:v>189.06008143377437</c:v>
                </c:pt>
                <c:pt idx="1046">
                  <c:v>198.8816799710943</c:v>
                </c:pt>
                <c:pt idx="1047">
                  <c:v>205.49142696119665</c:v>
                </c:pt>
                <c:pt idx="1048">
                  <c:v>206.9049256212783</c:v>
                </c:pt>
                <c:pt idx="1049">
                  <c:v>124.03161203193464</c:v>
                </c:pt>
                <c:pt idx="1050">
                  <c:v>125.84484858868609</c:v>
                </c:pt>
                <c:pt idx="1051">
                  <c:v>86.39178035310367</c:v>
                </c:pt>
                <c:pt idx="1052">
                  <c:v>127.26994159125204</c:v>
                </c:pt>
                <c:pt idx="1053">
                  <c:v>202.67459453268017</c:v>
                </c:pt>
                <c:pt idx="1054">
                  <c:v>176.46242458757752</c:v>
                </c:pt>
                <c:pt idx="1055">
                  <c:v>225.7670786806924</c:v>
                </c:pt>
                <c:pt idx="1056">
                  <c:v>245.03477902972895</c:v>
                </c:pt>
                <c:pt idx="1057">
                  <c:v>226.30304118974277</c:v>
                </c:pt>
                <c:pt idx="1058">
                  <c:v>207.22845375054297</c:v>
                </c:pt>
                <c:pt idx="1059">
                  <c:v>212.03293914226393</c:v>
                </c:pt>
                <c:pt idx="1060">
                  <c:v>211.1504996311043</c:v>
                </c:pt>
                <c:pt idx="1061">
                  <c:v>107.34236712750736</c:v>
                </c:pt>
                <c:pt idx="1062">
                  <c:v>166.95221586442017</c:v>
                </c:pt>
                <c:pt idx="1063">
                  <c:v>235.002867921332</c:v>
                </c:pt>
                <c:pt idx="1064">
                  <c:v>251.72241509116014</c:v>
                </c:pt>
                <c:pt idx="1065">
                  <c:v>119.53281476752444</c:v>
                </c:pt>
                <c:pt idx="1066">
                  <c:v>152.04743943588102</c:v>
                </c:pt>
                <c:pt idx="1067">
                  <c:v>208.73925481934398</c:v>
                </c:pt>
                <c:pt idx="1068">
                  <c:v>108.47607350553751</c:v>
                </c:pt>
                <c:pt idx="1069">
                  <c:v>173.74476823764937</c:v>
                </c:pt>
                <c:pt idx="1070">
                  <c:v>240.36094523172827</c:v>
                </c:pt>
                <c:pt idx="1071">
                  <c:v>162.57352978506123</c:v>
                </c:pt>
                <c:pt idx="1072">
                  <c:v>103.28243015822395</c:v>
                </c:pt>
                <c:pt idx="1073">
                  <c:v>192.9408949776286</c:v>
                </c:pt>
                <c:pt idx="1074">
                  <c:v>243.97061962112159</c:v>
                </c:pt>
                <c:pt idx="1075">
                  <c:v>186.6293319462426</c:v>
                </c:pt>
                <c:pt idx="1076">
                  <c:v>116.67695148599394</c:v>
                </c:pt>
                <c:pt idx="1077">
                  <c:v>161.68628941390358</c:v>
                </c:pt>
                <c:pt idx="1078">
                  <c:v>202.93506867238176</c:v>
                </c:pt>
                <c:pt idx="1079">
                  <c:v>200.0282684457174</c:v>
                </c:pt>
                <c:pt idx="1080">
                  <c:v>231.26266106312755</c:v>
                </c:pt>
                <c:pt idx="1081">
                  <c:v>104.66965456664094</c:v>
                </c:pt>
                <c:pt idx="1082">
                  <c:v>237.13385152917735</c:v>
                </c:pt>
                <c:pt idx="1083">
                  <c:v>101.88734590688941</c:v>
                </c:pt>
                <c:pt idx="1084">
                  <c:v>164.1881690716459</c:v>
                </c:pt>
                <c:pt idx="1085">
                  <c:v>107.36486561420989</c:v>
                </c:pt>
                <c:pt idx="1086">
                  <c:v>139.0581942237109</c:v>
                </c:pt>
                <c:pt idx="1087">
                  <c:v>155.4515410932081</c:v>
                </c:pt>
                <c:pt idx="1088">
                  <c:v>154.88036291300335</c:v>
                </c:pt>
                <c:pt idx="1089">
                  <c:v>114.42374414643399</c:v>
                </c:pt>
                <c:pt idx="1090">
                  <c:v>241.71114362926514</c:v>
                </c:pt>
                <c:pt idx="1091">
                  <c:v>112.00915629109045</c:v>
                </c:pt>
                <c:pt idx="1092">
                  <c:v>209.62390210652111</c:v>
                </c:pt>
                <c:pt idx="1093">
                  <c:v>231.41908887721604</c:v>
                </c:pt>
                <c:pt idx="1094">
                  <c:v>115.6918623789587</c:v>
                </c:pt>
                <c:pt idx="1095">
                  <c:v>212.3616560683162</c:v>
                </c:pt>
                <c:pt idx="1096">
                  <c:v>220.89648161851383</c:v>
                </c:pt>
                <c:pt idx="1097">
                  <c:v>103.92594101940627</c:v>
                </c:pt>
                <c:pt idx="1098">
                  <c:v>190.1466376080661</c:v>
                </c:pt>
                <c:pt idx="1099">
                  <c:v>238.07261199934715</c:v>
                </c:pt>
                <c:pt idx="1100">
                  <c:v>199.25316019501068</c:v>
                </c:pt>
                <c:pt idx="1101">
                  <c:v>124.91887339728787</c:v>
                </c:pt>
                <c:pt idx="1102">
                  <c:v>242.08371173713658</c:v>
                </c:pt>
                <c:pt idx="1103">
                  <c:v>191.29160178186675</c:v>
                </c:pt>
                <c:pt idx="1104">
                  <c:v>244.20845461999377</c:v>
                </c:pt>
                <c:pt idx="1105">
                  <c:v>216.91304552329748</c:v>
                </c:pt>
                <c:pt idx="1106">
                  <c:v>186.768612606657</c:v>
                </c:pt>
                <c:pt idx="1107">
                  <c:v>161.45415026148078</c:v>
                </c:pt>
                <c:pt idx="1108">
                  <c:v>104.54061433332491</c:v>
                </c:pt>
                <c:pt idx="1109">
                  <c:v>237.90360799909405</c:v>
                </c:pt>
                <c:pt idx="1110">
                  <c:v>128.53815369428648</c:v>
                </c:pt>
                <c:pt idx="1111">
                  <c:v>244.2424775200339</c:v>
                </c:pt>
                <c:pt idx="1112">
                  <c:v>193.19655755402894</c:v>
                </c:pt>
                <c:pt idx="1113">
                  <c:v>113.69153608228262</c:v>
                </c:pt>
                <c:pt idx="1114">
                  <c:v>117.82762611408975</c:v>
                </c:pt>
                <c:pt idx="1115">
                  <c:v>130.92044389561855</c:v>
                </c:pt>
                <c:pt idx="1116">
                  <c:v>245.0754123573628</c:v>
                </c:pt>
                <c:pt idx="1117">
                  <c:v>176.5987287459706</c:v>
                </c:pt>
                <c:pt idx="1118">
                  <c:v>155.70301123179613</c:v>
                </c:pt>
                <c:pt idx="1119">
                  <c:v>127.07292492747702</c:v>
                </c:pt>
                <c:pt idx="1120">
                  <c:v>112.44431292600908</c:v>
                </c:pt>
                <c:pt idx="1121">
                  <c:v>208.67021122314685</c:v>
                </c:pt>
                <c:pt idx="1122">
                  <c:v>130.08929948883457</c:v>
                </c:pt>
                <c:pt idx="1123">
                  <c:v>231.91844490085577</c:v>
                </c:pt>
                <c:pt idx="1124">
                  <c:v>110.97923564527724</c:v>
                </c:pt>
                <c:pt idx="1125">
                  <c:v>138.07547022812932</c:v>
                </c:pt>
                <c:pt idx="1126">
                  <c:v>194.02539253240684</c:v>
                </c:pt>
                <c:pt idx="1127">
                  <c:v>185.55021690860897</c:v>
                </c:pt>
                <c:pt idx="1128">
                  <c:v>257.8687644603589</c:v>
                </c:pt>
                <c:pt idx="1129">
                  <c:v>189.55663474893575</c:v>
                </c:pt>
                <c:pt idx="1130">
                  <c:v>102.93383447561</c:v>
                </c:pt>
                <c:pt idx="1131">
                  <c:v>190.26987747497822</c:v>
                </c:pt>
                <c:pt idx="1132">
                  <c:v>127.12946056504481</c:v>
                </c:pt>
                <c:pt idx="1133">
                  <c:v>112.3007154702777</c:v>
                </c:pt>
                <c:pt idx="1134">
                  <c:v>196.6474569848168</c:v>
                </c:pt>
                <c:pt idx="1135">
                  <c:v>248.2457173002843</c:v>
                </c:pt>
                <c:pt idx="1136">
                  <c:v>245.15324794741832</c:v>
                </c:pt>
                <c:pt idx="1137">
                  <c:v>197.82737009171166</c:v>
                </c:pt>
                <c:pt idx="1138">
                  <c:v>194.29434898990277</c:v>
                </c:pt>
                <c:pt idx="1139">
                  <c:v>99.88910770895954</c:v>
                </c:pt>
                <c:pt idx="1140">
                  <c:v>131.61817705053858</c:v>
                </c:pt>
                <c:pt idx="1141">
                  <c:v>206.7005001531628</c:v>
                </c:pt>
                <c:pt idx="1142">
                  <c:v>133.00969640086782</c:v>
                </c:pt>
                <c:pt idx="1143">
                  <c:v>167.1114689478578</c:v>
                </c:pt>
                <c:pt idx="1144">
                  <c:v>201.3078654041035</c:v>
                </c:pt>
                <c:pt idx="1145">
                  <c:v>110.94453388189923</c:v>
                </c:pt>
                <c:pt idx="1146">
                  <c:v>175.9482324630629</c:v>
                </c:pt>
                <c:pt idx="1147">
                  <c:v>216.19532389679196</c:v>
                </c:pt>
                <c:pt idx="1148">
                  <c:v>117.18340766088703</c:v>
                </c:pt>
                <c:pt idx="1149">
                  <c:v>152.34770689048494</c:v>
                </c:pt>
                <c:pt idx="1150">
                  <c:v>172.86575630008338</c:v>
                </c:pt>
                <c:pt idx="1151">
                  <c:v>126.49151456508964</c:v>
                </c:pt>
                <c:pt idx="1152">
                  <c:v>208.24489139165274</c:v>
                </c:pt>
                <c:pt idx="1153">
                  <c:v>258.477109528129</c:v>
                </c:pt>
                <c:pt idx="1154">
                  <c:v>140.51335704547986</c:v>
                </c:pt>
                <c:pt idx="1155">
                  <c:v>206.1291876044021</c:v>
                </c:pt>
                <c:pt idx="1156">
                  <c:v>119.86680904289116</c:v>
                </c:pt>
                <c:pt idx="1157">
                  <c:v>229.9154173363376</c:v>
                </c:pt>
                <c:pt idx="1158">
                  <c:v>201.12836262792635</c:v>
                </c:pt>
                <c:pt idx="1159">
                  <c:v>131.65848597609866</c:v>
                </c:pt>
                <c:pt idx="1160">
                  <c:v>161.63389486362078</c:v>
                </c:pt>
                <c:pt idx="1161">
                  <c:v>214.26817830073352</c:v>
                </c:pt>
                <c:pt idx="1162">
                  <c:v>165.6047383346735</c:v>
                </c:pt>
                <c:pt idx="1163">
                  <c:v>221.59283074102336</c:v>
                </c:pt>
                <c:pt idx="1164">
                  <c:v>107.02427204653652</c:v>
                </c:pt>
                <c:pt idx="1165">
                  <c:v>234.3658049801666</c:v>
                </c:pt>
                <c:pt idx="1166">
                  <c:v>238.61061346219196</c:v>
                </c:pt>
                <c:pt idx="1167">
                  <c:v>217.0828305332169</c:v>
                </c:pt>
                <c:pt idx="1168">
                  <c:v>121.16857067055848</c:v>
                </c:pt>
                <c:pt idx="1169">
                  <c:v>204.91651085104368</c:v>
                </c:pt>
                <c:pt idx="1170">
                  <c:v>183.40643068895935</c:v>
                </c:pt>
                <c:pt idx="1171">
                  <c:v>153.9061232128123</c:v>
                </c:pt>
                <c:pt idx="1172">
                  <c:v>171.46103254033602</c:v>
                </c:pt>
                <c:pt idx="1173">
                  <c:v>112.03046226782334</c:v>
                </c:pt>
                <c:pt idx="1174">
                  <c:v>223.62449084529618</c:v>
                </c:pt>
                <c:pt idx="1175">
                  <c:v>190.74226385517193</c:v>
                </c:pt>
                <c:pt idx="1176">
                  <c:v>104.44758849503032</c:v>
                </c:pt>
                <c:pt idx="1177">
                  <c:v>205.98516018725013</c:v>
                </c:pt>
                <c:pt idx="1178">
                  <c:v>171.23028568143445</c:v>
                </c:pt>
                <c:pt idx="1179">
                  <c:v>114.18419926166061</c:v>
                </c:pt>
                <c:pt idx="1180">
                  <c:v>237.04248711433442</c:v>
                </c:pt>
                <c:pt idx="1181">
                  <c:v>259.4999191450716</c:v>
                </c:pt>
                <c:pt idx="1182">
                  <c:v>134.72821020082839</c:v>
                </c:pt>
                <c:pt idx="1183">
                  <c:v>109.68422679287299</c:v>
                </c:pt>
                <c:pt idx="1184">
                  <c:v>219.02030300735544</c:v>
                </c:pt>
                <c:pt idx="1185">
                  <c:v>185.60051672275</c:v>
                </c:pt>
                <c:pt idx="1186">
                  <c:v>140.42933821163732</c:v>
                </c:pt>
                <c:pt idx="1187">
                  <c:v>168.86084780993428</c:v>
                </c:pt>
                <c:pt idx="1188">
                  <c:v>213.82214860755863</c:v>
                </c:pt>
                <c:pt idx="1189">
                  <c:v>194.3464873149087</c:v>
                </c:pt>
                <c:pt idx="1190">
                  <c:v>190.90578465752415</c:v>
                </c:pt>
                <c:pt idx="1191">
                  <c:v>205.8259488624762</c:v>
                </c:pt>
                <c:pt idx="1192">
                  <c:v>168.72740532754776</c:v>
                </c:pt>
                <c:pt idx="1193">
                  <c:v>157.8165128662949</c:v>
                </c:pt>
                <c:pt idx="1194">
                  <c:v>237.4164858351562</c:v>
                </c:pt>
                <c:pt idx="1195">
                  <c:v>216.622645912503</c:v>
                </c:pt>
                <c:pt idx="1196">
                  <c:v>191.262155920091</c:v>
                </c:pt>
                <c:pt idx="1197">
                  <c:v>216.7611367382966</c:v>
                </c:pt>
                <c:pt idx="1198">
                  <c:v>207.48757937134627</c:v>
                </c:pt>
                <c:pt idx="1199">
                  <c:v>207.59277391705783</c:v>
                </c:pt>
                <c:pt idx="1200">
                  <c:v>165.74053823814629</c:v>
                </c:pt>
                <c:pt idx="1201">
                  <c:v>270.64802731611417</c:v>
                </c:pt>
                <c:pt idx="1202">
                  <c:v>101.93398296441717</c:v>
                </c:pt>
                <c:pt idx="1203">
                  <c:v>84.58291213086892</c:v>
                </c:pt>
                <c:pt idx="1204">
                  <c:v>227.40502237541688</c:v>
                </c:pt>
                <c:pt idx="1205">
                  <c:v>98.20889894294287</c:v>
                </c:pt>
                <c:pt idx="1206">
                  <c:v>159.0288530785917</c:v>
                </c:pt>
                <c:pt idx="1207">
                  <c:v>126.97227416991049</c:v>
                </c:pt>
                <c:pt idx="1208">
                  <c:v>124.83537357264497</c:v>
                </c:pt>
                <c:pt idx="1209">
                  <c:v>104.18567502664575</c:v>
                </c:pt>
                <c:pt idx="1210">
                  <c:v>261.80680555019745</c:v>
                </c:pt>
                <c:pt idx="1211">
                  <c:v>88.02598807555458</c:v>
                </c:pt>
                <c:pt idx="1212">
                  <c:v>202.19408456724412</c:v>
                </c:pt>
                <c:pt idx="1213">
                  <c:v>165.9729172632007</c:v>
                </c:pt>
                <c:pt idx="1214">
                  <c:v>235.53399439883515</c:v>
                </c:pt>
                <c:pt idx="1215">
                  <c:v>112.35304384167182</c:v>
                </c:pt>
                <c:pt idx="1216">
                  <c:v>264.5054595462645</c:v>
                </c:pt>
                <c:pt idx="1217">
                  <c:v>168.36675614115669</c:v>
                </c:pt>
                <c:pt idx="1218">
                  <c:v>193.4030445837079</c:v>
                </c:pt>
                <c:pt idx="1219">
                  <c:v>195.69415573725908</c:v>
                </c:pt>
                <c:pt idx="1220">
                  <c:v>228.2176509441246</c:v>
                </c:pt>
                <c:pt idx="1221">
                  <c:v>146.99055403549698</c:v>
                </c:pt>
                <c:pt idx="1222">
                  <c:v>203.99659970885344</c:v>
                </c:pt>
                <c:pt idx="1223">
                  <c:v>181.31260068474984</c:v>
                </c:pt>
                <c:pt idx="1224">
                  <c:v>237.97004684875196</c:v>
                </c:pt>
                <c:pt idx="1225">
                  <c:v>257.69752182594715</c:v>
                </c:pt>
                <c:pt idx="1226">
                  <c:v>127.50839199169751</c:v>
                </c:pt>
                <c:pt idx="1227">
                  <c:v>224.2096728455603</c:v>
                </c:pt>
                <c:pt idx="1228">
                  <c:v>109.0009195307195</c:v>
                </c:pt>
                <c:pt idx="1229">
                  <c:v>104.88006211408384</c:v>
                </c:pt>
                <c:pt idx="1230">
                  <c:v>120.29944383294935</c:v>
                </c:pt>
                <c:pt idx="1231">
                  <c:v>159.2043229815779</c:v>
                </c:pt>
                <c:pt idx="1232">
                  <c:v>204.47147606815776</c:v>
                </c:pt>
                <c:pt idx="1233">
                  <c:v>109.54619294527566</c:v>
                </c:pt>
                <c:pt idx="1234">
                  <c:v>123.11546444033954</c:v>
                </c:pt>
                <c:pt idx="1235">
                  <c:v>209.7176373928635</c:v>
                </c:pt>
                <c:pt idx="1236">
                  <c:v>245.43220934368952</c:v>
                </c:pt>
                <c:pt idx="1237">
                  <c:v>219.06472561856745</c:v>
                </c:pt>
                <c:pt idx="1238">
                  <c:v>251.21006412215533</c:v>
                </c:pt>
                <c:pt idx="1239">
                  <c:v>229.96668233312462</c:v>
                </c:pt>
                <c:pt idx="1240">
                  <c:v>118.26121517542467</c:v>
                </c:pt>
                <c:pt idx="1241">
                  <c:v>146.0779404743213</c:v>
                </c:pt>
                <c:pt idx="1242">
                  <c:v>208.2561612150848</c:v>
                </c:pt>
                <c:pt idx="1243">
                  <c:v>159.8269676237077</c:v>
                </c:pt>
                <c:pt idx="1244">
                  <c:v>230.9037847089697</c:v>
                </c:pt>
                <c:pt idx="1245">
                  <c:v>119.53783028355964</c:v>
                </c:pt>
                <c:pt idx="1246">
                  <c:v>136.5806696893388</c:v>
                </c:pt>
                <c:pt idx="1247">
                  <c:v>203.8813692697131</c:v>
                </c:pt>
                <c:pt idx="1248">
                  <c:v>217.02529896102766</c:v>
                </c:pt>
                <c:pt idx="1249">
                  <c:v>186.9764950148121</c:v>
                </c:pt>
                <c:pt idx="1250">
                  <c:v>186.12872628313872</c:v>
                </c:pt>
                <c:pt idx="1251">
                  <c:v>107.46655406763576</c:v>
                </c:pt>
                <c:pt idx="1252">
                  <c:v>119.08596160276791</c:v>
                </c:pt>
                <c:pt idx="1253">
                  <c:v>272.7151511912833</c:v>
                </c:pt>
                <c:pt idx="1254">
                  <c:v>224.0081919351458</c:v>
                </c:pt>
                <c:pt idx="1255">
                  <c:v>162.33481879779978</c:v>
                </c:pt>
                <c:pt idx="1256">
                  <c:v>216.8682816102229</c:v>
                </c:pt>
                <c:pt idx="1257">
                  <c:v>118.61842964221762</c:v>
                </c:pt>
                <c:pt idx="1258">
                  <c:v>197.03889627761376</c:v>
                </c:pt>
                <c:pt idx="1259">
                  <c:v>119.18873434400422</c:v>
                </c:pt>
                <c:pt idx="1260">
                  <c:v>252.7843924410226</c:v>
                </c:pt>
                <c:pt idx="1261">
                  <c:v>202.92056959605023</c:v>
                </c:pt>
                <c:pt idx="1262">
                  <c:v>129.09608541674243</c:v>
                </c:pt>
                <c:pt idx="1263">
                  <c:v>218.8819051047993</c:v>
                </c:pt>
                <c:pt idx="1264">
                  <c:v>184.29067590936992</c:v>
                </c:pt>
                <c:pt idx="1265">
                  <c:v>162.1366391566697</c:v>
                </c:pt>
                <c:pt idx="1266">
                  <c:v>87.4004679744903</c:v>
                </c:pt>
                <c:pt idx="1267">
                  <c:v>140.94927670812575</c:v>
                </c:pt>
                <c:pt idx="1268">
                  <c:v>109.98171553494423</c:v>
                </c:pt>
                <c:pt idx="1269">
                  <c:v>156.04788519191928</c:v>
                </c:pt>
                <c:pt idx="1270">
                  <c:v>269.20819765105483</c:v>
                </c:pt>
                <c:pt idx="1271">
                  <c:v>199.26748932914717</c:v>
                </c:pt>
                <c:pt idx="1272">
                  <c:v>119.9260807041886</c:v>
                </c:pt>
                <c:pt idx="1273">
                  <c:v>105.93829135905621</c:v>
                </c:pt>
                <c:pt idx="1274">
                  <c:v>142.69024278104462</c:v>
                </c:pt>
                <c:pt idx="1275">
                  <c:v>176.07294770680835</c:v>
                </c:pt>
                <c:pt idx="1276">
                  <c:v>207.21216810946885</c:v>
                </c:pt>
                <c:pt idx="1277">
                  <c:v>139.0641579354193</c:v>
                </c:pt>
                <c:pt idx="1278">
                  <c:v>236.5318159280448</c:v>
                </c:pt>
                <c:pt idx="1279">
                  <c:v>191.46072822140272</c:v>
                </c:pt>
                <c:pt idx="1280">
                  <c:v>162.16034465552602</c:v>
                </c:pt>
                <c:pt idx="1281">
                  <c:v>253.09360358072004</c:v>
                </c:pt>
                <c:pt idx="1282">
                  <c:v>214.01715341357084</c:v>
                </c:pt>
                <c:pt idx="1283">
                  <c:v>239.82378596361838</c:v>
                </c:pt>
                <c:pt idx="1284">
                  <c:v>243.59339932353143</c:v>
                </c:pt>
                <c:pt idx="1285">
                  <c:v>171.93286021460148</c:v>
                </c:pt>
                <c:pt idx="1286">
                  <c:v>153.88105095669292</c:v>
                </c:pt>
                <c:pt idx="1287">
                  <c:v>156.60613693237136</c:v>
                </c:pt>
                <c:pt idx="1288">
                  <c:v>140.02343336096368</c:v>
                </c:pt>
                <c:pt idx="1289">
                  <c:v>242.81036246592907</c:v>
                </c:pt>
                <c:pt idx="1290">
                  <c:v>116.49053869399894</c:v>
                </c:pt>
                <c:pt idx="1291">
                  <c:v>255.66792259004137</c:v>
                </c:pt>
                <c:pt idx="1292">
                  <c:v>193.00818942225172</c:v>
                </c:pt>
                <c:pt idx="1293">
                  <c:v>173.16803142042698</c:v>
                </c:pt>
                <c:pt idx="1294">
                  <c:v>163.55177325069232</c:v>
                </c:pt>
                <c:pt idx="1295">
                  <c:v>217.47140181875136</c:v>
                </c:pt>
                <c:pt idx="1296">
                  <c:v>226.54125825344224</c:v>
                </c:pt>
                <c:pt idx="1297">
                  <c:v>220.2941719438975</c:v>
                </c:pt>
                <c:pt idx="1298">
                  <c:v>135.77466387089763</c:v>
                </c:pt>
                <c:pt idx="1299">
                  <c:v>162.2451717878401</c:v>
                </c:pt>
                <c:pt idx="1300">
                  <c:v>111.25882876234131</c:v>
                </c:pt>
                <c:pt idx="1301">
                  <c:v>162.70660264209212</c:v>
                </c:pt>
                <c:pt idx="1302">
                  <c:v>202.28429902491703</c:v>
                </c:pt>
                <c:pt idx="1303">
                  <c:v>201.2851935767613</c:v>
                </c:pt>
                <c:pt idx="1304">
                  <c:v>186.21100971721623</c:v>
                </c:pt>
                <c:pt idx="1305">
                  <c:v>216.05354376852193</c:v>
                </c:pt>
                <c:pt idx="1306">
                  <c:v>158.08403262137276</c:v>
                </c:pt>
                <c:pt idx="1307">
                  <c:v>111.77375432276887</c:v>
                </c:pt>
                <c:pt idx="1308">
                  <c:v>162.61281567107721</c:v>
                </c:pt>
                <c:pt idx="1309">
                  <c:v>101.56860152384051</c:v>
                </c:pt>
                <c:pt idx="1310">
                  <c:v>226.551160357325</c:v>
                </c:pt>
                <c:pt idx="1311">
                  <c:v>219.92615015866895</c:v>
                </c:pt>
                <c:pt idx="1312">
                  <c:v>112.24859093992707</c:v>
                </c:pt>
                <c:pt idx="1313">
                  <c:v>182.66590655915235</c:v>
                </c:pt>
                <c:pt idx="1314">
                  <c:v>253.95726962039015</c:v>
                </c:pt>
                <c:pt idx="1315">
                  <c:v>212.63758217583936</c:v>
                </c:pt>
                <c:pt idx="1316">
                  <c:v>252.24037151471168</c:v>
                </c:pt>
                <c:pt idx="1317">
                  <c:v>167.01398550455676</c:v>
                </c:pt>
                <c:pt idx="1318">
                  <c:v>207.4990455097817</c:v>
                </c:pt>
                <c:pt idx="1319">
                  <c:v>181.34959875566275</c:v>
                </c:pt>
                <c:pt idx="1320">
                  <c:v>254.5039498869688</c:v>
                </c:pt>
                <c:pt idx="1321">
                  <c:v>220.6852523919312</c:v>
                </c:pt>
                <c:pt idx="1322">
                  <c:v>139.70099544350592</c:v>
                </c:pt>
                <c:pt idx="1323">
                  <c:v>110.46090421624446</c:v>
                </c:pt>
                <c:pt idx="1324">
                  <c:v>199.1776999931219</c:v>
                </c:pt>
                <c:pt idx="1325">
                  <c:v>255.8138470384399</c:v>
                </c:pt>
                <c:pt idx="1326">
                  <c:v>221.26249023793022</c:v>
                </c:pt>
                <c:pt idx="1327">
                  <c:v>206.5423468936108</c:v>
                </c:pt>
                <c:pt idx="1328">
                  <c:v>154.4575339011468</c:v>
                </c:pt>
                <c:pt idx="1329">
                  <c:v>136.96693701969073</c:v>
                </c:pt>
                <c:pt idx="1330">
                  <c:v>259.3781623388812</c:v>
                </c:pt>
                <c:pt idx="1331">
                  <c:v>123.42657209605397</c:v>
                </c:pt>
                <c:pt idx="1332">
                  <c:v>151.59910540312103</c:v>
                </c:pt>
                <c:pt idx="1333">
                  <c:v>136.4662062428918</c:v>
                </c:pt>
                <c:pt idx="1334">
                  <c:v>222.62215380546985</c:v>
                </c:pt>
                <c:pt idx="1335">
                  <c:v>249.1395835616709</c:v>
                </c:pt>
                <c:pt idx="1336">
                  <c:v>162.5702908711988</c:v>
                </c:pt>
                <c:pt idx="1337">
                  <c:v>183.6553885860758</c:v>
                </c:pt>
                <c:pt idx="1338">
                  <c:v>279.80896596428204</c:v>
                </c:pt>
                <c:pt idx="1339">
                  <c:v>104.63397694755523</c:v>
                </c:pt>
                <c:pt idx="1340">
                  <c:v>196.2943977303837</c:v>
                </c:pt>
                <c:pt idx="1341">
                  <c:v>171.1818649036118</c:v>
                </c:pt>
                <c:pt idx="1342">
                  <c:v>227.92364404051497</c:v>
                </c:pt>
                <c:pt idx="1343">
                  <c:v>194.7736897487796</c:v>
                </c:pt>
                <c:pt idx="1344">
                  <c:v>106.36562263341585</c:v>
                </c:pt>
                <c:pt idx="1345">
                  <c:v>222.9125728305633</c:v>
                </c:pt>
                <c:pt idx="1346">
                  <c:v>200.29286648619126</c:v>
                </c:pt>
                <c:pt idx="1347">
                  <c:v>123.56844002198966</c:v>
                </c:pt>
                <c:pt idx="1348">
                  <c:v>245.95162676279577</c:v>
                </c:pt>
                <c:pt idx="1349">
                  <c:v>138.19462820049068</c:v>
                </c:pt>
                <c:pt idx="1350">
                  <c:v>187.89905034670826</c:v>
                </c:pt>
                <c:pt idx="1351">
                  <c:v>159.71362755926103</c:v>
                </c:pt>
                <c:pt idx="1352">
                  <c:v>190.31416750917208</c:v>
                </c:pt>
                <c:pt idx="1353">
                  <c:v>195.66214412120686</c:v>
                </c:pt>
                <c:pt idx="1354">
                  <c:v>223.20673934527872</c:v>
                </c:pt>
                <c:pt idx="1355">
                  <c:v>267.12513112318993</c:v>
                </c:pt>
                <c:pt idx="1356">
                  <c:v>233.09112194975694</c:v>
                </c:pt>
                <c:pt idx="1357">
                  <c:v>236.60324272937333</c:v>
                </c:pt>
                <c:pt idx="1358">
                  <c:v>221.8899206596392</c:v>
                </c:pt>
                <c:pt idx="1359">
                  <c:v>107.08470935169588</c:v>
                </c:pt>
                <c:pt idx="1360">
                  <c:v>152.67625706115297</c:v>
                </c:pt>
                <c:pt idx="1361">
                  <c:v>182.8194387990958</c:v>
                </c:pt>
                <c:pt idx="1362">
                  <c:v>130.89670011324833</c:v>
                </c:pt>
                <c:pt idx="1363">
                  <c:v>210.9671053740814</c:v>
                </c:pt>
                <c:pt idx="1364">
                  <c:v>255.58643179089896</c:v>
                </c:pt>
                <c:pt idx="1365">
                  <c:v>206.82745457868953</c:v>
                </c:pt>
                <c:pt idx="1366">
                  <c:v>188.14592370614722</c:v>
                </c:pt>
                <c:pt idx="1367">
                  <c:v>211.05959379098329</c:v>
                </c:pt>
                <c:pt idx="1368">
                  <c:v>96.52203081954472</c:v>
                </c:pt>
                <c:pt idx="1369">
                  <c:v>106.09511691035819</c:v>
                </c:pt>
                <c:pt idx="1370">
                  <c:v>238.31083160742995</c:v>
                </c:pt>
                <c:pt idx="1371">
                  <c:v>233.00781531574555</c:v>
                </c:pt>
                <c:pt idx="1372">
                  <c:v>194.1319549366349</c:v>
                </c:pt>
                <c:pt idx="1373">
                  <c:v>109.92381274705347</c:v>
                </c:pt>
                <c:pt idx="1374">
                  <c:v>195.85792563861276</c:v>
                </c:pt>
                <c:pt idx="1375">
                  <c:v>110.2381401833314</c:v>
                </c:pt>
                <c:pt idx="1376">
                  <c:v>254.61047124902154</c:v>
                </c:pt>
                <c:pt idx="1377">
                  <c:v>242.83156582822568</c:v>
                </c:pt>
                <c:pt idx="1378">
                  <c:v>229.32840856967505</c:v>
                </c:pt>
                <c:pt idx="1379">
                  <c:v>249.07437867827554</c:v>
                </c:pt>
                <c:pt idx="1380">
                  <c:v>106.78360608756674</c:v>
                </c:pt>
                <c:pt idx="1381">
                  <c:v>244.59964871737387</c:v>
                </c:pt>
                <c:pt idx="1382">
                  <c:v>110.48930712160795</c:v>
                </c:pt>
                <c:pt idx="1383">
                  <c:v>108.2271907898608</c:v>
                </c:pt>
                <c:pt idx="1384">
                  <c:v>146.98079252534106</c:v>
                </c:pt>
                <c:pt idx="1385">
                  <c:v>116.51502516252664</c:v>
                </c:pt>
                <c:pt idx="1386">
                  <c:v>156.12752150035104</c:v>
                </c:pt>
                <c:pt idx="1387">
                  <c:v>253.81052457405224</c:v>
                </c:pt>
                <c:pt idx="1388">
                  <c:v>164.91889719498081</c:v>
                </c:pt>
                <c:pt idx="1389">
                  <c:v>118.58457844599883</c:v>
                </c:pt>
                <c:pt idx="1390">
                  <c:v>134.32804369724795</c:v>
                </c:pt>
                <c:pt idx="1391">
                  <c:v>88.48144616705387</c:v>
                </c:pt>
                <c:pt idx="1392">
                  <c:v>113.12779150961022</c:v>
                </c:pt>
                <c:pt idx="1393">
                  <c:v>131.5512705807562</c:v>
                </c:pt>
                <c:pt idx="1394">
                  <c:v>143.29671308023154</c:v>
                </c:pt>
                <c:pt idx="1395">
                  <c:v>252.71768491485878</c:v>
                </c:pt>
                <c:pt idx="1396">
                  <c:v>283.09427861362474</c:v>
                </c:pt>
                <c:pt idx="1397">
                  <c:v>194.1468387988942</c:v>
                </c:pt>
                <c:pt idx="1398">
                  <c:v>163.99203847789025</c:v>
                </c:pt>
                <c:pt idx="1399">
                  <c:v>255.17011492748458</c:v>
                </c:pt>
                <c:pt idx="1400">
                  <c:v>134.68327189064556</c:v>
                </c:pt>
                <c:pt idx="1401">
                  <c:v>140.98212873099175</c:v>
                </c:pt>
                <c:pt idx="1402">
                  <c:v>262.67602302468043</c:v>
                </c:pt>
                <c:pt idx="1403">
                  <c:v>123.36436935074936</c:v>
                </c:pt>
                <c:pt idx="1404">
                  <c:v>219.22421160868947</c:v>
                </c:pt>
                <c:pt idx="1405">
                  <c:v>182.9895483352205</c:v>
                </c:pt>
                <c:pt idx="1406">
                  <c:v>150.3913174815012</c:v>
                </c:pt>
                <c:pt idx="1407">
                  <c:v>156.34750999744102</c:v>
                </c:pt>
                <c:pt idx="1408">
                  <c:v>256.92012165549335</c:v>
                </c:pt>
                <c:pt idx="1409">
                  <c:v>90.47092729986655</c:v>
                </c:pt>
                <c:pt idx="1410">
                  <c:v>130.2297271986154</c:v>
                </c:pt>
                <c:pt idx="1411">
                  <c:v>225.0477736352874</c:v>
                </c:pt>
                <c:pt idx="1412">
                  <c:v>197.92408544393805</c:v>
                </c:pt>
                <c:pt idx="1413">
                  <c:v>113.50085945053962</c:v>
                </c:pt>
                <c:pt idx="1414">
                  <c:v>247.61344066697455</c:v>
                </c:pt>
                <c:pt idx="1415">
                  <c:v>192.86406297013443</c:v>
                </c:pt>
                <c:pt idx="1416">
                  <c:v>291.26283572033543</c:v>
                </c:pt>
                <c:pt idx="1417">
                  <c:v>206.37388677161027</c:v>
                </c:pt>
                <c:pt idx="1418">
                  <c:v>161.1988903338087</c:v>
                </c:pt>
                <c:pt idx="1419">
                  <c:v>162.25722900117972</c:v>
                </c:pt>
                <c:pt idx="1420">
                  <c:v>274.8139497299212</c:v>
                </c:pt>
                <c:pt idx="1421">
                  <c:v>108.92147805818064</c:v>
                </c:pt>
                <c:pt idx="1422">
                  <c:v>225.94992929147497</c:v>
                </c:pt>
                <c:pt idx="1423">
                  <c:v>138.19027560916112</c:v>
                </c:pt>
                <c:pt idx="1424">
                  <c:v>166.226696146486</c:v>
                </c:pt>
                <c:pt idx="1425">
                  <c:v>227.8566414360028</c:v>
                </c:pt>
                <c:pt idx="1426">
                  <c:v>262.50229053788706</c:v>
                </c:pt>
                <c:pt idx="1427">
                  <c:v>202.2664207702415</c:v>
                </c:pt>
                <c:pt idx="1428">
                  <c:v>121.80513792088308</c:v>
                </c:pt>
                <c:pt idx="1429">
                  <c:v>107.55987432388869</c:v>
                </c:pt>
                <c:pt idx="1430">
                  <c:v>246.50344330892045</c:v>
                </c:pt>
                <c:pt idx="1431">
                  <c:v>199.70472642042856</c:v>
                </c:pt>
                <c:pt idx="1432">
                  <c:v>160.2794357410607</c:v>
                </c:pt>
                <c:pt idx="1433">
                  <c:v>220.2057072286927</c:v>
                </c:pt>
                <c:pt idx="1434">
                  <c:v>164.40248411188725</c:v>
                </c:pt>
                <c:pt idx="1435">
                  <c:v>256.1499633319086</c:v>
                </c:pt>
                <c:pt idx="1436">
                  <c:v>118.56578850396187</c:v>
                </c:pt>
                <c:pt idx="1437">
                  <c:v>150.5564836506004</c:v>
                </c:pt>
                <c:pt idx="1438">
                  <c:v>188.12103671748795</c:v>
                </c:pt>
                <c:pt idx="1439">
                  <c:v>223.1518178753059</c:v>
                </c:pt>
                <c:pt idx="1440">
                  <c:v>209.13621558092814</c:v>
                </c:pt>
                <c:pt idx="1441">
                  <c:v>190.9146760663575</c:v>
                </c:pt>
                <c:pt idx="1442">
                  <c:v>147.38891122463556</c:v>
                </c:pt>
                <c:pt idx="1443">
                  <c:v>273.64051085211383</c:v>
                </c:pt>
                <c:pt idx="1444">
                  <c:v>188.7678875130726</c:v>
                </c:pt>
                <c:pt idx="1445">
                  <c:v>114.8421005756341</c:v>
                </c:pt>
                <c:pt idx="1446">
                  <c:v>149.04143289757843</c:v>
                </c:pt>
                <c:pt idx="1447">
                  <c:v>128.67877872302375</c:v>
                </c:pt>
                <c:pt idx="1448">
                  <c:v>262.6876220132548</c:v>
                </c:pt>
                <c:pt idx="1449">
                  <c:v>173.92373996091348</c:v>
                </c:pt>
                <c:pt idx="1450">
                  <c:v>174.0652804478837</c:v>
                </c:pt>
                <c:pt idx="1451">
                  <c:v>155.1289139206249</c:v>
                </c:pt>
                <c:pt idx="1452">
                  <c:v>250.72535140083986</c:v>
                </c:pt>
                <c:pt idx="1453">
                  <c:v>88.26346467607597</c:v>
                </c:pt>
                <c:pt idx="1454">
                  <c:v>157.03244424496327</c:v>
                </c:pt>
                <c:pt idx="1455">
                  <c:v>264.91431493579665</c:v>
                </c:pt>
                <c:pt idx="1456">
                  <c:v>236.15616846358378</c:v>
                </c:pt>
                <c:pt idx="1457">
                  <c:v>200.17779603457254</c:v>
                </c:pt>
                <c:pt idx="1458">
                  <c:v>145.6753349943302</c:v>
                </c:pt>
                <c:pt idx="1459">
                  <c:v>257.5631613642008</c:v>
                </c:pt>
                <c:pt idx="1460">
                  <c:v>154.60158572063725</c:v>
                </c:pt>
                <c:pt idx="1461">
                  <c:v>244.64901499917957</c:v>
                </c:pt>
                <c:pt idx="1462">
                  <c:v>232.5514060140796</c:v>
                </c:pt>
                <c:pt idx="1463">
                  <c:v>110.10336933028346</c:v>
                </c:pt>
                <c:pt idx="1464">
                  <c:v>116.85313525865779</c:v>
                </c:pt>
                <c:pt idx="1465">
                  <c:v>156.36046358792223</c:v>
                </c:pt>
                <c:pt idx="1466">
                  <c:v>134.63638895387132</c:v>
                </c:pt>
                <c:pt idx="1467">
                  <c:v>244.65446392295482</c:v>
                </c:pt>
                <c:pt idx="1468">
                  <c:v>188.320107748524</c:v>
                </c:pt>
                <c:pt idx="1469">
                  <c:v>192.73908908702037</c:v>
                </c:pt>
                <c:pt idx="1470">
                  <c:v>207.11977545705292</c:v>
                </c:pt>
                <c:pt idx="1471">
                  <c:v>201.33141891151197</c:v>
                </c:pt>
                <c:pt idx="1472">
                  <c:v>127.58300153397208</c:v>
                </c:pt>
                <c:pt idx="1473">
                  <c:v>163.28972161123093</c:v>
                </c:pt>
                <c:pt idx="1474">
                  <c:v>138.1432467207546</c:v>
                </c:pt>
                <c:pt idx="1475">
                  <c:v>192.75448038024305</c:v>
                </c:pt>
                <c:pt idx="1476">
                  <c:v>252.5088186825814</c:v>
                </c:pt>
                <c:pt idx="1477">
                  <c:v>196.13508776571408</c:v>
                </c:pt>
                <c:pt idx="1478">
                  <c:v>167.5026151932175</c:v>
                </c:pt>
                <c:pt idx="1479">
                  <c:v>118.16587528437584</c:v>
                </c:pt>
                <c:pt idx="1480">
                  <c:v>192.13559327067225</c:v>
                </c:pt>
                <c:pt idx="1481">
                  <c:v>112.28257523946638</c:v>
                </c:pt>
                <c:pt idx="1482">
                  <c:v>163.43136035524105</c:v>
                </c:pt>
                <c:pt idx="1483">
                  <c:v>124.3462117848598</c:v>
                </c:pt>
                <c:pt idx="1484">
                  <c:v>169.82833695004396</c:v>
                </c:pt>
                <c:pt idx="1485">
                  <c:v>170.2383687233396</c:v>
                </c:pt>
                <c:pt idx="1486">
                  <c:v>142.0960075620985</c:v>
                </c:pt>
                <c:pt idx="1487">
                  <c:v>119.86366651897175</c:v>
                </c:pt>
                <c:pt idx="1488">
                  <c:v>205.8149112427566</c:v>
                </c:pt>
                <c:pt idx="1489">
                  <c:v>120.76875984419956</c:v>
                </c:pt>
                <c:pt idx="1490">
                  <c:v>203.7312937949952</c:v>
                </c:pt>
                <c:pt idx="1491">
                  <c:v>211.3775821702471</c:v>
                </c:pt>
                <c:pt idx="1492">
                  <c:v>197.7769983495044</c:v>
                </c:pt>
                <c:pt idx="1493">
                  <c:v>228.88172204432783</c:v>
                </c:pt>
                <c:pt idx="1494">
                  <c:v>147.8164860422079</c:v>
                </c:pt>
                <c:pt idx="1495">
                  <c:v>194.18606647297491</c:v>
                </c:pt>
                <c:pt idx="1496">
                  <c:v>172.6422426839421</c:v>
                </c:pt>
                <c:pt idx="1497">
                  <c:v>265.78369507407285</c:v>
                </c:pt>
                <c:pt idx="1498">
                  <c:v>121.39244401518384</c:v>
                </c:pt>
                <c:pt idx="1499">
                  <c:v>184.41056139317217</c:v>
                </c:pt>
                <c:pt idx="1500">
                  <c:v>204.22444140017194</c:v>
                </c:pt>
                <c:pt idx="1501">
                  <c:v>112.9786221343616</c:v>
                </c:pt>
                <c:pt idx="1502">
                  <c:v>139.3631783774268</c:v>
                </c:pt>
                <c:pt idx="1503">
                  <c:v>251.94353086746884</c:v>
                </c:pt>
                <c:pt idx="1504">
                  <c:v>262.52042361088075</c:v>
                </c:pt>
                <c:pt idx="1505">
                  <c:v>165.42474061138196</c:v>
                </c:pt>
                <c:pt idx="1506">
                  <c:v>239.17682463004027</c:v>
                </c:pt>
                <c:pt idx="1507">
                  <c:v>255.39580897377775</c:v>
                </c:pt>
                <c:pt idx="1508">
                  <c:v>260.4388850544281</c:v>
                </c:pt>
                <c:pt idx="1509">
                  <c:v>122.83479904403907</c:v>
                </c:pt>
                <c:pt idx="1510">
                  <c:v>242.80309102447137</c:v>
                </c:pt>
                <c:pt idx="1511">
                  <c:v>168.69133921134085</c:v>
                </c:pt>
                <c:pt idx="1512">
                  <c:v>273.3066665336906</c:v>
                </c:pt>
                <c:pt idx="1513">
                  <c:v>189.89264625431122</c:v>
                </c:pt>
                <c:pt idx="1514">
                  <c:v>112.52901301144979</c:v>
                </c:pt>
                <c:pt idx="1515">
                  <c:v>223.41509075478137</c:v>
                </c:pt>
                <c:pt idx="1516">
                  <c:v>161.8608941705471</c:v>
                </c:pt>
                <c:pt idx="1517">
                  <c:v>259.44378483534393</c:v>
                </c:pt>
                <c:pt idx="1518">
                  <c:v>249.46515220195622</c:v>
                </c:pt>
                <c:pt idx="1519">
                  <c:v>245.66218571822125</c:v>
                </c:pt>
                <c:pt idx="1520">
                  <c:v>125.1314562994381</c:v>
                </c:pt>
                <c:pt idx="1521">
                  <c:v>220.7746028604274</c:v>
                </c:pt>
                <c:pt idx="1522">
                  <c:v>103.48761442620301</c:v>
                </c:pt>
                <c:pt idx="1523">
                  <c:v>111.33110037831085</c:v>
                </c:pt>
                <c:pt idx="1524">
                  <c:v>221.29328729093137</c:v>
                </c:pt>
                <c:pt idx="1525">
                  <c:v>118.16980744842073</c:v>
                </c:pt>
                <c:pt idx="1526">
                  <c:v>195.23391161930664</c:v>
                </c:pt>
                <c:pt idx="1527">
                  <c:v>246.5888090971836</c:v>
                </c:pt>
                <c:pt idx="1528">
                  <c:v>160.68877942054206</c:v>
                </c:pt>
                <c:pt idx="1529">
                  <c:v>160.2123957085178</c:v>
                </c:pt>
                <c:pt idx="1530">
                  <c:v>231.115979955618</c:v>
                </c:pt>
                <c:pt idx="1531">
                  <c:v>111.66532937837597</c:v>
                </c:pt>
                <c:pt idx="1532">
                  <c:v>162.1212631156994</c:v>
                </c:pt>
                <c:pt idx="1533">
                  <c:v>282.02858822978106</c:v>
                </c:pt>
                <c:pt idx="1534">
                  <c:v>259.7836764801782</c:v>
                </c:pt>
                <c:pt idx="1535">
                  <c:v>251.9063498247478</c:v>
                </c:pt>
                <c:pt idx="1536">
                  <c:v>134.97007554441893</c:v>
                </c:pt>
                <c:pt idx="1537">
                  <c:v>126.16297162125746</c:v>
                </c:pt>
                <c:pt idx="1538">
                  <c:v>230.44256219286441</c:v>
                </c:pt>
                <c:pt idx="1539">
                  <c:v>259.4759728975404</c:v>
                </c:pt>
                <c:pt idx="1540">
                  <c:v>182.9847700585573</c:v>
                </c:pt>
                <c:pt idx="1541">
                  <c:v>135.64025524563178</c:v>
                </c:pt>
                <c:pt idx="1542">
                  <c:v>125.40504074325382</c:v>
                </c:pt>
                <c:pt idx="1543">
                  <c:v>112.51789738614646</c:v>
                </c:pt>
                <c:pt idx="1544">
                  <c:v>191.034156071558</c:v>
                </c:pt>
                <c:pt idx="1545">
                  <c:v>158.38459524096447</c:v>
                </c:pt>
                <c:pt idx="1546">
                  <c:v>239.222214825139</c:v>
                </c:pt>
                <c:pt idx="1547">
                  <c:v>145.51406712434022</c:v>
                </c:pt>
                <c:pt idx="1548">
                  <c:v>191.11803162717743</c:v>
                </c:pt>
                <c:pt idx="1549">
                  <c:v>151.404582776085</c:v>
                </c:pt>
                <c:pt idx="1550">
                  <c:v>180.87543134836284</c:v>
                </c:pt>
                <c:pt idx="1551">
                  <c:v>205.10149776394417</c:v>
                </c:pt>
                <c:pt idx="1552">
                  <c:v>248.9311591707504</c:v>
                </c:pt>
                <c:pt idx="1553">
                  <c:v>238.73953362523363</c:v>
                </c:pt>
                <c:pt idx="1554">
                  <c:v>128.67608973724637</c:v>
                </c:pt>
                <c:pt idx="1555">
                  <c:v>114.64715398924336</c:v>
                </c:pt>
                <c:pt idx="1556">
                  <c:v>259.2450581613472</c:v>
                </c:pt>
                <c:pt idx="1557">
                  <c:v>123.9344147929947</c:v>
                </c:pt>
                <c:pt idx="1558">
                  <c:v>141.8240225799095</c:v>
                </c:pt>
                <c:pt idx="1559">
                  <c:v>108.7220454761111</c:v>
                </c:pt>
                <c:pt idx="1560">
                  <c:v>190.8809236515957</c:v>
                </c:pt>
                <c:pt idx="1561">
                  <c:v>138.54964035823494</c:v>
                </c:pt>
                <c:pt idx="1562">
                  <c:v>253.1545635636536</c:v>
                </c:pt>
                <c:pt idx="1563">
                  <c:v>250.1040830775674</c:v>
                </c:pt>
                <c:pt idx="1564">
                  <c:v>108.29006165844758</c:v>
                </c:pt>
                <c:pt idx="1565">
                  <c:v>118.47638503446545</c:v>
                </c:pt>
                <c:pt idx="1566">
                  <c:v>166.71801466631825</c:v>
                </c:pt>
                <c:pt idx="1567">
                  <c:v>200.7109412231828</c:v>
                </c:pt>
                <c:pt idx="1568">
                  <c:v>145.91248676056628</c:v>
                </c:pt>
                <c:pt idx="1569">
                  <c:v>167.43971118622963</c:v>
                </c:pt>
                <c:pt idx="1570">
                  <c:v>118.37758203388822</c:v>
                </c:pt>
                <c:pt idx="1571">
                  <c:v>211.74228662969844</c:v>
                </c:pt>
                <c:pt idx="1572">
                  <c:v>165.89003557400497</c:v>
                </c:pt>
                <c:pt idx="1573">
                  <c:v>255.80974037316122</c:v>
                </c:pt>
                <c:pt idx="1574">
                  <c:v>262.64951883005364</c:v>
                </c:pt>
                <c:pt idx="1575">
                  <c:v>111.59096597600151</c:v>
                </c:pt>
                <c:pt idx="1576">
                  <c:v>231.87474959147247</c:v>
                </c:pt>
                <c:pt idx="1577">
                  <c:v>117.74929723235871</c:v>
                </c:pt>
                <c:pt idx="1578">
                  <c:v>248.93658114043055</c:v>
                </c:pt>
                <c:pt idx="1579">
                  <c:v>223.43031979297038</c:v>
                </c:pt>
                <c:pt idx="1580">
                  <c:v>244.80137818282782</c:v>
                </c:pt>
                <c:pt idx="1581">
                  <c:v>108.09973362112848</c:v>
                </c:pt>
                <c:pt idx="1582">
                  <c:v>140.2339000682318</c:v>
                </c:pt>
                <c:pt idx="1583">
                  <c:v>164.56250165161273</c:v>
                </c:pt>
                <c:pt idx="1584">
                  <c:v>205.91623777177372</c:v>
                </c:pt>
                <c:pt idx="1585">
                  <c:v>142.87564209087415</c:v>
                </c:pt>
                <c:pt idx="1586">
                  <c:v>170.54710458072498</c:v>
                </c:pt>
                <c:pt idx="1587">
                  <c:v>115.25025427640576</c:v>
                </c:pt>
                <c:pt idx="1588">
                  <c:v>206.494581937269</c:v>
                </c:pt>
                <c:pt idx="1589">
                  <c:v>191.9243689950646</c:v>
                </c:pt>
                <c:pt idx="1590">
                  <c:v>188.36757326163175</c:v>
                </c:pt>
                <c:pt idx="1591">
                  <c:v>111.79132918066985</c:v>
                </c:pt>
                <c:pt idx="1592">
                  <c:v>205.95189476387284</c:v>
                </c:pt>
                <c:pt idx="1593">
                  <c:v>109.38497408333814</c:v>
                </c:pt>
                <c:pt idx="1594">
                  <c:v>267.6438090067771</c:v>
                </c:pt>
                <c:pt idx="1595">
                  <c:v>115.30461817063284</c:v>
                </c:pt>
                <c:pt idx="1596">
                  <c:v>206.723883578011</c:v>
                </c:pt>
                <c:pt idx="1597">
                  <c:v>265.34988199625826</c:v>
                </c:pt>
                <c:pt idx="1598">
                  <c:v>254.92796307453148</c:v>
                </c:pt>
                <c:pt idx="1599">
                  <c:v>190.33032660496426</c:v>
                </c:pt>
                <c:pt idx="1600">
                  <c:v>250.27862748176577</c:v>
                </c:pt>
                <c:pt idx="1601">
                  <c:v>261.91241128751454</c:v>
                </c:pt>
                <c:pt idx="1602">
                  <c:v>207.1180072272882</c:v>
                </c:pt>
                <c:pt idx="1603">
                  <c:v>207.81655041142517</c:v>
                </c:pt>
                <c:pt idx="1604">
                  <c:v>225.33806221758445</c:v>
                </c:pt>
                <c:pt idx="1605">
                  <c:v>169.35592467339032</c:v>
                </c:pt>
                <c:pt idx="1606">
                  <c:v>184.78770233099212</c:v>
                </c:pt>
                <c:pt idx="1607">
                  <c:v>155.6332543559492</c:v>
                </c:pt>
                <c:pt idx="1608">
                  <c:v>131.60896289857317</c:v>
                </c:pt>
                <c:pt idx="1609">
                  <c:v>131.8163936536834</c:v>
                </c:pt>
                <c:pt idx="1610">
                  <c:v>112.58705386758501</c:v>
                </c:pt>
                <c:pt idx="1611">
                  <c:v>165.19998870908637</c:v>
                </c:pt>
                <c:pt idx="1612">
                  <c:v>121.27489518562302</c:v>
                </c:pt>
                <c:pt idx="1613">
                  <c:v>214.30182352210926</c:v>
                </c:pt>
                <c:pt idx="1614">
                  <c:v>166.91089142227256</c:v>
                </c:pt>
                <c:pt idx="1615">
                  <c:v>286.3011696276016</c:v>
                </c:pt>
                <c:pt idx="1616">
                  <c:v>83.76383443133024</c:v>
                </c:pt>
                <c:pt idx="1617">
                  <c:v>149.46793960254521</c:v>
                </c:pt>
                <c:pt idx="1618">
                  <c:v>169.56974162976246</c:v>
                </c:pt>
                <c:pt idx="1619">
                  <c:v>198.48098969213862</c:v>
                </c:pt>
                <c:pt idx="1620">
                  <c:v>111.08278151241785</c:v>
                </c:pt>
                <c:pt idx="1621">
                  <c:v>235.79805608734372</c:v>
                </c:pt>
                <c:pt idx="1622">
                  <c:v>198.95337592327132</c:v>
                </c:pt>
                <c:pt idx="1623">
                  <c:v>159.17629107096855</c:v>
                </c:pt>
                <c:pt idx="1624">
                  <c:v>163.9480977477996</c:v>
                </c:pt>
                <c:pt idx="1625">
                  <c:v>291.1699382428671</c:v>
                </c:pt>
                <c:pt idx="1626">
                  <c:v>190.88754703630764</c:v>
                </c:pt>
                <c:pt idx="1627">
                  <c:v>149.37817606616983</c:v>
                </c:pt>
                <c:pt idx="1628">
                  <c:v>249.15773730896143</c:v>
                </c:pt>
                <c:pt idx="1629">
                  <c:v>140.2447839571581</c:v>
                </c:pt>
                <c:pt idx="1630">
                  <c:v>180.94184822418862</c:v>
                </c:pt>
                <c:pt idx="1631">
                  <c:v>135.34774194937216</c:v>
                </c:pt>
                <c:pt idx="1632">
                  <c:v>172.21302028013244</c:v>
                </c:pt>
                <c:pt idx="1633">
                  <c:v>153.6637182063629</c:v>
                </c:pt>
                <c:pt idx="1634">
                  <c:v>201.18563009586788</c:v>
                </c:pt>
                <c:pt idx="1635">
                  <c:v>152.02457144804993</c:v>
                </c:pt>
                <c:pt idx="1636">
                  <c:v>124.16022959692432</c:v>
                </c:pt>
                <c:pt idx="1637">
                  <c:v>207.40884340835302</c:v>
                </c:pt>
                <c:pt idx="1638">
                  <c:v>243.24998146096544</c:v>
                </c:pt>
                <c:pt idx="1639">
                  <c:v>204.54932920957316</c:v>
                </c:pt>
                <c:pt idx="1640">
                  <c:v>103.59559739270996</c:v>
                </c:pt>
                <c:pt idx="1641">
                  <c:v>263.2011513852374</c:v>
                </c:pt>
                <c:pt idx="1642">
                  <c:v>122.6184442556436</c:v>
                </c:pt>
                <c:pt idx="1643">
                  <c:v>177.45351953055967</c:v>
                </c:pt>
                <c:pt idx="1644">
                  <c:v>114.29194868193996</c:v>
                </c:pt>
                <c:pt idx="1645">
                  <c:v>261.6215396974762</c:v>
                </c:pt>
                <c:pt idx="1646">
                  <c:v>100.50960271463245</c:v>
                </c:pt>
                <c:pt idx="1647">
                  <c:v>229.91117859965524</c:v>
                </c:pt>
                <c:pt idx="1648">
                  <c:v>142.43308571207578</c:v>
                </c:pt>
                <c:pt idx="1649">
                  <c:v>123.50617827689899</c:v>
                </c:pt>
                <c:pt idx="1650">
                  <c:v>148.78591613521598</c:v>
                </c:pt>
                <c:pt idx="1651">
                  <c:v>139.22675272076253</c:v>
                </c:pt>
                <c:pt idx="1652">
                  <c:v>143.61513289318074</c:v>
                </c:pt>
                <c:pt idx="1653">
                  <c:v>258.3677997988237</c:v>
                </c:pt>
                <c:pt idx="1654">
                  <c:v>196.54934165514334</c:v>
                </c:pt>
                <c:pt idx="1655">
                  <c:v>249.41847154130664</c:v>
                </c:pt>
                <c:pt idx="1656">
                  <c:v>144.0205436366967</c:v>
                </c:pt>
                <c:pt idx="1657">
                  <c:v>200.3959390384567</c:v>
                </c:pt>
                <c:pt idx="1658">
                  <c:v>111.2160971350043</c:v>
                </c:pt>
                <c:pt idx="1659">
                  <c:v>131.56566004137707</c:v>
                </c:pt>
                <c:pt idx="1660">
                  <c:v>224.72042831505354</c:v>
                </c:pt>
                <c:pt idx="1661">
                  <c:v>224.16165762853925</c:v>
                </c:pt>
                <c:pt idx="1662">
                  <c:v>142.24540323796026</c:v>
                </c:pt>
                <c:pt idx="1663">
                  <c:v>194.65968612310516</c:v>
                </c:pt>
                <c:pt idx="1664">
                  <c:v>226.0886732119625</c:v>
                </c:pt>
                <c:pt idx="1665">
                  <c:v>148.86826905933074</c:v>
                </c:pt>
                <c:pt idx="1666">
                  <c:v>160.47722065987236</c:v>
                </c:pt>
                <c:pt idx="1667">
                  <c:v>272.8368619268458</c:v>
                </c:pt>
                <c:pt idx="1668">
                  <c:v>107.20076064819705</c:v>
                </c:pt>
                <c:pt idx="1669">
                  <c:v>102.83644078615978</c:v>
                </c:pt>
                <c:pt idx="1670">
                  <c:v>185.93310158673424</c:v>
                </c:pt>
                <c:pt idx="1671">
                  <c:v>242.05596381080125</c:v>
                </c:pt>
                <c:pt idx="1672">
                  <c:v>148.6120904163875</c:v>
                </c:pt>
                <c:pt idx="1673">
                  <c:v>225.0373561029021</c:v>
                </c:pt>
                <c:pt idx="1674">
                  <c:v>186.93577614928398</c:v>
                </c:pt>
                <c:pt idx="1675">
                  <c:v>192.5567042012916</c:v>
                </c:pt>
                <c:pt idx="1676">
                  <c:v>192.77598356756965</c:v>
                </c:pt>
                <c:pt idx="1677">
                  <c:v>188.09847762750957</c:v>
                </c:pt>
                <c:pt idx="1678">
                  <c:v>179.4620000753624</c:v>
                </c:pt>
                <c:pt idx="1679">
                  <c:v>237.05459535066413</c:v>
                </c:pt>
                <c:pt idx="1680">
                  <c:v>205.99571004725416</c:v>
                </c:pt>
                <c:pt idx="1681">
                  <c:v>207.69959409377745</c:v>
                </c:pt>
                <c:pt idx="1682">
                  <c:v>228.279891815658</c:v>
                </c:pt>
                <c:pt idx="1683">
                  <c:v>113.86948529724971</c:v>
                </c:pt>
                <c:pt idx="1684">
                  <c:v>278.7976711861108</c:v>
                </c:pt>
                <c:pt idx="1685">
                  <c:v>217.937210527226</c:v>
                </c:pt>
                <c:pt idx="1686">
                  <c:v>160.6604590666099</c:v>
                </c:pt>
                <c:pt idx="1687">
                  <c:v>268.3653918345496</c:v>
                </c:pt>
                <c:pt idx="1688">
                  <c:v>195.10521205146156</c:v>
                </c:pt>
                <c:pt idx="1689">
                  <c:v>114.17579343098386</c:v>
                </c:pt>
                <c:pt idx="1690">
                  <c:v>151.62123804170557</c:v>
                </c:pt>
                <c:pt idx="1691">
                  <c:v>117.67522172123573</c:v>
                </c:pt>
                <c:pt idx="1692">
                  <c:v>158.86442614406323</c:v>
                </c:pt>
                <c:pt idx="1693">
                  <c:v>155.50927997405682</c:v>
                </c:pt>
                <c:pt idx="1694">
                  <c:v>253.50887867479565</c:v>
                </c:pt>
                <c:pt idx="1695">
                  <c:v>186.72548946708173</c:v>
                </c:pt>
                <c:pt idx="1696">
                  <c:v>269.53510658531366</c:v>
                </c:pt>
                <c:pt idx="1697">
                  <c:v>202.8762727587384</c:v>
                </c:pt>
                <c:pt idx="1698">
                  <c:v>91.50450682200801</c:v>
                </c:pt>
                <c:pt idx="1699">
                  <c:v>207.98065403336724</c:v>
                </c:pt>
                <c:pt idx="1700">
                  <c:v>88.29782782286959</c:v>
                </c:pt>
                <c:pt idx="1701">
                  <c:v>155.11332136235688</c:v>
                </c:pt>
                <c:pt idx="1702">
                  <c:v>203.5904659361455</c:v>
                </c:pt>
                <c:pt idx="1703">
                  <c:v>158.22358545927582</c:v>
                </c:pt>
                <c:pt idx="1704">
                  <c:v>132.5620102251862</c:v>
                </c:pt>
                <c:pt idx="1705">
                  <c:v>210.5912420564881</c:v>
                </c:pt>
                <c:pt idx="1706">
                  <c:v>240.48927129199953</c:v>
                </c:pt>
                <c:pt idx="1707">
                  <c:v>248.89006669064105</c:v>
                </c:pt>
                <c:pt idx="1708">
                  <c:v>147.1424080711772</c:v>
                </c:pt>
                <c:pt idx="1709">
                  <c:v>215.10919633050514</c:v>
                </c:pt>
                <c:pt idx="1710">
                  <c:v>140.69753893921805</c:v>
                </c:pt>
                <c:pt idx="1711">
                  <c:v>210.30107489623495</c:v>
                </c:pt>
                <c:pt idx="1712">
                  <c:v>267.44617139353903</c:v>
                </c:pt>
                <c:pt idx="1713">
                  <c:v>224.12180703416584</c:v>
                </c:pt>
                <c:pt idx="1714">
                  <c:v>242.13199294223284</c:v>
                </c:pt>
                <c:pt idx="1715">
                  <c:v>104.27450512028749</c:v>
                </c:pt>
                <c:pt idx="1716">
                  <c:v>236.85777246472853</c:v>
                </c:pt>
                <c:pt idx="1717">
                  <c:v>246.90684635783583</c:v>
                </c:pt>
                <c:pt idx="1718">
                  <c:v>114.40410897844549</c:v>
                </c:pt>
                <c:pt idx="1719">
                  <c:v>179.66572115001532</c:v>
                </c:pt>
                <c:pt idx="1720">
                  <c:v>155.16338942249445</c:v>
                </c:pt>
                <c:pt idx="1721">
                  <c:v>202.94196276088314</c:v>
                </c:pt>
                <c:pt idx="1722">
                  <c:v>243.25977705301796</c:v>
                </c:pt>
                <c:pt idx="1723">
                  <c:v>191.60393418692826</c:v>
                </c:pt>
                <c:pt idx="1724">
                  <c:v>125.52290310616367</c:v>
                </c:pt>
                <c:pt idx="1725">
                  <c:v>209.4490120933022</c:v>
                </c:pt>
                <c:pt idx="1726">
                  <c:v>223.61303426216958</c:v>
                </c:pt>
                <c:pt idx="1727">
                  <c:v>263.34574471833145</c:v>
                </c:pt>
                <c:pt idx="1728">
                  <c:v>167.6196065256115</c:v>
                </c:pt>
                <c:pt idx="1729">
                  <c:v>151.06901839432967</c:v>
                </c:pt>
                <c:pt idx="1730">
                  <c:v>245.76930358912992</c:v>
                </c:pt>
                <c:pt idx="1731">
                  <c:v>159.12986106709585</c:v>
                </c:pt>
                <c:pt idx="1732">
                  <c:v>204.03212390118674</c:v>
                </c:pt>
                <c:pt idx="1733">
                  <c:v>198.44489144749582</c:v>
                </c:pt>
                <c:pt idx="1734">
                  <c:v>206.7035463588662</c:v>
                </c:pt>
                <c:pt idx="1735">
                  <c:v>210.26478647505908</c:v>
                </c:pt>
                <c:pt idx="1736">
                  <c:v>193.7060283172573</c:v>
                </c:pt>
                <c:pt idx="1737">
                  <c:v>139.8754692308695</c:v>
                </c:pt>
                <c:pt idx="1738">
                  <c:v>127.5978012683147</c:v>
                </c:pt>
                <c:pt idx="1739">
                  <c:v>81.21718953208693</c:v>
                </c:pt>
                <c:pt idx="1740">
                  <c:v>129.15079165776137</c:v>
                </c:pt>
                <c:pt idx="1741">
                  <c:v>195.48243089797285</c:v>
                </c:pt>
                <c:pt idx="1742">
                  <c:v>201.67054931477145</c:v>
                </c:pt>
                <c:pt idx="1743">
                  <c:v>180.47773870274142</c:v>
                </c:pt>
                <c:pt idx="1744">
                  <c:v>239.0012277576476</c:v>
                </c:pt>
                <c:pt idx="1745">
                  <c:v>266.8439794472897</c:v>
                </c:pt>
                <c:pt idx="1746">
                  <c:v>225.14668723006028</c:v>
                </c:pt>
                <c:pt idx="1747">
                  <c:v>233.0875055158552</c:v>
                </c:pt>
                <c:pt idx="1748">
                  <c:v>227.33387820523126</c:v>
                </c:pt>
                <c:pt idx="1749">
                  <c:v>206.23503683822284</c:v>
                </c:pt>
                <c:pt idx="1750">
                  <c:v>111.38490807074086</c:v>
                </c:pt>
                <c:pt idx="1751">
                  <c:v>196.35249587898193</c:v>
                </c:pt>
                <c:pt idx="1752">
                  <c:v>245.91621486193424</c:v>
                </c:pt>
                <c:pt idx="1753">
                  <c:v>247.33012202357426</c:v>
                </c:pt>
                <c:pt idx="1754">
                  <c:v>125.20156735076677</c:v>
                </c:pt>
                <c:pt idx="1755">
                  <c:v>161.20180707530812</c:v>
                </c:pt>
                <c:pt idx="1756">
                  <c:v>274.53788583869414</c:v>
                </c:pt>
                <c:pt idx="1757">
                  <c:v>110.1736148841462</c:v>
                </c:pt>
                <c:pt idx="1758">
                  <c:v>186.18007039378085</c:v>
                </c:pt>
                <c:pt idx="1759">
                  <c:v>249.72647900907396</c:v>
                </c:pt>
                <c:pt idx="1760">
                  <c:v>196.61202848457097</c:v>
                </c:pt>
                <c:pt idx="1761">
                  <c:v>111.85438874048829</c:v>
                </c:pt>
                <c:pt idx="1762">
                  <c:v>134.61115155279367</c:v>
                </c:pt>
                <c:pt idx="1763">
                  <c:v>249.7219132023937</c:v>
                </c:pt>
                <c:pt idx="1764">
                  <c:v>181.1641741420065</c:v>
                </c:pt>
                <c:pt idx="1765">
                  <c:v>132.1867328602398</c:v>
                </c:pt>
                <c:pt idx="1766">
                  <c:v>131.26061115159445</c:v>
                </c:pt>
                <c:pt idx="1767">
                  <c:v>198.47805254538082</c:v>
                </c:pt>
                <c:pt idx="1768">
                  <c:v>187.77957974551458</c:v>
                </c:pt>
                <c:pt idx="1769">
                  <c:v>231.66214699577134</c:v>
                </c:pt>
                <c:pt idx="1770">
                  <c:v>111.7045366462799</c:v>
                </c:pt>
                <c:pt idx="1771">
                  <c:v>261.5534122142876</c:v>
                </c:pt>
                <c:pt idx="1772">
                  <c:v>109.36799109414962</c:v>
                </c:pt>
                <c:pt idx="1773">
                  <c:v>161.88436187637353</c:v>
                </c:pt>
                <c:pt idx="1774">
                  <c:v>100.74658156170987</c:v>
                </c:pt>
                <c:pt idx="1775">
                  <c:v>174.5637796635605</c:v>
                </c:pt>
                <c:pt idx="1776">
                  <c:v>180.42202725970637</c:v>
                </c:pt>
                <c:pt idx="1777">
                  <c:v>191.31714881631368</c:v>
                </c:pt>
                <c:pt idx="1778">
                  <c:v>125.1477526264534</c:v>
                </c:pt>
                <c:pt idx="1779">
                  <c:v>236.7389291846988</c:v>
                </c:pt>
                <c:pt idx="1780">
                  <c:v>117.98021813058972</c:v>
                </c:pt>
                <c:pt idx="1781">
                  <c:v>207.86992541008874</c:v>
                </c:pt>
                <c:pt idx="1782">
                  <c:v>255.95955579962066</c:v>
                </c:pt>
                <c:pt idx="1783">
                  <c:v>147.7246691211487</c:v>
                </c:pt>
                <c:pt idx="1784">
                  <c:v>205.2831047203757</c:v>
                </c:pt>
                <c:pt idx="1785">
                  <c:v>154.5114279080219</c:v>
                </c:pt>
                <c:pt idx="1786">
                  <c:v>89.38220120469408</c:v>
                </c:pt>
                <c:pt idx="1787">
                  <c:v>185.54803720523353</c:v>
                </c:pt>
                <c:pt idx="1788">
                  <c:v>244.56598841661457</c:v>
                </c:pt>
                <c:pt idx="1789">
                  <c:v>206.42866558521027</c:v>
                </c:pt>
                <c:pt idx="1790">
                  <c:v>128.60243724154122</c:v>
                </c:pt>
                <c:pt idx="1791">
                  <c:v>244.06491372184203</c:v>
                </c:pt>
                <c:pt idx="1792">
                  <c:v>193.56694692399037</c:v>
                </c:pt>
                <c:pt idx="1793">
                  <c:v>254.90342417218451</c:v>
                </c:pt>
                <c:pt idx="1794">
                  <c:v>210.15681470395043</c:v>
                </c:pt>
                <c:pt idx="1795">
                  <c:v>205.8140660362603</c:v>
                </c:pt>
                <c:pt idx="1796">
                  <c:v>150.60606104911312</c:v>
                </c:pt>
                <c:pt idx="1797">
                  <c:v>125.51045419660026</c:v>
                </c:pt>
                <c:pt idx="1798">
                  <c:v>272.6658681503722</c:v>
                </c:pt>
                <c:pt idx="1799">
                  <c:v>131.741962527417</c:v>
                </c:pt>
                <c:pt idx="1800">
                  <c:v>253.08949472244382</c:v>
                </c:pt>
                <c:pt idx="1801">
                  <c:v>206.0785555837737</c:v>
                </c:pt>
                <c:pt idx="1802">
                  <c:v>131.8391589116519</c:v>
                </c:pt>
                <c:pt idx="1803">
                  <c:v>115.21880284290829</c:v>
                </c:pt>
                <c:pt idx="1804">
                  <c:v>134.67616479985693</c:v>
                </c:pt>
                <c:pt idx="1805">
                  <c:v>253.22476358189786</c:v>
                </c:pt>
                <c:pt idx="1806">
                  <c:v>181.19021773449083</c:v>
                </c:pt>
                <c:pt idx="1807">
                  <c:v>170.0857090023983</c:v>
                </c:pt>
                <c:pt idx="1808">
                  <c:v>153.8164480954261</c:v>
                </c:pt>
                <c:pt idx="1809">
                  <c:v>120.75458303204648</c:v>
                </c:pt>
                <c:pt idx="1810">
                  <c:v>199.10765602426588</c:v>
                </c:pt>
                <c:pt idx="1811">
                  <c:v>137.0175078439915</c:v>
                </c:pt>
                <c:pt idx="1812">
                  <c:v>226.2807565839078</c:v>
                </c:pt>
                <c:pt idx="1813">
                  <c:v>139.21840597683754</c:v>
                </c:pt>
                <c:pt idx="1814">
                  <c:v>161.39878941391177</c:v>
                </c:pt>
                <c:pt idx="1815">
                  <c:v>194.16714882035907</c:v>
                </c:pt>
                <c:pt idx="1816">
                  <c:v>184.82205437577414</c:v>
                </c:pt>
                <c:pt idx="1817">
                  <c:v>264.24923980562204</c:v>
                </c:pt>
                <c:pt idx="1818">
                  <c:v>193.7089511000072</c:v>
                </c:pt>
                <c:pt idx="1819">
                  <c:v>107.12793959829506</c:v>
                </c:pt>
                <c:pt idx="1820">
                  <c:v>200.59891721446604</c:v>
                </c:pt>
                <c:pt idx="1821">
                  <c:v>139.56044920293846</c:v>
                </c:pt>
                <c:pt idx="1822">
                  <c:v>103.33379298829385</c:v>
                </c:pt>
                <c:pt idx="1823">
                  <c:v>239.8917173983834</c:v>
                </c:pt>
                <c:pt idx="1824">
                  <c:v>226.4872941283038</c:v>
                </c:pt>
                <c:pt idx="1825">
                  <c:v>270.21836201248095</c:v>
                </c:pt>
                <c:pt idx="1826">
                  <c:v>194.80524827479945</c:v>
                </c:pt>
                <c:pt idx="1827">
                  <c:v>193.4860494411851</c:v>
                </c:pt>
                <c:pt idx="1828">
                  <c:v>110.29252333887025</c:v>
                </c:pt>
                <c:pt idx="1829">
                  <c:v>136.29506010741866</c:v>
                </c:pt>
                <c:pt idx="1830">
                  <c:v>248.77810867892882</c:v>
                </c:pt>
                <c:pt idx="1831">
                  <c:v>151.83586176640904</c:v>
                </c:pt>
                <c:pt idx="1832">
                  <c:v>200.88337560295292</c:v>
                </c:pt>
                <c:pt idx="1833">
                  <c:v>221.63356663632206</c:v>
                </c:pt>
                <c:pt idx="1834">
                  <c:v>122.1666128439986</c:v>
                </c:pt>
                <c:pt idx="1835">
                  <c:v>197.309002889398</c:v>
                </c:pt>
                <c:pt idx="1836">
                  <c:v>241.79592895333272</c:v>
                </c:pt>
                <c:pt idx="1837">
                  <c:v>120.11647786211836</c:v>
                </c:pt>
                <c:pt idx="1838">
                  <c:v>153.64733008373008</c:v>
                </c:pt>
                <c:pt idx="1839">
                  <c:v>181.7514765584699</c:v>
                </c:pt>
                <c:pt idx="1840">
                  <c:v>132.47607292774683</c:v>
                </c:pt>
                <c:pt idx="1841">
                  <c:v>207.6709810758586</c:v>
                </c:pt>
                <c:pt idx="1842">
                  <c:v>252.98029209585764</c:v>
                </c:pt>
                <c:pt idx="1843">
                  <c:v>129.40905776235232</c:v>
                </c:pt>
                <c:pt idx="1844">
                  <c:v>204.42364720083785</c:v>
                </c:pt>
                <c:pt idx="1845">
                  <c:v>125.40918303294832</c:v>
                </c:pt>
                <c:pt idx="1846">
                  <c:v>257.86107901382525</c:v>
                </c:pt>
                <c:pt idx="1847">
                  <c:v>204.0262846822288</c:v>
                </c:pt>
                <c:pt idx="1848">
                  <c:v>137.06049085207232</c:v>
                </c:pt>
                <c:pt idx="1849">
                  <c:v>114.51937651136866</c:v>
                </c:pt>
                <c:pt idx="1850">
                  <c:v>234.44055082570623</c:v>
                </c:pt>
                <c:pt idx="1851">
                  <c:v>190.74776581326628</c:v>
                </c:pt>
                <c:pt idx="1852">
                  <c:v>255.41208852279644</c:v>
                </c:pt>
                <c:pt idx="1853">
                  <c:v>115.76111211486595</c:v>
                </c:pt>
                <c:pt idx="1854">
                  <c:v>250.43286760603814</c:v>
                </c:pt>
                <c:pt idx="1855">
                  <c:v>238.31007400579972</c:v>
                </c:pt>
                <c:pt idx="1856">
                  <c:v>237.51821504615833</c:v>
                </c:pt>
                <c:pt idx="1857">
                  <c:v>130.69004426116325</c:v>
                </c:pt>
                <c:pt idx="1858">
                  <c:v>198.17837737813673</c:v>
                </c:pt>
                <c:pt idx="1859">
                  <c:v>195.41376320304244</c:v>
                </c:pt>
                <c:pt idx="1860">
                  <c:v>172.99218597879135</c:v>
                </c:pt>
                <c:pt idx="1861">
                  <c:v>188.27063716204103</c:v>
                </c:pt>
                <c:pt idx="1862">
                  <c:v>112.11195626259263</c:v>
                </c:pt>
                <c:pt idx="1863">
                  <c:v>195.66515522611397</c:v>
                </c:pt>
                <c:pt idx="1864">
                  <c:v>200.32229380058533</c:v>
                </c:pt>
                <c:pt idx="1865">
                  <c:v>117.78166507048233</c:v>
                </c:pt>
                <c:pt idx="1866">
                  <c:v>234.94296333074556</c:v>
                </c:pt>
                <c:pt idx="1867">
                  <c:v>119.45437480840617</c:v>
                </c:pt>
                <c:pt idx="1868">
                  <c:v>270.00293459256613</c:v>
                </c:pt>
                <c:pt idx="1869">
                  <c:v>255.40541015227592</c:v>
                </c:pt>
                <c:pt idx="1870">
                  <c:v>184.49263841589004</c:v>
                </c:pt>
                <c:pt idx="1871">
                  <c:v>93.28487493146245</c:v>
                </c:pt>
                <c:pt idx="1872">
                  <c:v>247.458737869835</c:v>
                </c:pt>
                <c:pt idx="1873">
                  <c:v>187.9463318935013</c:v>
                </c:pt>
                <c:pt idx="1874">
                  <c:v>160.95800281233204</c:v>
                </c:pt>
                <c:pt idx="1875">
                  <c:v>167.11499772480946</c:v>
                </c:pt>
                <c:pt idx="1876">
                  <c:v>204.7962448678815</c:v>
                </c:pt>
                <c:pt idx="1877">
                  <c:v>218.53257260316954</c:v>
                </c:pt>
                <c:pt idx="1878">
                  <c:v>182.70941721768665</c:v>
                </c:pt>
                <c:pt idx="1879">
                  <c:v>204.639246478641</c:v>
                </c:pt>
                <c:pt idx="1880">
                  <c:v>225.45269002718481</c:v>
                </c:pt>
                <c:pt idx="1881">
                  <c:v>170.8628979482337</c:v>
                </c:pt>
                <c:pt idx="1882">
                  <c:v>253.59745182748077</c:v>
                </c:pt>
                <c:pt idx="1883">
                  <c:v>187.63325480347837</c:v>
                </c:pt>
                <c:pt idx="1884">
                  <c:v>167.6662506493914</c:v>
                </c:pt>
                <c:pt idx="1885">
                  <c:v>183.51271625767396</c:v>
                </c:pt>
                <c:pt idx="1886">
                  <c:v>208.9631198587234</c:v>
                </c:pt>
                <c:pt idx="1887">
                  <c:v>149.9186079508428</c:v>
                </c:pt>
                <c:pt idx="1888">
                  <c:v>221.33845255914352</c:v>
                </c:pt>
                <c:pt idx="1889">
                  <c:v>190.98320919982103</c:v>
                </c:pt>
                <c:pt idx="1890">
                  <c:v>262.55430529710975</c:v>
                </c:pt>
                <c:pt idx="1891">
                  <c:v>111.66485943785231</c:v>
                </c:pt>
                <c:pt idx="1892">
                  <c:v>120.03967313935107</c:v>
                </c:pt>
                <c:pt idx="1893">
                  <c:v>191.945268417191</c:v>
                </c:pt>
                <c:pt idx="1894">
                  <c:v>140.4030488738952</c:v>
                </c:pt>
                <c:pt idx="1895">
                  <c:v>143.46263272694776</c:v>
                </c:pt>
                <c:pt idx="1896">
                  <c:v>101.30008269130182</c:v>
                </c:pt>
                <c:pt idx="1897">
                  <c:v>134.26977907525682</c:v>
                </c:pt>
                <c:pt idx="1898">
                  <c:v>111.17854601248756</c:v>
                </c:pt>
                <c:pt idx="1899">
                  <c:v>247.78172841412933</c:v>
                </c:pt>
                <c:pt idx="1900">
                  <c:v>117.41512318226984</c:v>
                </c:pt>
                <c:pt idx="1901">
                  <c:v>199.0362029613654</c:v>
                </c:pt>
                <c:pt idx="1902">
                  <c:v>221.03951817530964</c:v>
                </c:pt>
                <c:pt idx="1903">
                  <c:v>260.3117589812127</c:v>
                </c:pt>
                <c:pt idx="1904">
                  <c:v>110.70036646735683</c:v>
                </c:pt>
                <c:pt idx="1905">
                  <c:v>255.2716948948996</c:v>
                </c:pt>
                <c:pt idx="1906">
                  <c:v>196.7741337709177</c:v>
                </c:pt>
                <c:pt idx="1907">
                  <c:v>199.18810687242092</c:v>
                </c:pt>
                <c:pt idx="1908">
                  <c:v>194.98556121546775</c:v>
                </c:pt>
                <c:pt idx="1909">
                  <c:v>220.13241865990437</c:v>
                </c:pt>
                <c:pt idx="1910">
                  <c:v>142.8386118113517</c:v>
                </c:pt>
                <c:pt idx="1911">
                  <c:v>250.99390173562477</c:v>
                </c:pt>
                <c:pt idx="1912">
                  <c:v>179.32878502731558</c:v>
                </c:pt>
                <c:pt idx="1913">
                  <c:v>230.42722230034354</c:v>
                </c:pt>
                <c:pt idx="1914">
                  <c:v>263.45918106494304</c:v>
                </c:pt>
                <c:pt idx="1915">
                  <c:v>123.08805508462177</c:v>
                </c:pt>
                <c:pt idx="1916">
                  <c:v>252.13690425691195</c:v>
                </c:pt>
                <c:pt idx="1917">
                  <c:v>120.17955811419141</c:v>
                </c:pt>
                <c:pt idx="1918">
                  <c:v>108.05987123238373</c:v>
                </c:pt>
                <c:pt idx="1919">
                  <c:v>117.18966969380385</c:v>
                </c:pt>
                <c:pt idx="1920">
                  <c:v>190.5871812635083</c:v>
                </c:pt>
                <c:pt idx="1921">
                  <c:v>200.55641501286337</c:v>
                </c:pt>
                <c:pt idx="1922">
                  <c:v>115.0115247088405</c:v>
                </c:pt>
                <c:pt idx="1923">
                  <c:v>112.16479411067925</c:v>
                </c:pt>
                <c:pt idx="1924">
                  <c:v>246.24948826123062</c:v>
                </c:pt>
                <c:pt idx="1925">
                  <c:v>279.45485747772545</c:v>
                </c:pt>
                <c:pt idx="1926">
                  <c:v>259.81171586958925</c:v>
                </c:pt>
                <c:pt idx="1927">
                  <c:v>253.6989540803206</c:v>
                </c:pt>
                <c:pt idx="1928">
                  <c:v>184.76798788485831</c:v>
                </c:pt>
                <c:pt idx="1929">
                  <c:v>122.44765714400836</c:v>
                </c:pt>
                <c:pt idx="1930">
                  <c:v>159.02623482070263</c:v>
                </c:pt>
                <c:pt idx="1931">
                  <c:v>256.3752422970802</c:v>
                </c:pt>
                <c:pt idx="1932">
                  <c:v>149.59053112349181</c:v>
                </c:pt>
                <c:pt idx="1933">
                  <c:v>228.75886309413914</c:v>
                </c:pt>
                <c:pt idx="1934">
                  <c:v>114.45530359150042</c:v>
                </c:pt>
                <c:pt idx="1935">
                  <c:v>144.0243483369376</c:v>
                </c:pt>
                <c:pt idx="1936">
                  <c:v>219.54328868357095</c:v>
                </c:pt>
                <c:pt idx="1937">
                  <c:v>155.6578885989684</c:v>
                </c:pt>
                <c:pt idx="1938">
                  <c:v>206.24822756415307</c:v>
                </c:pt>
                <c:pt idx="1939">
                  <c:v>186.91877584560723</c:v>
                </c:pt>
                <c:pt idx="1940">
                  <c:v>110.73624394322556</c:v>
                </c:pt>
                <c:pt idx="1941">
                  <c:v>119.75291303565524</c:v>
                </c:pt>
                <c:pt idx="1942">
                  <c:v>263.71635453214463</c:v>
                </c:pt>
                <c:pt idx="1943">
                  <c:v>216.96296463792658</c:v>
                </c:pt>
                <c:pt idx="1944">
                  <c:v>118.80435719884152</c:v>
                </c:pt>
                <c:pt idx="1945">
                  <c:v>233.87073203868607</c:v>
                </c:pt>
                <c:pt idx="1946">
                  <c:v>139.46174831652266</c:v>
                </c:pt>
                <c:pt idx="1947">
                  <c:v>180.28727444281878</c:v>
                </c:pt>
                <c:pt idx="1948">
                  <c:v>118.60051375882286</c:v>
                </c:pt>
                <c:pt idx="1949">
                  <c:v>258.5545987442346</c:v>
                </c:pt>
                <c:pt idx="1950">
                  <c:v>195.63633202957746</c:v>
                </c:pt>
                <c:pt idx="1951">
                  <c:v>130.57082201843065</c:v>
                </c:pt>
                <c:pt idx="1952">
                  <c:v>228.84948865403956</c:v>
                </c:pt>
                <c:pt idx="1953">
                  <c:v>193.0934040618823</c:v>
                </c:pt>
                <c:pt idx="1954">
                  <c:v>187.0302416924239</c:v>
                </c:pt>
                <c:pt idx="1955">
                  <c:v>115.92626735000847</c:v>
                </c:pt>
                <c:pt idx="1956">
                  <c:v>133.12675919003158</c:v>
                </c:pt>
                <c:pt idx="1957">
                  <c:v>111.19552065109696</c:v>
                </c:pt>
                <c:pt idx="1958">
                  <c:v>176.40859205497125</c:v>
                </c:pt>
                <c:pt idx="1959">
                  <c:v>262.8350905152975</c:v>
                </c:pt>
                <c:pt idx="1960">
                  <c:v>196.39194923714666</c:v>
                </c:pt>
                <c:pt idx="1961">
                  <c:v>121.84958527890701</c:v>
                </c:pt>
                <c:pt idx="1962">
                  <c:v>95.39193960723982</c:v>
                </c:pt>
                <c:pt idx="1963">
                  <c:v>142.15478381204503</c:v>
                </c:pt>
                <c:pt idx="1964">
                  <c:v>197.142800298458</c:v>
                </c:pt>
                <c:pt idx="1965">
                  <c:v>236.7510066116046</c:v>
                </c:pt>
                <c:pt idx="1966">
                  <c:v>98.91737540350678</c:v>
                </c:pt>
                <c:pt idx="1967">
                  <c:v>245.40879415744337</c:v>
                </c:pt>
                <c:pt idx="1968">
                  <c:v>209.61764867945053</c:v>
                </c:pt>
                <c:pt idx="1969">
                  <c:v>165.7985083915291</c:v>
                </c:pt>
                <c:pt idx="1970">
                  <c:v>261.359009186112</c:v>
                </c:pt>
                <c:pt idx="1971">
                  <c:v>206.23613195702333</c:v>
                </c:pt>
                <c:pt idx="1972">
                  <c:v>228.99069233764973</c:v>
                </c:pt>
                <c:pt idx="1973">
                  <c:v>240.79692990975113</c:v>
                </c:pt>
                <c:pt idx="1974">
                  <c:v>134.21202966947334</c:v>
                </c:pt>
                <c:pt idx="1975">
                  <c:v>158.40715336809572</c:v>
                </c:pt>
                <c:pt idx="1976">
                  <c:v>152.9672319978678</c:v>
                </c:pt>
                <c:pt idx="1977">
                  <c:v>188.13312294646911</c:v>
                </c:pt>
                <c:pt idx="1978">
                  <c:v>139.220014163206</c:v>
                </c:pt>
                <c:pt idx="1979">
                  <c:v>259.47426934257885</c:v>
                </c:pt>
                <c:pt idx="1980">
                  <c:v>206.79120665876653</c:v>
                </c:pt>
                <c:pt idx="1981">
                  <c:v>165.50996431059207</c:v>
                </c:pt>
                <c:pt idx="1982">
                  <c:v>130.5877778833324</c:v>
                </c:pt>
                <c:pt idx="1983">
                  <c:v>229.11638404697996</c:v>
                </c:pt>
                <c:pt idx="1984">
                  <c:v>251.75756073757302</c:v>
                </c:pt>
                <c:pt idx="1985">
                  <c:v>172.97350360033522</c:v>
                </c:pt>
                <c:pt idx="1986">
                  <c:v>142.54902740436492</c:v>
                </c:pt>
                <c:pt idx="1987">
                  <c:v>161.2249245082219</c:v>
                </c:pt>
                <c:pt idx="1988">
                  <c:v>143.1434237550694</c:v>
                </c:pt>
                <c:pt idx="1989">
                  <c:v>152.54723419750766</c:v>
                </c:pt>
                <c:pt idx="1990">
                  <c:v>191.97635751083024</c:v>
                </c:pt>
                <c:pt idx="1991">
                  <c:v>214.53117896668</c:v>
                </c:pt>
                <c:pt idx="1992">
                  <c:v>228.7148317817442</c:v>
                </c:pt>
                <c:pt idx="1993">
                  <c:v>230.53352254522886</c:v>
                </c:pt>
                <c:pt idx="1994">
                  <c:v>215.27850020024107</c:v>
                </c:pt>
                <c:pt idx="1995">
                  <c:v>171.87693513730065</c:v>
                </c:pt>
                <c:pt idx="1996">
                  <c:v>111.96823855771744</c:v>
                </c:pt>
                <c:pt idx="1997">
                  <c:v>201.52106734902205</c:v>
                </c:pt>
                <c:pt idx="1998">
                  <c:v>108.92794023652223</c:v>
                </c:pt>
                <c:pt idx="1999">
                  <c:v>244.05710312029885</c:v>
                </c:pt>
                <c:pt idx="2000">
                  <c:v>246.11028996941212</c:v>
                </c:pt>
                <c:pt idx="2001">
                  <c:v>124.7407936807442</c:v>
                </c:pt>
                <c:pt idx="2002">
                  <c:v>190.7800963791089</c:v>
                </c:pt>
                <c:pt idx="2003">
                  <c:v>243.95279193014449</c:v>
                </c:pt>
                <c:pt idx="2004">
                  <c:v>228.42486597189864</c:v>
                </c:pt>
                <c:pt idx="2005">
                  <c:v>271.9453320561549</c:v>
                </c:pt>
                <c:pt idx="2006">
                  <c:v>242.65815459664645</c:v>
                </c:pt>
                <c:pt idx="2007">
                  <c:v>192.4922320126195</c:v>
                </c:pt>
                <c:pt idx="2008">
                  <c:v>197.45389817259013</c:v>
                </c:pt>
                <c:pt idx="2009">
                  <c:v>247.06314091443633</c:v>
                </c:pt>
                <c:pt idx="2010">
                  <c:v>251.4066264958414</c:v>
                </c:pt>
                <c:pt idx="2011">
                  <c:v>142.11194185391855</c:v>
                </c:pt>
                <c:pt idx="2012">
                  <c:v>110.31231945677794</c:v>
                </c:pt>
                <c:pt idx="2013">
                  <c:v>192.9255236571405</c:v>
                </c:pt>
                <c:pt idx="2014">
                  <c:v>256.82682503965873</c:v>
                </c:pt>
                <c:pt idx="2015">
                  <c:v>248.96120596915426</c:v>
                </c:pt>
                <c:pt idx="2016">
                  <c:v>152.3342140358978</c:v>
                </c:pt>
                <c:pt idx="2017">
                  <c:v>93.20740440096603</c:v>
                </c:pt>
                <c:pt idx="2018">
                  <c:v>147.10651286316548</c:v>
                </c:pt>
                <c:pt idx="2019">
                  <c:v>252.36700189915234</c:v>
                </c:pt>
                <c:pt idx="2020">
                  <c:v>147.40853846496498</c:v>
                </c:pt>
                <c:pt idx="2021">
                  <c:v>169.297613659611</c:v>
                </c:pt>
                <c:pt idx="2022">
                  <c:v>140.9668698525231</c:v>
                </c:pt>
                <c:pt idx="2023">
                  <c:v>221.1391325029714</c:v>
                </c:pt>
                <c:pt idx="2024">
                  <c:v>273.36257534534525</c:v>
                </c:pt>
                <c:pt idx="2025">
                  <c:v>165.45953429290526</c:v>
                </c:pt>
                <c:pt idx="2026">
                  <c:v>193.8741770775318</c:v>
                </c:pt>
                <c:pt idx="2027">
                  <c:v>226.53058714964473</c:v>
                </c:pt>
                <c:pt idx="2028">
                  <c:v>259.61752842916707</c:v>
                </c:pt>
                <c:pt idx="2029">
                  <c:v>112.06040312965703</c:v>
                </c:pt>
                <c:pt idx="2030">
                  <c:v>199.66429421741213</c:v>
                </c:pt>
                <c:pt idx="2031">
                  <c:v>172.47765303979065</c:v>
                </c:pt>
                <c:pt idx="2032">
                  <c:v>255.21089710833368</c:v>
                </c:pt>
                <c:pt idx="2033">
                  <c:v>200.6842014671308</c:v>
                </c:pt>
                <c:pt idx="2034">
                  <c:v>117.79780792516186</c:v>
                </c:pt>
                <c:pt idx="2035">
                  <c:v>206.05628159681558</c:v>
                </c:pt>
                <c:pt idx="2036">
                  <c:v>255.12441128465855</c:v>
                </c:pt>
                <c:pt idx="2037">
                  <c:v>108.49576581277611</c:v>
                </c:pt>
                <c:pt idx="2038">
                  <c:v>248.30117719733374</c:v>
                </c:pt>
                <c:pt idx="2039">
                  <c:v>134.1008796030588</c:v>
                </c:pt>
                <c:pt idx="2040">
                  <c:v>196.93799589020855</c:v>
                </c:pt>
                <c:pt idx="2041">
                  <c:v>182.43820704833612</c:v>
                </c:pt>
                <c:pt idx="2042">
                  <c:v>214.41606835504646</c:v>
                </c:pt>
                <c:pt idx="2043">
                  <c:v>179.12328262269907</c:v>
                </c:pt>
                <c:pt idx="2044">
                  <c:v>226.0903300337854</c:v>
                </c:pt>
                <c:pt idx="2045">
                  <c:v>244.8223220619321</c:v>
                </c:pt>
                <c:pt idx="2046">
                  <c:v>175.04386789170852</c:v>
                </c:pt>
                <c:pt idx="2047">
                  <c:v>256.80241665525534</c:v>
                </c:pt>
                <c:pt idx="2048">
                  <c:v>233.04371399012868</c:v>
                </c:pt>
                <c:pt idx="2049">
                  <c:v>106.10135670299184</c:v>
                </c:pt>
                <c:pt idx="2050">
                  <c:v>148.6845887438119</c:v>
                </c:pt>
                <c:pt idx="2051">
                  <c:v>221.8004874756379</c:v>
                </c:pt>
                <c:pt idx="2052">
                  <c:v>132.1688016996426</c:v>
                </c:pt>
                <c:pt idx="2053">
                  <c:v>263.820355708437</c:v>
                </c:pt>
                <c:pt idx="2054">
                  <c:v>166.60887491070076</c:v>
                </c:pt>
                <c:pt idx="2055">
                  <c:v>206.32713844290893</c:v>
                </c:pt>
                <c:pt idx="2056">
                  <c:v>190.65329035897253</c:v>
                </c:pt>
                <c:pt idx="2057">
                  <c:v>215.438315083622</c:v>
                </c:pt>
                <c:pt idx="2058">
                  <c:v>112.3939225498793</c:v>
                </c:pt>
                <c:pt idx="2059">
                  <c:v>85.89318944336055</c:v>
                </c:pt>
                <c:pt idx="2060">
                  <c:v>206.2208846929556</c:v>
                </c:pt>
                <c:pt idx="2061">
                  <c:v>255.70278143982767</c:v>
                </c:pt>
                <c:pt idx="2062">
                  <c:v>242.79733677942016</c:v>
                </c:pt>
                <c:pt idx="2063">
                  <c:v>188.0403051324458</c:v>
                </c:pt>
                <c:pt idx="2064">
                  <c:v>135.05377021963557</c:v>
                </c:pt>
                <c:pt idx="2065">
                  <c:v>196.35908535998936</c:v>
                </c:pt>
                <c:pt idx="2066">
                  <c:v>121.80065183863526</c:v>
                </c:pt>
                <c:pt idx="2067">
                  <c:v>175.9447532299937</c:v>
                </c:pt>
                <c:pt idx="2068">
                  <c:v>252.91154048775232</c:v>
                </c:pt>
                <c:pt idx="2069">
                  <c:v>252.59250265110478</c:v>
                </c:pt>
                <c:pt idx="2070">
                  <c:v>178.28504134452356</c:v>
                </c:pt>
                <c:pt idx="2071">
                  <c:v>107.97641575654347</c:v>
                </c:pt>
                <c:pt idx="2072">
                  <c:v>255.02721980669455</c:v>
                </c:pt>
                <c:pt idx="2073">
                  <c:v>105.76899022850833</c:v>
                </c:pt>
                <c:pt idx="2074">
                  <c:v>108.46131921829769</c:v>
                </c:pt>
                <c:pt idx="2075">
                  <c:v>166.5972533340055</c:v>
                </c:pt>
                <c:pt idx="2076">
                  <c:v>122.08830167767846</c:v>
                </c:pt>
                <c:pt idx="2077">
                  <c:v>172.34724382655352</c:v>
                </c:pt>
                <c:pt idx="2078">
                  <c:v>259.4204654839829</c:v>
                </c:pt>
                <c:pt idx="2079">
                  <c:v>205.62186524777616</c:v>
                </c:pt>
                <c:pt idx="2080">
                  <c:v>121.17574931620973</c:v>
                </c:pt>
                <c:pt idx="2081">
                  <c:v>167.68821755504922</c:v>
                </c:pt>
                <c:pt idx="2082">
                  <c:v>86.7229318651294</c:v>
                </c:pt>
                <c:pt idx="2083">
                  <c:v>118.00244059430548</c:v>
                </c:pt>
                <c:pt idx="2084">
                  <c:v>150.95733097326683</c:v>
                </c:pt>
                <c:pt idx="2085">
                  <c:v>157.3691660123728</c:v>
                </c:pt>
                <c:pt idx="2086">
                  <c:v>264.6677017617351</c:v>
                </c:pt>
                <c:pt idx="2087">
                  <c:v>262.0323492620356</c:v>
                </c:pt>
                <c:pt idx="2088">
                  <c:v>198.64790940618064</c:v>
                </c:pt>
                <c:pt idx="2089">
                  <c:v>185.46648111860097</c:v>
                </c:pt>
                <c:pt idx="2090">
                  <c:v>265.1668221109281</c:v>
                </c:pt>
                <c:pt idx="2091">
                  <c:v>158.87896952380518</c:v>
                </c:pt>
                <c:pt idx="2092">
                  <c:v>146.71838412547467</c:v>
                </c:pt>
                <c:pt idx="2093">
                  <c:v>260.4489821116625</c:v>
                </c:pt>
                <c:pt idx="2094">
                  <c:v>121.11972299452974</c:v>
                </c:pt>
                <c:pt idx="2095">
                  <c:v>252.9097786994308</c:v>
                </c:pt>
                <c:pt idx="2096">
                  <c:v>217.2315559135192</c:v>
                </c:pt>
                <c:pt idx="2097">
                  <c:v>153.48892241335662</c:v>
                </c:pt>
                <c:pt idx="2098">
                  <c:v>185.3832587865741</c:v>
                </c:pt>
                <c:pt idx="2099">
                  <c:v>238.7256135022223</c:v>
                </c:pt>
                <c:pt idx="2100">
                  <c:v>115.33894467772227</c:v>
                </c:pt>
                <c:pt idx="2101">
                  <c:v>139.42862398628313</c:v>
                </c:pt>
                <c:pt idx="2102">
                  <c:v>239.18355800268822</c:v>
                </c:pt>
                <c:pt idx="2103">
                  <c:v>214.16002765855148</c:v>
                </c:pt>
                <c:pt idx="2104">
                  <c:v>129.26610862627172</c:v>
                </c:pt>
                <c:pt idx="2105">
                  <c:v>235.8451405940556</c:v>
                </c:pt>
                <c:pt idx="2106">
                  <c:v>190.88613513795806</c:v>
                </c:pt>
                <c:pt idx="2107">
                  <c:v>255.73692119775782</c:v>
                </c:pt>
                <c:pt idx="2108">
                  <c:v>205.7485478515295</c:v>
                </c:pt>
                <c:pt idx="2109">
                  <c:v>200.4073725638358</c:v>
                </c:pt>
                <c:pt idx="2110">
                  <c:v>168.1560929046081</c:v>
                </c:pt>
                <c:pt idx="2111">
                  <c:v>272.6444640744262</c:v>
                </c:pt>
                <c:pt idx="2112">
                  <c:v>117.29736798731992</c:v>
                </c:pt>
                <c:pt idx="2113">
                  <c:v>241.47027341686632</c:v>
                </c:pt>
                <c:pt idx="2114">
                  <c:v>146.80108648961613</c:v>
                </c:pt>
                <c:pt idx="2115">
                  <c:v>164.1776080226063</c:v>
                </c:pt>
                <c:pt idx="2116">
                  <c:v>270.6485987413865</c:v>
                </c:pt>
                <c:pt idx="2117">
                  <c:v>223.42629741519764</c:v>
                </c:pt>
                <c:pt idx="2118">
                  <c:v>129.16023066589193</c:v>
                </c:pt>
                <c:pt idx="2119">
                  <c:v>251.58600763906523</c:v>
                </c:pt>
                <c:pt idx="2120">
                  <c:v>206.13516659902876</c:v>
                </c:pt>
                <c:pt idx="2121">
                  <c:v>193.17068045857704</c:v>
                </c:pt>
                <c:pt idx="2122">
                  <c:v>256.32888958375827</c:v>
                </c:pt>
                <c:pt idx="2123">
                  <c:v>199.76035328005872</c:v>
                </c:pt>
                <c:pt idx="2124">
                  <c:v>270.276037538542</c:v>
                </c:pt>
                <c:pt idx="2125">
                  <c:v>162.80723637767926</c:v>
                </c:pt>
                <c:pt idx="2126">
                  <c:v>165.04373255303435</c:v>
                </c:pt>
                <c:pt idx="2127">
                  <c:v>214.43934018797916</c:v>
                </c:pt>
                <c:pt idx="2128">
                  <c:v>249.8074833221714</c:v>
                </c:pt>
                <c:pt idx="2129">
                  <c:v>228.72931833837447</c:v>
                </c:pt>
                <c:pt idx="2130">
                  <c:v>207.92607298229822</c:v>
                </c:pt>
                <c:pt idx="2131">
                  <c:v>163.73824179035296</c:v>
                </c:pt>
                <c:pt idx="2132">
                  <c:v>192.38868990967094</c:v>
                </c:pt>
                <c:pt idx="2133">
                  <c:v>122.88255695533927</c:v>
                </c:pt>
                <c:pt idx="2134">
                  <c:v>208.33657768801876</c:v>
                </c:pt>
                <c:pt idx="2135">
                  <c:v>147.40242629946954</c:v>
                </c:pt>
                <c:pt idx="2136">
                  <c:v>187.61279266225105</c:v>
                </c:pt>
                <c:pt idx="2137">
                  <c:v>265.9958666720533</c:v>
                </c:pt>
                <c:pt idx="2138">
                  <c:v>200.0240996113196</c:v>
                </c:pt>
                <c:pt idx="2139">
                  <c:v>215.20991422883029</c:v>
                </c:pt>
                <c:pt idx="2140">
                  <c:v>169.655090604168</c:v>
                </c:pt>
                <c:pt idx="2141">
                  <c:v>251.04202173127462</c:v>
                </c:pt>
                <c:pt idx="2142">
                  <c:v>124.21747723330301</c:v>
                </c:pt>
                <c:pt idx="2143">
                  <c:v>185.68015156529623</c:v>
                </c:pt>
                <c:pt idx="2144">
                  <c:v>279.8745227281168</c:v>
                </c:pt>
                <c:pt idx="2145">
                  <c:v>273.8506877608557</c:v>
                </c:pt>
                <c:pt idx="2146">
                  <c:v>205.17534237765273</c:v>
                </c:pt>
                <c:pt idx="2147">
                  <c:v>135.65119529357284</c:v>
                </c:pt>
                <c:pt idx="2148">
                  <c:v>280.3117764884046</c:v>
                </c:pt>
                <c:pt idx="2149">
                  <c:v>204.0832038538388</c:v>
                </c:pt>
                <c:pt idx="2150">
                  <c:v>215.94297795351912</c:v>
                </c:pt>
                <c:pt idx="2151">
                  <c:v>110.72842150397692</c:v>
                </c:pt>
                <c:pt idx="2152">
                  <c:v>129.00258946357147</c:v>
                </c:pt>
                <c:pt idx="2153">
                  <c:v>234.77342783611783</c:v>
                </c:pt>
                <c:pt idx="2154">
                  <c:v>167.37637516834275</c:v>
                </c:pt>
                <c:pt idx="2155">
                  <c:v>154.25810232251342</c:v>
                </c:pt>
                <c:pt idx="2156">
                  <c:v>266.6656938130129</c:v>
                </c:pt>
                <c:pt idx="2157">
                  <c:v>202.90247619670268</c:v>
                </c:pt>
                <c:pt idx="2158">
                  <c:v>206.213202135228</c:v>
                </c:pt>
                <c:pt idx="2159">
                  <c:v>212.4158879299115</c:v>
                </c:pt>
                <c:pt idx="2160">
                  <c:v>210.07586220972252</c:v>
                </c:pt>
                <c:pt idx="2161">
                  <c:v>123.97792235056671</c:v>
                </c:pt>
                <c:pt idx="2162">
                  <c:v>170.31563761066803</c:v>
                </c:pt>
                <c:pt idx="2163">
                  <c:v>182.90853868802836</c:v>
                </c:pt>
                <c:pt idx="2164">
                  <c:v>203.076812509022</c:v>
                </c:pt>
                <c:pt idx="2165">
                  <c:v>260.7386979290765</c:v>
                </c:pt>
                <c:pt idx="2166">
                  <c:v>197.9473351285383</c:v>
                </c:pt>
                <c:pt idx="2167">
                  <c:v>149.9336811112406</c:v>
                </c:pt>
                <c:pt idx="2168">
                  <c:v>171.66966643571644</c:v>
                </c:pt>
                <c:pt idx="2169">
                  <c:v>154.8294657883126</c:v>
                </c:pt>
                <c:pt idx="2170">
                  <c:v>199.77594272133695</c:v>
                </c:pt>
                <c:pt idx="2171">
                  <c:v>128.53896966687157</c:v>
                </c:pt>
                <c:pt idx="2172">
                  <c:v>161.76417385521916</c:v>
                </c:pt>
                <c:pt idx="2173">
                  <c:v>138.54869098890484</c:v>
                </c:pt>
                <c:pt idx="2174">
                  <c:v>173.05094388767859</c:v>
                </c:pt>
                <c:pt idx="2175">
                  <c:v>207.55309472493843</c:v>
                </c:pt>
                <c:pt idx="2176">
                  <c:v>164.12281632224628</c:v>
                </c:pt>
                <c:pt idx="2177">
                  <c:v>161.84376064661328</c:v>
                </c:pt>
                <c:pt idx="2178">
                  <c:v>246.1983529288945</c:v>
                </c:pt>
                <c:pt idx="2179">
                  <c:v>125.6757668019488</c:v>
                </c:pt>
                <c:pt idx="2180">
                  <c:v>209.63237648101838</c:v>
                </c:pt>
                <c:pt idx="2181">
                  <c:v>209.55644672803624</c:v>
                </c:pt>
                <c:pt idx="2182">
                  <c:v>207.2944895823319</c:v>
                </c:pt>
                <c:pt idx="2183">
                  <c:v>246.88636259632142</c:v>
                </c:pt>
                <c:pt idx="2184">
                  <c:v>139.7481825323781</c:v>
                </c:pt>
                <c:pt idx="2185">
                  <c:v>217.01933905658052</c:v>
                </c:pt>
                <c:pt idx="2186">
                  <c:v>164.45965659214667</c:v>
                </c:pt>
                <c:pt idx="2187">
                  <c:v>286.9529049938312</c:v>
                </c:pt>
                <c:pt idx="2188">
                  <c:v>123.19474298615337</c:v>
                </c:pt>
                <c:pt idx="2189">
                  <c:v>199.20612163673</c:v>
                </c:pt>
                <c:pt idx="2190">
                  <c:v>217.78052926265954</c:v>
                </c:pt>
                <c:pt idx="2191">
                  <c:v>114.6060007137747</c:v>
                </c:pt>
                <c:pt idx="2192">
                  <c:v>171.29051942224243</c:v>
                </c:pt>
                <c:pt idx="2193">
                  <c:v>178.55729715763502</c:v>
                </c:pt>
                <c:pt idx="2194">
                  <c:v>268.6845812318033</c:v>
                </c:pt>
                <c:pt idx="2195">
                  <c:v>189.87495016782944</c:v>
                </c:pt>
                <c:pt idx="2196">
                  <c:v>239.1495304498619</c:v>
                </c:pt>
                <c:pt idx="2197">
                  <c:v>265.9251490446446</c:v>
                </c:pt>
                <c:pt idx="2198">
                  <c:v>258.14545856699556</c:v>
                </c:pt>
                <c:pt idx="2199">
                  <c:v>125.86134167992651</c:v>
                </c:pt>
                <c:pt idx="2200">
                  <c:v>258.32632504877165</c:v>
                </c:pt>
                <c:pt idx="2201">
                  <c:v>166.4400896376407</c:v>
                </c:pt>
                <c:pt idx="2202">
                  <c:v>270.19681351433786</c:v>
                </c:pt>
                <c:pt idx="2203">
                  <c:v>205.2474362656266</c:v>
                </c:pt>
                <c:pt idx="2204">
                  <c:v>117.94251825921218</c:v>
                </c:pt>
                <c:pt idx="2205">
                  <c:v>250.57629731275773</c:v>
                </c:pt>
                <c:pt idx="2206">
                  <c:v>164.7119692206422</c:v>
                </c:pt>
                <c:pt idx="2207">
                  <c:v>269.5409485559986</c:v>
                </c:pt>
                <c:pt idx="2208">
                  <c:v>257.4828458827074</c:v>
                </c:pt>
                <c:pt idx="2209">
                  <c:v>174.7035538688044</c:v>
                </c:pt>
                <c:pt idx="2210">
                  <c:v>115.63386858800067</c:v>
                </c:pt>
                <c:pt idx="2211">
                  <c:v>230.1642961620033</c:v>
                </c:pt>
                <c:pt idx="2212">
                  <c:v>130.49267293366893</c:v>
                </c:pt>
                <c:pt idx="2213">
                  <c:v>124.87839015496392</c:v>
                </c:pt>
                <c:pt idx="2214">
                  <c:v>241.0356286601309</c:v>
                </c:pt>
                <c:pt idx="2215">
                  <c:v>126.2275123405735</c:v>
                </c:pt>
                <c:pt idx="2216">
                  <c:v>205.34086065063235</c:v>
                </c:pt>
                <c:pt idx="2217">
                  <c:v>262.08040804929857</c:v>
                </c:pt>
                <c:pt idx="2218">
                  <c:v>174.58786549632964</c:v>
                </c:pt>
                <c:pt idx="2219">
                  <c:v>168.23672665947967</c:v>
                </c:pt>
                <c:pt idx="2220">
                  <c:v>261.81288725965004</c:v>
                </c:pt>
                <c:pt idx="2221">
                  <c:v>113.17608042865501</c:v>
                </c:pt>
                <c:pt idx="2222">
                  <c:v>210.77588949845833</c:v>
                </c:pt>
                <c:pt idx="2223">
                  <c:v>264.28927834511853</c:v>
                </c:pt>
                <c:pt idx="2224">
                  <c:v>256.147069474593</c:v>
                </c:pt>
                <c:pt idx="2225">
                  <c:v>244.93846059542818</c:v>
                </c:pt>
                <c:pt idx="2226">
                  <c:v>172.28762448277956</c:v>
                </c:pt>
                <c:pt idx="2227">
                  <c:v>128.05434878669752</c:v>
                </c:pt>
                <c:pt idx="2228">
                  <c:v>260.989311802685</c:v>
                </c:pt>
                <c:pt idx="2229">
                  <c:v>267.2401365056025</c:v>
                </c:pt>
                <c:pt idx="2230">
                  <c:v>221.73211775249126</c:v>
                </c:pt>
                <c:pt idx="2231">
                  <c:v>140.9372930209388</c:v>
                </c:pt>
                <c:pt idx="2232">
                  <c:v>120.77674439322512</c:v>
                </c:pt>
                <c:pt idx="2233">
                  <c:v>118.85713650115748</c:v>
                </c:pt>
                <c:pt idx="2234">
                  <c:v>217.66032125543987</c:v>
                </c:pt>
                <c:pt idx="2235">
                  <c:v>137.8564062364809</c:v>
                </c:pt>
                <c:pt idx="2236">
                  <c:v>249.88582692182666</c:v>
                </c:pt>
                <c:pt idx="2237">
                  <c:v>280.2127272816525</c:v>
                </c:pt>
                <c:pt idx="2238">
                  <c:v>147.13654161749957</c:v>
                </c:pt>
                <c:pt idx="2239">
                  <c:v>211.18716023092574</c:v>
                </c:pt>
                <c:pt idx="2240">
                  <c:v>157.3572325701251</c:v>
                </c:pt>
                <c:pt idx="2241">
                  <c:v>218.10876240246523</c:v>
                </c:pt>
                <c:pt idx="2242">
                  <c:v>241.2198327270886</c:v>
                </c:pt>
                <c:pt idx="2243">
                  <c:v>243.785200826274</c:v>
                </c:pt>
                <c:pt idx="2244">
                  <c:v>256.0546537450855</c:v>
                </c:pt>
                <c:pt idx="2245">
                  <c:v>148.48211616419533</c:v>
                </c:pt>
                <c:pt idx="2246">
                  <c:v>111.57355115152691</c:v>
                </c:pt>
                <c:pt idx="2247">
                  <c:v>277.182535011492</c:v>
                </c:pt>
                <c:pt idx="2248">
                  <c:v>126.45875675320994</c:v>
                </c:pt>
                <c:pt idx="2249">
                  <c:v>173.2072377348994</c:v>
                </c:pt>
                <c:pt idx="2250">
                  <c:v>109.68713671668071</c:v>
                </c:pt>
                <c:pt idx="2251">
                  <c:v>207.08459609004137</c:v>
                </c:pt>
                <c:pt idx="2252">
                  <c:v>145.1762788746587</c:v>
                </c:pt>
                <c:pt idx="2253">
                  <c:v>224.7852849428242</c:v>
                </c:pt>
                <c:pt idx="2254">
                  <c:v>257.8287964842847</c:v>
                </c:pt>
                <c:pt idx="2255">
                  <c:v>110.06998016140766</c:v>
                </c:pt>
                <c:pt idx="2256">
                  <c:v>127.4385854008746</c:v>
                </c:pt>
                <c:pt idx="2257">
                  <c:v>161.9618304049121</c:v>
                </c:pt>
                <c:pt idx="2258">
                  <c:v>232.85434070556468</c:v>
                </c:pt>
                <c:pt idx="2259">
                  <c:v>155.1378151296823</c:v>
                </c:pt>
                <c:pt idx="2260">
                  <c:v>178.80530173719035</c:v>
                </c:pt>
                <c:pt idx="2261">
                  <c:v>118.87253571204258</c:v>
                </c:pt>
                <c:pt idx="2262">
                  <c:v>223.8908048700949</c:v>
                </c:pt>
                <c:pt idx="2263">
                  <c:v>167.33011699448494</c:v>
                </c:pt>
                <c:pt idx="2264">
                  <c:v>260.77712646056034</c:v>
                </c:pt>
                <c:pt idx="2265">
                  <c:v>260.5492001843664</c:v>
                </c:pt>
                <c:pt idx="2266">
                  <c:v>161.356709451574</c:v>
                </c:pt>
                <c:pt idx="2267">
                  <c:v>229.14764458582505</c:v>
                </c:pt>
                <c:pt idx="2268">
                  <c:v>122.25813405078361</c:v>
                </c:pt>
                <c:pt idx="2269">
                  <c:v>252.26705823782797</c:v>
                </c:pt>
                <c:pt idx="2270">
                  <c:v>245.3733555382033</c:v>
                </c:pt>
                <c:pt idx="2271">
                  <c:v>252.02263036296668</c:v>
                </c:pt>
                <c:pt idx="2272">
                  <c:v>107.23249237399894</c:v>
                </c:pt>
                <c:pt idx="2273">
                  <c:v>162.03456342461564</c:v>
                </c:pt>
                <c:pt idx="2274">
                  <c:v>159.26638931905026</c:v>
                </c:pt>
                <c:pt idx="2275">
                  <c:v>204.32420373099137</c:v>
                </c:pt>
                <c:pt idx="2276">
                  <c:v>168.88396850445173</c:v>
                </c:pt>
                <c:pt idx="2277">
                  <c:v>197.4629030323848</c:v>
                </c:pt>
                <c:pt idx="2278">
                  <c:v>124.22334254591614</c:v>
                </c:pt>
                <c:pt idx="2279">
                  <c:v>212.8312757375323</c:v>
                </c:pt>
                <c:pt idx="2280">
                  <c:v>189.03029147852263</c:v>
                </c:pt>
                <c:pt idx="2281">
                  <c:v>205.1623564989008</c:v>
                </c:pt>
                <c:pt idx="2282">
                  <c:v>113.5015492027161</c:v>
                </c:pt>
                <c:pt idx="2283">
                  <c:v>154.03387204134097</c:v>
                </c:pt>
                <c:pt idx="2284">
                  <c:v>107.40810599163966</c:v>
                </c:pt>
                <c:pt idx="2285">
                  <c:v>250.94182068895077</c:v>
                </c:pt>
                <c:pt idx="2286">
                  <c:v>130.60113034491872</c:v>
                </c:pt>
                <c:pt idx="2287">
                  <c:v>224.20691164019226</c:v>
                </c:pt>
                <c:pt idx="2288">
                  <c:v>269.22156395663274</c:v>
                </c:pt>
                <c:pt idx="2289">
                  <c:v>184.53838068889416</c:v>
                </c:pt>
                <c:pt idx="2290">
                  <c:v>232.29615602441837</c:v>
                </c:pt>
                <c:pt idx="2291">
                  <c:v>262.37458111320944</c:v>
                </c:pt>
                <c:pt idx="2292">
                  <c:v>261.00883311089365</c:v>
                </c:pt>
                <c:pt idx="2293">
                  <c:v>246.77240688560016</c:v>
                </c:pt>
                <c:pt idx="2294">
                  <c:v>206.96596676127058</c:v>
                </c:pt>
                <c:pt idx="2295">
                  <c:v>235.88367003865415</c:v>
                </c:pt>
                <c:pt idx="2296">
                  <c:v>206.48152400835522</c:v>
                </c:pt>
                <c:pt idx="2297">
                  <c:v>206.61498945461923</c:v>
                </c:pt>
                <c:pt idx="2298">
                  <c:v>162.92188766210728</c:v>
                </c:pt>
                <c:pt idx="2299">
                  <c:v>149.47780708575843</c:v>
                </c:pt>
                <c:pt idx="2300">
                  <c:v>135.4535935756551</c:v>
                </c:pt>
                <c:pt idx="2301">
                  <c:v>116.4928773378387</c:v>
                </c:pt>
                <c:pt idx="2302">
                  <c:v>171.46299317323889</c:v>
                </c:pt>
                <c:pt idx="2303">
                  <c:v>120.042916054153</c:v>
                </c:pt>
                <c:pt idx="2304">
                  <c:v>230.657855168705</c:v>
                </c:pt>
                <c:pt idx="2305">
                  <c:v>186.16776841918997</c:v>
                </c:pt>
                <c:pt idx="2306">
                  <c:v>264.43385473369347</c:v>
                </c:pt>
                <c:pt idx="2307">
                  <c:v>111.84467207362397</c:v>
                </c:pt>
                <c:pt idx="2308">
                  <c:v>159.6121318075254</c:v>
                </c:pt>
                <c:pt idx="2309">
                  <c:v>168.7213698236088</c:v>
                </c:pt>
                <c:pt idx="2310">
                  <c:v>215.34130281477658</c:v>
                </c:pt>
                <c:pt idx="2311">
                  <c:v>113.60056223469924</c:v>
                </c:pt>
                <c:pt idx="2312">
                  <c:v>227.52325106516798</c:v>
                </c:pt>
                <c:pt idx="2313">
                  <c:v>227.00188111973864</c:v>
                </c:pt>
                <c:pt idx="2314">
                  <c:v>173.50461764064497</c:v>
                </c:pt>
                <c:pt idx="2315">
                  <c:v>156.57108608672127</c:v>
                </c:pt>
                <c:pt idx="2316">
                  <c:v>265.07647094468587</c:v>
                </c:pt>
                <c:pt idx="2317">
                  <c:v>205.88600481136217</c:v>
                </c:pt>
                <c:pt idx="2318">
                  <c:v>213.59295629629474</c:v>
                </c:pt>
                <c:pt idx="2319">
                  <c:v>245.74364294252106</c:v>
                </c:pt>
                <c:pt idx="2320">
                  <c:v>158.7333536766354</c:v>
                </c:pt>
                <c:pt idx="2321">
                  <c:v>205.38606982821725</c:v>
                </c:pt>
                <c:pt idx="2322">
                  <c:v>123.83857973181487</c:v>
                </c:pt>
                <c:pt idx="2323">
                  <c:v>214.20223867477674</c:v>
                </c:pt>
                <c:pt idx="2324">
                  <c:v>167.30506396024796</c:v>
                </c:pt>
                <c:pt idx="2325">
                  <c:v>193.404064278249</c:v>
                </c:pt>
                <c:pt idx="2326">
                  <c:v>169.5132249958587</c:v>
                </c:pt>
                <c:pt idx="2327">
                  <c:v>128.1856856102134</c:v>
                </c:pt>
                <c:pt idx="2328">
                  <c:v>209.72201308747015</c:v>
                </c:pt>
                <c:pt idx="2329">
                  <c:v>183.0973404031064</c:v>
                </c:pt>
                <c:pt idx="2330">
                  <c:v>209.95473347306088</c:v>
                </c:pt>
                <c:pt idx="2331">
                  <c:v>101.25496365889914</c:v>
                </c:pt>
                <c:pt idx="2332">
                  <c:v>257.68291640739875</c:v>
                </c:pt>
                <c:pt idx="2333">
                  <c:v>137.78447206920492</c:v>
                </c:pt>
                <c:pt idx="2334">
                  <c:v>182.01674266022954</c:v>
                </c:pt>
                <c:pt idx="2335">
                  <c:v>115.83138747229233</c:v>
                </c:pt>
                <c:pt idx="2336">
                  <c:v>260.36982630653745</c:v>
                </c:pt>
                <c:pt idx="2337">
                  <c:v>85.86094168799494</c:v>
                </c:pt>
                <c:pt idx="2338">
                  <c:v>289.65399414059624</c:v>
                </c:pt>
                <c:pt idx="2339">
                  <c:v>194.32866797761255</c:v>
                </c:pt>
                <c:pt idx="2340">
                  <c:v>126.13704131011077</c:v>
                </c:pt>
                <c:pt idx="2341">
                  <c:v>159.73509026848586</c:v>
                </c:pt>
                <c:pt idx="2342">
                  <c:v>146.09570993246044</c:v>
                </c:pt>
                <c:pt idx="2343">
                  <c:v>145.69578615293096</c:v>
                </c:pt>
                <c:pt idx="2344">
                  <c:v>255.0481416454324</c:v>
                </c:pt>
                <c:pt idx="2345">
                  <c:v>207.2285828596913</c:v>
                </c:pt>
                <c:pt idx="2346">
                  <c:v>264.36357875532923</c:v>
                </c:pt>
                <c:pt idx="2347">
                  <c:v>201.0056912155792</c:v>
                </c:pt>
                <c:pt idx="2348">
                  <c:v>208.0392654361497</c:v>
                </c:pt>
                <c:pt idx="2349">
                  <c:v>89.73790038818112</c:v>
                </c:pt>
                <c:pt idx="2350">
                  <c:v>125.14017498369762</c:v>
                </c:pt>
                <c:pt idx="2351">
                  <c:v>235.7755681650099</c:v>
                </c:pt>
                <c:pt idx="2352">
                  <c:v>269.17151656384505</c:v>
                </c:pt>
                <c:pt idx="2353">
                  <c:v>146.5800869216327</c:v>
                </c:pt>
                <c:pt idx="2354">
                  <c:v>247.6760944639384</c:v>
                </c:pt>
                <c:pt idx="2355">
                  <c:v>194.65621182501644</c:v>
                </c:pt>
                <c:pt idx="2356">
                  <c:v>259.4501612801955</c:v>
                </c:pt>
                <c:pt idx="2357">
                  <c:v>147.00384225401714</c:v>
                </c:pt>
                <c:pt idx="2358">
                  <c:v>174.5828187209245</c:v>
                </c:pt>
                <c:pt idx="2359">
                  <c:v>256.9579776478797</c:v>
                </c:pt>
                <c:pt idx="2360">
                  <c:v>83.95522187102088</c:v>
                </c:pt>
                <c:pt idx="2361">
                  <c:v>106.35333913318728</c:v>
                </c:pt>
                <c:pt idx="2362">
                  <c:v>207.892657675545</c:v>
                </c:pt>
                <c:pt idx="2363">
                  <c:v>189.34075913066712</c:v>
                </c:pt>
                <c:pt idx="2364">
                  <c:v>156.37581581601174</c:v>
                </c:pt>
                <c:pt idx="2365">
                  <c:v>213.58073895333496</c:v>
                </c:pt>
                <c:pt idx="2366">
                  <c:v>204.86250365166867</c:v>
                </c:pt>
                <c:pt idx="2367">
                  <c:v>213.4804416385143</c:v>
                </c:pt>
                <c:pt idx="2368">
                  <c:v>223.23003258124095</c:v>
                </c:pt>
                <c:pt idx="2369">
                  <c:v>203.69424698813364</c:v>
                </c:pt>
                <c:pt idx="2370">
                  <c:v>183.79495449898414</c:v>
                </c:pt>
                <c:pt idx="2371">
                  <c:v>167.51996459034368</c:v>
                </c:pt>
                <c:pt idx="2372">
                  <c:v>229.3792533120938</c:v>
                </c:pt>
                <c:pt idx="2373">
                  <c:v>206.2897119279142</c:v>
                </c:pt>
                <c:pt idx="2374">
                  <c:v>249.27652292115192</c:v>
                </c:pt>
                <c:pt idx="2375">
                  <c:v>115.95827055892687</c:v>
                </c:pt>
                <c:pt idx="2376">
                  <c:v>229.63518047314568</c:v>
                </c:pt>
                <c:pt idx="2377">
                  <c:v>130.33748913781668</c:v>
                </c:pt>
                <c:pt idx="2378">
                  <c:v>204.16295400488278</c:v>
                </c:pt>
                <c:pt idx="2379">
                  <c:v>214.44786156062744</c:v>
                </c:pt>
                <c:pt idx="2380">
                  <c:v>143.62766802615644</c:v>
                </c:pt>
                <c:pt idx="2381">
                  <c:v>168.01179410197645</c:v>
                </c:pt>
                <c:pt idx="2382">
                  <c:v>114.12065913767697</c:v>
                </c:pt>
                <c:pt idx="2383">
                  <c:v>158.8721458814663</c:v>
                </c:pt>
                <c:pt idx="2384">
                  <c:v>229.21533580482148</c:v>
                </c:pt>
                <c:pt idx="2385">
                  <c:v>208.24716944504527</c:v>
                </c:pt>
                <c:pt idx="2386">
                  <c:v>262.2685098891225</c:v>
                </c:pt>
                <c:pt idx="2387">
                  <c:v>203.14184584979412</c:v>
                </c:pt>
                <c:pt idx="2388">
                  <c:v>261.88967086356325</c:v>
                </c:pt>
                <c:pt idx="2389">
                  <c:v>225.19935793235166</c:v>
                </c:pt>
                <c:pt idx="2390">
                  <c:v>114.21774739752237</c:v>
                </c:pt>
                <c:pt idx="2391">
                  <c:v>232.02526493991448</c:v>
                </c:pt>
                <c:pt idx="2392">
                  <c:v>109.56504539619542</c:v>
                </c:pt>
                <c:pt idx="2393">
                  <c:v>163.7854862663104</c:v>
                </c:pt>
                <c:pt idx="2394">
                  <c:v>212.2308209190762</c:v>
                </c:pt>
                <c:pt idx="2395">
                  <c:v>158.4678808570539</c:v>
                </c:pt>
                <c:pt idx="2396">
                  <c:v>164.67938524071403</c:v>
                </c:pt>
                <c:pt idx="2397">
                  <c:v>220.27588314086728</c:v>
                </c:pt>
                <c:pt idx="2398">
                  <c:v>234.37878329506154</c:v>
                </c:pt>
                <c:pt idx="2399">
                  <c:v>251.39645575737507</c:v>
                </c:pt>
                <c:pt idx="2400">
                  <c:v>206.29743342221823</c:v>
                </c:pt>
                <c:pt idx="2401">
                  <c:v>214.96335253720252</c:v>
                </c:pt>
                <c:pt idx="2402">
                  <c:v>150.8807906225848</c:v>
                </c:pt>
                <c:pt idx="2403">
                  <c:v>200.23580852208795</c:v>
                </c:pt>
                <c:pt idx="2404">
                  <c:v>252.6417905711527</c:v>
                </c:pt>
                <c:pt idx="2405">
                  <c:v>245.43800183946215</c:v>
                </c:pt>
                <c:pt idx="2406">
                  <c:v>273.76240907684416</c:v>
                </c:pt>
                <c:pt idx="2407">
                  <c:v>108.26905420212852</c:v>
                </c:pt>
                <c:pt idx="2408">
                  <c:v>266.1503553356023</c:v>
                </c:pt>
                <c:pt idx="2409">
                  <c:v>269.99096921745297</c:v>
                </c:pt>
                <c:pt idx="2410">
                  <c:v>118.4077620739954</c:v>
                </c:pt>
                <c:pt idx="2411">
                  <c:v>211.40151972254472</c:v>
                </c:pt>
                <c:pt idx="2412">
                  <c:v>185.4499531324735</c:v>
                </c:pt>
                <c:pt idx="2413">
                  <c:v>236.7596973581735</c:v>
                </c:pt>
                <c:pt idx="2414">
                  <c:v>252.49338399788357</c:v>
                </c:pt>
                <c:pt idx="2415">
                  <c:v>191.0721742668986</c:v>
                </c:pt>
                <c:pt idx="2416">
                  <c:v>135.48664192775672</c:v>
                </c:pt>
                <c:pt idx="2417">
                  <c:v>203.59209873187493</c:v>
                </c:pt>
                <c:pt idx="2418">
                  <c:v>270.6310934553762</c:v>
                </c:pt>
                <c:pt idx="2419">
                  <c:v>162.61275849208783</c:v>
                </c:pt>
                <c:pt idx="2420">
                  <c:v>157.8547058167249</c:v>
                </c:pt>
                <c:pt idx="2421">
                  <c:v>231.91699214787934</c:v>
                </c:pt>
                <c:pt idx="2422">
                  <c:v>167.42472182276686</c:v>
                </c:pt>
                <c:pt idx="2423">
                  <c:v>170.22863097212849</c:v>
                </c:pt>
                <c:pt idx="2424">
                  <c:v>205.36189455792712</c:v>
                </c:pt>
                <c:pt idx="2425">
                  <c:v>216.25921032830382</c:v>
                </c:pt>
                <c:pt idx="2426">
                  <c:v>215.15277363591372</c:v>
                </c:pt>
                <c:pt idx="2427">
                  <c:v>188.13679419209592</c:v>
                </c:pt>
                <c:pt idx="2428">
                  <c:v>146.87221010329372</c:v>
                </c:pt>
                <c:pt idx="2429">
                  <c:v>127.55977892248431</c:v>
                </c:pt>
                <c:pt idx="2430">
                  <c:v>107.83300958026763</c:v>
                </c:pt>
                <c:pt idx="2431">
                  <c:v>149.3187231065968</c:v>
                </c:pt>
                <c:pt idx="2432">
                  <c:v>241.82979806757274</c:v>
                </c:pt>
                <c:pt idx="2433">
                  <c:v>223.05252812523054</c:v>
                </c:pt>
                <c:pt idx="2434">
                  <c:v>189.94114546124732</c:v>
                </c:pt>
                <c:pt idx="2435">
                  <c:v>279.97487861974946</c:v>
                </c:pt>
                <c:pt idx="2436">
                  <c:v>272.2414595785347</c:v>
                </c:pt>
                <c:pt idx="2437">
                  <c:v>236.06844019588343</c:v>
                </c:pt>
                <c:pt idx="2438">
                  <c:v>258.41168259408846</c:v>
                </c:pt>
                <c:pt idx="2439">
                  <c:v>211.52419359040738</c:v>
                </c:pt>
                <c:pt idx="2440">
                  <c:v>209.82171321411263</c:v>
                </c:pt>
                <c:pt idx="2441">
                  <c:v>112.02957377559696</c:v>
                </c:pt>
                <c:pt idx="2442">
                  <c:v>204.86161854128198</c:v>
                </c:pt>
                <c:pt idx="2443">
                  <c:v>277.44736640255417</c:v>
                </c:pt>
                <c:pt idx="2444">
                  <c:v>264.73223490126816</c:v>
                </c:pt>
                <c:pt idx="2445">
                  <c:v>163.95859787019285</c:v>
                </c:pt>
                <c:pt idx="2446">
                  <c:v>210.3569633572451</c:v>
                </c:pt>
                <c:pt idx="2447">
                  <c:v>258.0553627620174</c:v>
                </c:pt>
                <c:pt idx="2448">
                  <c:v>110.255001557806</c:v>
                </c:pt>
                <c:pt idx="2449">
                  <c:v>209.325781204858</c:v>
                </c:pt>
                <c:pt idx="2450">
                  <c:v>266.9986774689156</c:v>
                </c:pt>
                <c:pt idx="2451">
                  <c:v>212.42908862680986</c:v>
                </c:pt>
                <c:pt idx="2452">
                  <c:v>110.83485208627867</c:v>
                </c:pt>
                <c:pt idx="2453">
                  <c:v>204.84054285943668</c:v>
                </c:pt>
                <c:pt idx="2454">
                  <c:v>261.8631964208691</c:v>
                </c:pt>
                <c:pt idx="2455">
                  <c:v>204.6127867305982</c:v>
                </c:pt>
                <c:pt idx="2456">
                  <c:v>155.6395494763983</c:v>
                </c:pt>
                <c:pt idx="2457">
                  <c:v>146.81224203684192</c:v>
                </c:pt>
                <c:pt idx="2458">
                  <c:v>205.50747605063682</c:v>
                </c:pt>
                <c:pt idx="2459">
                  <c:v>210.29230894356616</c:v>
                </c:pt>
                <c:pt idx="2460">
                  <c:v>252.8745532215241</c:v>
                </c:pt>
                <c:pt idx="2461">
                  <c:v>117.92090341153036</c:v>
                </c:pt>
                <c:pt idx="2462">
                  <c:v>265.013661561026</c:v>
                </c:pt>
                <c:pt idx="2463">
                  <c:v>107.72903835520005</c:v>
                </c:pt>
                <c:pt idx="2464">
                  <c:v>164.99607212173967</c:v>
                </c:pt>
                <c:pt idx="2465">
                  <c:v>106.63172682409851</c:v>
                </c:pt>
                <c:pt idx="2466">
                  <c:v>172.74239831126457</c:v>
                </c:pt>
                <c:pt idx="2467">
                  <c:v>191.8160003737605</c:v>
                </c:pt>
                <c:pt idx="2468">
                  <c:v>190.5238759769316</c:v>
                </c:pt>
                <c:pt idx="2469">
                  <c:v>147.2983630423794</c:v>
                </c:pt>
                <c:pt idx="2470">
                  <c:v>231.90484141175952</c:v>
                </c:pt>
                <c:pt idx="2471">
                  <c:v>95.12237973172357</c:v>
                </c:pt>
                <c:pt idx="2472">
                  <c:v>242.46954811242452</c:v>
                </c:pt>
                <c:pt idx="2473">
                  <c:v>256.80785087862876</c:v>
                </c:pt>
                <c:pt idx="2474">
                  <c:v>173.13618276699017</c:v>
                </c:pt>
                <c:pt idx="2475">
                  <c:v>211.35948247779737</c:v>
                </c:pt>
                <c:pt idx="2476">
                  <c:v>178.51599815665836</c:v>
                </c:pt>
                <c:pt idx="2477">
                  <c:v>105.39472044402261</c:v>
                </c:pt>
                <c:pt idx="2478">
                  <c:v>192.3018941077495</c:v>
                </c:pt>
                <c:pt idx="2479">
                  <c:v>247.19697639426028</c:v>
                </c:pt>
                <c:pt idx="2480">
                  <c:v>225.44867680377808</c:v>
                </c:pt>
                <c:pt idx="2481">
                  <c:v>116.45531602464216</c:v>
                </c:pt>
                <c:pt idx="2482">
                  <c:v>254.46946836668596</c:v>
                </c:pt>
                <c:pt idx="2483">
                  <c:v>197.5849635850842</c:v>
                </c:pt>
                <c:pt idx="2484">
                  <c:v>257.9092325394718</c:v>
                </c:pt>
                <c:pt idx="2485">
                  <c:v>231.20170082261518</c:v>
                </c:pt>
                <c:pt idx="2486">
                  <c:v>146.52402659294265</c:v>
                </c:pt>
                <c:pt idx="2487">
                  <c:v>167.42827859356345</c:v>
                </c:pt>
                <c:pt idx="2488">
                  <c:v>125.58678987686191</c:v>
                </c:pt>
                <c:pt idx="2489">
                  <c:v>311.44211444010693</c:v>
                </c:pt>
                <c:pt idx="2490">
                  <c:v>137.94408253116399</c:v>
                </c:pt>
                <c:pt idx="2491">
                  <c:v>263.18510269881926</c:v>
                </c:pt>
                <c:pt idx="2492">
                  <c:v>227.19213396980865</c:v>
                </c:pt>
                <c:pt idx="2493">
                  <c:v>149.24129399854507</c:v>
                </c:pt>
                <c:pt idx="2494">
                  <c:v>107.09859028765209</c:v>
                </c:pt>
                <c:pt idx="2495">
                  <c:v>269.2647205961821</c:v>
                </c:pt>
                <c:pt idx="2496">
                  <c:v>202.27412856967385</c:v>
                </c:pt>
                <c:pt idx="2497">
                  <c:v>162.1140769525596</c:v>
                </c:pt>
                <c:pt idx="2498">
                  <c:v>170.06666720984396</c:v>
                </c:pt>
                <c:pt idx="2499">
                  <c:v>123.11091082725633</c:v>
                </c:pt>
                <c:pt idx="2500">
                  <c:v>206.34808726827723</c:v>
                </c:pt>
                <c:pt idx="2501">
                  <c:v>161.07700254898188</c:v>
                </c:pt>
                <c:pt idx="2502">
                  <c:v>240.9255812684689</c:v>
                </c:pt>
                <c:pt idx="2503">
                  <c:v>190.2184026404086</c:v>
                </c:pt>
                <c:pt idx="2504">
                  <c:v>175.0046996309417</c:v>
                </c:pt>
                <c:pt idx="2505">
                  <c:v>192.99878378775998</c:v>
                </c:pt>
                <c:pt idx="2506">
                  <c:v>191.09116501189314</c:v>
                </c:pt>
                <c:pt idx="2507">
                  <c:v>264.5760764935342</c:v>
                </c:pt>
                <c:pt idx="2508">
                  <c:v>210.79686585387924</c:v>
                </c:pt>
                <c:pt idx="2509">
                  <c:v>114.01656807284311</c:v>
                </c:pt>
                <c:pt idx="2510">
                  <c:v>212.24634311326162</c:v>
                </c:pt>
                <c:pt idx="2511">
                  <c:v>159.2140580163914</c:v>
                </c:pt>
                <c:pt idx="2512">
                  <c:v>112.35609545493179</c:v>
                </c:pt>
                <c:pt idx="2513">
                  <c:v>263.02627287566617</c:v>
                </c:pt>
                <c:pt idx="2514">
                  <c:v>243.78807090102214</c:v>
                </c:pt>
                <c:pt idx="2515">
                  <c:v>260.70499348059195</c:v>
                </c:pt>
                <c:pt idx="2516">
                  <c:v>207.43553834610276</c:v>
                </c:pt>
                <c:pt idx="2517">
                  <c:v>216.48469572930492</c:v>
                </c:pt>
                <c:pt idx="2518">
                  <c:v>116.73831600475559</c:v>
                </c:pt>
                <c:pt idx="2519">
                  <c:v>157.08350690382164</c:v>
                </c:pt>
                <c:pt idx="2520">
                  <c:v>263.5362314753418</c:v>
                </c:pt>
                <c:pt idx="2521">
                  <c:v>117.26970835831406</c:v>
                </c:pt>
                <c:pt idx="2522">
                  <c:v>233.60880810624315</c:v>
                </c:pt>
                <c:pt idx="2523">
                  <c:v>256.13815769617054</c:v>
                </c:pt>
                <c:pt idx="2524">
                  <c:v>122.95645021167587</c:v>
                </c:pt>
                <c:pt idx="2525">
                  <c:v>207.13797544987764</c:v>
                </c:pt>
                <c:pt idx="2526">
                  <c:v>211.4141357530324</c:v>
                </c:pt>
                <c:pt idx="2527">
                  <c:v>120.61342499143129</c:v>
                </c:pt>
                <c:pt idx="2528">
                  <c:v>211.62070982579385</c:v>
                </c:pt>
                <c:pt idx="2529">
                  <c:v>204.13534743600462</c:v>
                </c:pt>
                <c:pt idx="2530">
                  <c:v>159.37682757651277</c:v>
                </c:pt>
                <c:pt idx="2531">
                  <c:v>243.60028843725445</c:v>
                </c:pt>
                <c:pt idx="2532">
                  <c:v>269.7806191376819</c:v>
                </c:pt>
                <c:pt idx="2533">
                  <c:v>179.41061925166235</c:v>
                </c:pt>
                <c:pt idx="2534">
                  <c:v>251.47824653104246</c:v>
                </c:pt>
                <c:pt idx="2535">
                  <c:v>121.65689813381044</c:v>
                </c:pt>
                <c:pt idx="2536">
                  <c:v>269.6197855931083</c:v>
                </c:pt>
                <c:pt idx="2537">
                  <c:v>222.60692618034247</c:v>
                </c:pt>
                <c:pt idx="2538">
                  <c:v>145.49697423638432</c:v>
                </c:pt>
                <c:pt idx="2539">
                  <c:v>155.3828185104949</c:v>
                </c:pt>
                <c:pt idx="2540">
                  <c:v>276.54543578783506</c:v>
                </c:pt>
                <c:pt idx="2541">
                  <c:v>202.87755297329005</c:v>
                </c:pt>
                <c:pt idx="2542">
                  <c:v>267.18403002838403</c:v>
                </c:pt>
                <c:pt idx="2543">
                  <c:v>128.04707539760983</c:v>
                </c:pt>
                <c:pt idx="2544">
                  <c:v>252.55052153418205</c:v>
                </c:pt>
                <c:pt idx="2545">
                  <c:v>230.5653036767106</c:v>
                </c:pt>
                <c:pt idx="2546">
                  <c:v>279.09597246723183</c:v>
                </c:pt>
                <c:pt idx="2547">
                  <c:v>146.4802596419581</c:v>
                </c:pt>
                <c:pt idx="2548">
                  <c:v>213.50372674589042</c:v>
                </c:pt>
                <c:pt idx="2549">
                  <c:v>218.61481091390806</c:v>
                </c:pt>
                <c:pt idx="2550">
                  <c:v>141.3401806095004</c:v>
                </c:pt>
                <c:pt idx="2551">
                  <c:v>196.9033945649949</c:v>
                </c:pt>
                <c:pt idx="2552">
                  <c:v>111.79166796373383</c:v>
                </c:pt>
                <c:pt idx="2553">
                  <c:v>220.66130818984556</c:v>
                </c:pt>
                <c:pt idx="2554">
                  <c:v>219.06282765158895</c:v>
                </c:pt>
                <c:pt idx="2555">
                  <c:v>122.09680904788742</c:v>
                </c:pt>
                <c:pt idx="2556">
                  <c:v>236.23605869924003</c:v>
                </c:pt>
                <c:pt idx="2557">
                  <c:v>215.82808877263236</c:v>
                </c:pt>
                <c:pt idx="2558">
                  <c:v>122.46381188490354</c:v>
                </c:pt>
                <c:pt idx="2559">
                  <c:v>265.70398303583045</c:v>
                </c:pt>
                <c:pt idx="2560">
                  <c:v>321.38744623129895</c:v>
                </c:pt>
                <c:pt idx="2561">
                  <c:v>189.33281074642443</c:v>
                </c:pt>
                <c:pt idx="2562">
                  <c:v>108.95874967529045</c:v>
                </c:pt>
                <c:pt idx="2563">
                  <c:v>258.6848848320912</c:v>
                </c:pt>
                <c:pt idx="2564">
                  <c:v>203.40472979090242</c:v>
                </c:pt>
                <c:pt idx="2565">
                  <c:v>162.79463022209447</c:v>
                </c:pt>
                <c:pt idx="2566">
                  <c:v>217.0527420582587</c:v>
                </c:pt>
                <c:pt idx="2567">
                  <c:v>229.76361131466126</c:v>
                </c:pt>
                <c:pt idx="2568">
                  <c:v>213.2012456289758</c:v>
                </c:pt>
                <c:pt idx="2569">
                  <c:v>185.86552463155644</c:v>
                </c:pt>
                <c:pt idx="2570">
                  <c:v>253.75045614276107</c:v>
                </c:pt>
                <c:pt idx="2571">
                  <c:v>308.67616603147206</c:v>
                </c:pt>
                <c:pt idx="2572">
                  <c:v>134.5235534291229</c:v>
                </c:pt>
                <c:pt idx="2573">
                  <c:v>254.89499581134075</c:v>
                </c:pt>
                <c:pt idx="2574">
                  <c:v>209.03579423576474</c:v>
                </c:pt>
                <c:pt idx="2575">
                  <c:v>164.266325211388</c:v>
                </c:pt>
                <c:pt idx="2576">
                  <c:v>211.92128401220313</c:v>
                </c:pt>
                <c:pt idx="2577">
                  <c:v>210.56943323818652</c:v>
                </c:pt>
                <c:pt idx="2578">
                  <c:v>252.76566739144076</c:v>
                </c:pt>
                <c:pt idx="2579">
                  <c:v>210.15798036116638</c:v>
                </c:pt>
                <c:pt idx="2580">
                  <c:v>256.0469275303395</c:v>
                </c:pt>
                <c:pt idx="2581">
                  <c:v>108.40490489827651</c:v>
                </c:pt>
                <c:pt idx="2582">
                  <c:v>106.59968702321811</c:v>
                </c:pt>
                <c:pt idx="2583">
                  <c:v>256.248846861644</c:v>
                </c:pt>
                <c:pt idx="2584">
                  <c:v>167.00065177480187</c:v>
                </c:pt>
                <c:pt idx="2585">
                  <c:v>185.56649048178173</c:v>
                </c:pt>
                <c:pt idx="2586">
                  <c:v>134.07486901210504</c:v>
                </c:pt>
                <c:pt idx="2587">
                  <c:v>137.6042261412359</c:v>
                </c:pt>
                <c:pt idx="2588">
                  <c:v>110.38986502438485</c:v>
                </c:pt>
                <c:pt idx="2589">
                  <c:v>271.9725307868862</c:v>
                </c:pt>
                <c:pt idx="2590">
                  <c:v>121.10901638404094</c:v>
                </c:pt>
                <c:pt idx="2591">
                  <c:v>255.79387424581742</c:v>
                </c:pt>
                <c:pt idx="2592">
                  <c:v>236.12571246164788</c:v>
                </c:pt>
                <c:pt idx="2593">
                  <c:v>181.64790211268692</c:v>
                </c:pt>
                <c:pt idx="2594">
                  <c:v>118.70682267530565</c:v>
                </c:pt>
                <c:pt idx="2595">
                  <c:v>258.00341642512996</c:v>
                </c:pt>
                <c:pt idx="2596">
                  <c:v>214.60109153742442</c:v>
                </c:pt>
                <c:pt idx="2597">
                  <c:v>215.98856789285932</c:v>
                </c:pt>
                <c:pt idx="2598">
                  <c:v>215.20468118612567</c:v>
                </c:pt>
                <c:pt idx="2599">
                  <c:v>233.12075132755967</c:v>
                </c:pt>
                <c:pt idx="2600">
                  <c:v>130.42665552241115</c:v>
                </c:pt>
                <c:pt idx="2601">
                  <c:v>252.15558861560925</c:v>
                </c:pt>
                <c:pt idx="2602">
                  <c:v>201.78439092617955</c:v>
                </c:pt>
                <c:pt idx="2603">
                  <c:v>265.2372465231183</c:v>
                </c:pt>
                <c:pt idx="2604">
                  <c:v>265.3383180509392</c:v>
                </c:pt>
                <c:pt idx="2605">
                  <c:v>138.4903363101826</c:v>
                </c:pt>
                <c:pt idx="2606">
                  <c:v>245.61274085696166</c:v>
                </c:pt>
                <c:pt idx="2607">
                  <c:v>120.38189297661641</c:v>
                </c:pt>
                <c:pt idx="2608">
                  <c:v>110.3757468758504</c:v>
                </c:pt>
                <c:pt idx="2609">
                  <c:v>108.2827579637964</c:v>
                </c:pt>
                <c:pt idx="2610">
                  <c:v>208.82489943550712</c:v>
                </c:pt>
                <c:pt idx="2611">
                  <c:v>223.80072668663183</c:v>
                </c:pt>
                <c:pt idx="2612">
                  <c:v>125.88221981575117</c:v>
                </c:pt>
                <c:pt idx="2613">
                  <c:v>119.99451319171605</c:v>
                </c:pt>
                <c:pt idx="2614">
                  <c:v>264.7184452666609</c:v>
                </c:pt>
                <c:pt idx="2615">
                  <c:v>262.1596091454049</c:v>
                </c:pt>
                <c:pt idx="2616">
                  <c:v>256.6759567251983</c:v>
                </c:pt>
                <c:pt idx="2617">
                  <c:v>267.00643378998217</c:v>
                </c:pt>
                <c:pt idx="2618">
                  <c:v>254.39374565125826</c:v>
                </c:pt>
                <c:pt idx="2619">
                  <c:v>122.48882753394163</c:v>
                </c:pt>
                <c:pt idx="2620">
                  <c:v>196.72635096015412</c:v>
                </c:pt>
                <c:pt idx="2621">
                  <c:v>254.56602201035585</c:v>
                </c:pt>
                <c:pt idx="2622">
                  <c:v>107.95190154867447</c:v>
                </c:pt>
                <c:pt idx="2623">
                  <c:v>251.36527795418849</c:v>
                </c:pt>
                <c:pt idx="2624">
                  <c:v>119.55788115327857</c:v>
                </c:pt>
                <c:pt idx="2625">
                  <c:v>148.5411659373994</c:v>
                </c:pt>
                <c:pt idx="2626">
                  <c:v>248.15291308503527</c:v>
                </c:pt>
                <c:pt idx="2627">
                  <c:v>205.0304335248907</c:v>
                </c:pt>
                <c:pt idx="2628">
                  <c:v>221.0719776490374</c:v>
                </c:pt>
                <c:pt idx="2629">
                  <c:v>212.53841183251637</c:v>
                </c:pt>
                <c:pt idx="2630">
                  <c:v>107.42064099677593</c:v>
                </c:pt>
                <c:pt idx="2631">
                  <c:v>130.0677095381621</c:v>
                </c:pt>
                <c:pt idx="2632">
                  <c:v>268.92106034334125</c:v>
                </c:pt>
                <c:pt idx="2633">
                  <c:v>244.9185308926158</c:v>
                </c:pt>
                <c:pt idx="2634">
                  <c:v>151.0623429184851</c:v>
                </c:pt>
                <c:pt idx="2635">
                  <c:v>240.29590959442652</c:v>
                </c:pt>
                <c:pt idx="2636">
                  <c:v>150.0194242856274</c:v>
                </c:pt>
                <c:pt idx="2637">
                  <c:v>171.7483371567251</c:v>
                </c:pt>
                <c:pt idx="2638">
                  <c:v>88.36385051328924</c:v>
                </c:pt>
                <c:pt idx="2639">
                  <c:v>167.75731775051548</c:v>
                </c:pt>
                <c:pt idx="2640">
                  <c:v>221.36236617807435</c:v>
                </c:pt>
                <c:pt idx="2641">
                  <c:v>143.1364024370799</c:v>
                </c:pt>
                <c:pt idx="2642">
                  <c:v>258.70181812297625</c:v>
                </c:pt>
                <c:pt idx="2643">
                  <c:v>210.45552691197528</c:v>
                </c:pt>
                <c:pt idx="2644">
                  <c:v>118.11878787029066</c:v>
                </c:pt>
                <c:pt idx="2645">
                  <c:v>166.43750446260827</c:v>
                </c:pt>
                <c:pt idx="2646">
                  <c:v>112.06123411333391</c:v>
                </c:pt>
                <c:pt idx="2647">
                  <c:v>213.39808640911824</c:v>
                </c:pt>
                <c:pt idx="2648">
                  <c:v>273.191785850326</c:v>
                </c:pt>
                <c:pt idx="2649">
                  <c:v>207.45149480463286</c:v>
                </c:pt>
                <c:pt idx="2650">
                  <c:v>156.12346884720253</c:v>
                </c:pt>
                <c:pt idx="2651">
                  <c:v>106.24614266909087</c:v>
                </c:pt>
                <c:pt idx="2652">
                  <c:v>159.81931259391033</c:v>
                </c:pt>
                <c:pt idx="2653">
                  <c:v>206.95398336462998</c:v>
                </c:pt>
                <c:pt idx="2654">
                  <c:v>244.40348350435988</c:v>
                </c:pt>
                <c:pt idx="2655">
                  <c:v>123.07353771043022</c:v>
                </c:pt>
                <c:pt idx="2656">
                  <c:v>260.45087679071906</c:v>
                </c:pt>
                <c:pt idx="2657">
                  <c:v>214.9259400566089</c:v>
                </c:pt>
                <c:pt idx="2658">
                  <c:v>198.5042153750621</c:v>
                </c:pt>
                <c:pt idx="2659">
                  <c:v>261.57249903882155</c:v>
                </c:pt>
                <c:pt idx="2660">
                  <c:v>224.79108170250376</c:v>
                </c:pt>
                <c:pt idx="2661">
                  <c:v>221.13539833086955</c:v>
                </c:pt>
                <c:pt idx="2662">
                  <c:v>207.17198277195018</c:v>
                </c:pt>
                <c:pt idx="2663">
                  <c:v>184.18163509745276</c:v>
                </c:pt>
                <c:pt idx="2664">
                  <c:v>134.40665997976768</c:v>
                </c:pt>
                <c:pt idx="2665">
                  <c:v>205.20481278102972</c:v>
                </c:pt>
                <c:pt idx="2666">
                  <c:v>170.09489991780467</c:v>
                </c:pt>
                <c:pt idx="2667">
                  <c:v>204.77785591165485</c:v>
                </c:pt>
                <c:pt idx="2668">
                  <c:v>138.6368857920158</c:v>
                </c:pt>
                <c:pt idx="2669">
                  <c:v>264.35781524160774</c:v>
                </c:pt>
                <c:pt idx="2670">
                  <c:v>246.27111776853422</c:v>
                </c:pt>
                <c:pt idx="2671">
                  <c:v>187.02963278784694</c:v>
                </c:pt>
                <c:pt idx="2672">
                  <c:v>146.73325849378864</c:v>
                </c:pt>
                <c:pt idx="2673">
                  <c:v>191.68462522601453</c:v>
                </c:pt>
                <c:pt idx="2674">
                  <c:v>253.65078987092667</c:v>
                </c:pt>
                <c:pt idx="2675">
                  <c:v>212.76242140378213</c:v>
                </c:pt>
                <c:pt idx="2676">
                  <c:v>143.87227122016455</c:v>
                </c:pt>
                <c:pt idx="2677">
                  <c:v>165.62904467243828</c:v>
                </c:pt>
                <c:pt idx="2678">
                  <c:v>158.49847064019679</c:v>
                </c:pt>
                <c:pt idx="2679">
                  <c:v>158.10988852439624</c:v>
                </c:pt>
                <c:pt idx="2680">
                  <c:v>221.23807922137397</c:v>
                </c:pt>
                <c:pt idx="2681">
                  <c:v>232.61587083223333</c:v>
                </c:pt>
                <c:pt idx="2682">
                  <c:v>213.5253857560898</c:v>
                </c:pt>
                <c:pt idx="2683">
                  <c:v>255.71748880833954</c:v>
                </c:pt>
                <c:pt idx="2684">
                  <c:v>229.14774934933544</c:v>
                </c:pt>
                <c:pt idx="2685">
                  <c:v>196.38778484460246</c:v>
                </c:pt>
                <c:pt idx="2686">
                  <c:v>164.81371274491175</c:v>
                </c:pt>
                <c:pt idx="2687">
                  <c:v>224.8990061487362</c:v>
                </c:pt>
                <c:pt idx="2688">
                  <c:v>108.63382300012024</c:v>
                </c:pt>
                <c:pt idx="2689">
                  <c:v>264.1036656492764</c:v>
                </c:pt>
                <c:pt idx="2690">
                  <c:v>188.10301895503963</c:v>
                </c:pt>
                <c:pt idx="2691">
                  <c:v>121.48798642064646</c:v>
                </c:pt>
                <c:pt idx="2692">
                  <c:v>207.81645445115976</c:v>
                </c:pt>
                <c:pt idx="2693">
                  <c:v>260.99015808368966</c:v>
                </c:pt>
                <c:pt idx="2694">
                  <c:v>242.59845341428596</c:v>
                </c:pt>
                <c:pt idx="2695">
                  <c:v>265.0397169232322</c:v>
                </c:pt>
                <c:pt idx="2696">
                  <c:v>242.8596657373924</c:v>
                </c:pt>
                <c:pt idx="2697">
                  <c:v>201.85517193158998</c:v>
                </c:pt>
                <c:pt idx="2698">
                  <c:v>204.93397989376396</c:v>
                </c:pt>
                <c:pt idx="2699">
                  <c:v>260.1292294554149</c:v>
                </c:pt>
                <c:pt idx="2700">
                  <c:v>230.64114393110327</c:v>
                </c:pt>
                <c:pt idx="2701">
                  <c:v>147.75563285327183</c:v>
                </c:pt>
                <c:pt idx="2702">
                  <c:v>114.63192787757515</c:v>
                </c:pt>
                <c:pt idx="2703">
                  <c:v>203.57686587702165</c:v>
                </c:pt>
                <c:pt idx="2704">
                  <c:v>265.14260148020566</c:v>
                </c:pt>
                <c:pt idx="2705">
                  <c:v>265.3199844718905</c:v>
                </c:pt>
                <c:pt idx="2706">
                  <c:v>203.7081949804604</c:v>
                </c:pt>
                <c:pt idx="2707">
                  <c:v>112.6601293838417</c:v>
                </c:pt>
                <c:pt idx="2708">
                  <c:v>127.51698581036098</c:v>
                </c:pt>
                <c:pt idx="2709">
                  <c:v>280.12078590787695</c:v>
                </c:pt>
                <c:pt idx="2710">
                  <c:v>149.38522471018604</c:v>
                </c:pt>
                <c:pt idx="2711">
                  <c:v>199.24689195961344</c:v>
                </c:pt>
                <c:pt idx="2712">
                  <c:v>105.14728813930166</c:v>
                </c:pt>
                <c:pt idx="2713">
                  <c:v>222.83440043796824</c:v>
                </c:pt>
                <c:pt idx="2714">
                  <c:v>265.80869887178034</c:v>
                </c:pt>
                <c:pt idx="2715">
                  <c:v>118.24825777770683</c:v>
                </c:pt>
                <c:pt idx="2716">
                  <c:v>205.19225930394012</c:v>
                </c:pt>
                <c:pt idx="2717">
                  <c:v>166.82105469070476</c:v>
                </c:pt>
                <c:pt idx="2718">
                  <c:v>323.7780865967667</c:v>
                </c:pt>
                <c:pt idx="2719">
                  <c:v>109.26665097354679</c:v>
                </c:pt>
                <c:pt idx="2720">
                  <c:v>208.78184592278072</c:v>
                </c:pt>
                <c:pt idx="2721">
                  <c:v>201.61773276249443</c:v>
                </c:pt>
                <c:pt idx="2722">
                  <c:v>211.06414483453366</c:v>
                </c:pt>
                <c:pt idx="2723">
                  <c:v>121.63561148970209</c:v>
                </c:pt>
                <c:pt idx="2724">
                  <c:v>219.28040936349223</c:v>
                </c:pt>
                <c:pt idx="2725">
                  <c:v>229.75597062600545</c:v>
                </c:pt>
                <c:pt idx="2726">
                  <c:v>100.24580539648639</c:v>
                </c:pt>
                <c:pt idx="2727">
                  <c:v>268.6373388824506</c:v>
                </c:pt>
                <c:pt idx="2728">
                  <c:v>147.9730796051492</c:v>
                </c:pt>
                <c:pt idx="2729">
                  <c:v>221.2351776701823</c:v>
                </c:pt>
                <c:pt idx="2730">
                  <c:v>203.34174350240397</c:v>
                </c:pt>
                <c:pt idx="2731">
                  <c:v>177.06707509066592</c:v>
                </c:pt>
                <c:pt idx="2732">
                  <c:v>169.51506903230688</c:v>
                </c:pt>
                <c:pt idx="2733">
                  <c:v>264.0888778990819</c:v>
                </c:pt>
                <c:pt idx="2734">
                  <c:v>253.97044096640911</c:v>
                </c:pt>
                <c:pt idx="2735">
                  <c:v>208.558588748028</c:v>
                </c:pt>
                <c:pt idx="2736">
                  <c:v>258.33935245194033</c:v>
                </c:pt>
                <c:pt idx="2737">
                  <c:v>223.22221082021088</c:v>
                </c:pt>
                <c:pt idx="2738">
                  <c:v>125.10426168251854</c:v>
                </c:pt>
                <c:pt idx="2739">
                  <c:v>198.49861947725287</c:v>
                </c:pt>
                <c:pt idx="2740">
                  <c:v>187.77865107916196</c:v>
                </c:pt>
                <c:pt idx="2741">
                  <c:v>146.3129662074975</c:v>
                </c:pt>
                <c:pt idx="2742">
                  <c:v>250.22350999698102</c:v>
                </c:pt>
                <c:pt idx="2743">
                  <c:v>271.3581564436362</c:v>
                </c:pt>
                <c:pt idx="2744">
                  <c:v>135.31140733879866</c:v>
                </c:pt>
                <c:pt idx="2745">
                  <c:v>250.23579319393292</c:v>
                </c:pt>
                <c:pt idx="2746">
                  <c:v>203.26667204071632</c:v>
                </c:pt>
                <c:pt idx="2747">
                  <c:v>149.64795565810732</c:v>
                </c:pt>
                <c:pt idx="2748">
                  <c:v>121.01394424587755</c:v>
                </c:pt>
                <c:pt idx="2749">
                  <c:v>113.59410495639867</c:v>
                </c:pt>
                <c:pt idx="2750">
                  <c:v>199.79138098058885</c:v>
                </c:pt>
                <c:pt idx="2751">
                  <c:v>261.1194494469483</c:v>
                </c:pt>
                <c:pt idx="2752">
                  <c:v>247.97377448220232</c:v>
                </c:pt>
                <c:pt idx="2753">
                  <c:v>215.27027721121766</c:v>
                </c:pt>
                <c:pt idx="2754">
                  <c:v>153.47528760896662</c:v>
                </c:pt>
                <c:pt idx="2755">
                  <c:v>205.4107277705139</c:v>
                </c:pt>
                <c:pt idx="2756">
                  <c:v>130.1539599872099</c:v>
                </c:pt>
                <c:pt idx="2757">
                  <c:v>171.18887388693034</c:v>
                </c:pt>
                <c:pt idx="2758">
                  <c:v>176.53217524490753</c:v>
                </c:pt>
                <c:pt idx="2759">
                  <c:v>260.13394686212035</c:v>
                </c:pt>
                <c:pt idx="2760">
                  <c:v>263.43832799199316</c:v>
                </c:pt>
                <c:pt idx="2761">
                  <c:v>124.96956678903608</c:v>
                </c:pt>
                <c:pt idx="2762">
                  <c:v>267.72537334361647</c:v>
                </c:pt>
                <c:pt idx="2763">
                  <c:v>104.29304444829523</c:v>
                </c:pt>
                <c:pt idx="2764">
                  <c:v>86.23096348261421</c:v>
                </c:pt>
                <c:pt idx="2765">
                  <c:v>170.16228530183014</c:v>
                </c:pt>
                <c:pt idx="2766">
                  <c:v>117.03810043148872</c:v>
                </c:pt>
                <c:pt idx="2767">
                  <c:v>189.31568208263343</c:v>
                </c:pt>
                <c:pt idx="2768">
                  <c:v>253.22701448304278</c:v>
                </c:pt>
                <c:pt idx="2769">
                  <c:v>210.35616934741404</c:v>
                </c:pt>
                <c:pt idx="2770">
                  <c:v>112.4796660546621</c:v>
                </c:pt>
                <c:pt idx="2771">
                  <c:v>155.80682615060317</c:v>
                </c:pt>
                <c:pt idx="2772">
                  <c:v>97.92783457535629</c:v>
                </c:pt>
                <c:pt idx="2773">
                  <c:v>114.05428606083467</c:v>
                </c:pt>
                <c:pt idx="2774">
                  <c:v>136.73432958719937</c:v>
                </c:pt>
                <c:pt idx="2775">
                  <c:v>163.37889323088507</c:v>
                </c:pt>
                <c:pt idx="2776">
                  <c:v>233.51180649620645</c:v>
                </c:pt>
                <c:pt idx="2777">
                  <c:v>258.6327493986119</c:v>
                </c:pt>
                <c:pt idx="2778">
                  <c:v>191.82357916516213</c:v>
                </c:pt>
                <c:pt idx="2779">
                  <c:v>184.8427335744061</c:v>
                </c:pt>
                <c:pt idx="2780">
                  <c:v>308.36420357388016</c:v>
                </c:pt>
                <c:pt idx="2781">
                  <c:v>157.08476783319622</c:v>
                </c:pt>
                <c:pt idx="2782">
                  <c:v>135.13614375672842</c:v>
                </c:pt>
                <c:pt idx="2783">
                  <c:v>260.5983611766077</c:v>
                </c:pt>
                <c:pt idx="2784">
                  <c:v>114.79083927672526</c:v>
                </c:pt>
                <c:pt idx="2785">
                  <c:v>243.8418933524379</c:v>
                </c:pt>
                <c:pt idx="2786">
                  <c:v>164.29798354716598</c:v>
                </c:pt>
                <c:pt idx="2787">
                  <c:v>160.8528836088076</c:v>
                </c:pt>
                <c:pt idx="2788">
                  <c:v>255.41249232655986</c:v>
                </c:pt>
                <c:pt idx="2789">
                  <c:v>122.39966866411199</c:v>
                </c:pt>
                <c:pt idx="2790">
                  <c:v>157.84221483475537</c:v>
                </c:pt>
                <c:pt idx="2791">
                  <c:v>250.2793690218852</c:v>
                </c:pt>
                <c:pt idx="2792">
                  <c:v>198.38780262037886</c:v>
                </c:pt>
                <c:pt idx="2793">
                  <c:v>121.74622087787051</c:v>
                </c:pt>
                <c:pt idx="2794">
                  <c:v>201.43918414924164</c:v>
                </c:pt>
                <c:pt idx="2795">
                  <c:v>159.02990297682572</c:v>
                </c:pt>
                <c:pt idx="2796">
                  <c:v>251.95960518992624</c:v>
                </c:pt>
                <c:pt idx="2797">
                  <c:v>212.91513987814056</c:v>
                </c:pt>
                <c:pt idx="2798">
                  <c:v>179.30801206292176</c:v>
                </c:pt>
                <c:pt idx="2799">
                  <c:v>195.1315780929962</c:v>
                </c:pt>
                <c:pt idx="2800">
                  <c:v>257.5496174229902</c:v>
                </c:pt>
                <c:pt idx="2801">
                  <c:v>250.90251557178675</c:v>
                </c:pt>
                <c:pt idx="2802">
                  <c:v>148.6089863108932</c:v>
                </c:pt>
                <c:pt idx="2803">
                  <c:v>165.52725506326613</c:v>
                </c:pt>
                <c:pt idx="2804">
                  <c:v>121.8332142737455</c:v>
                </c:pt>
                <c:pt idx="2805">
                  <c:v>268.93800141988913</c:v>
                </c:pt>
                <c:pt idx="2806">
                  <c:v>258.18476610588124</c:v>
                </c:pt>
                <c:pt idx="2807">
                  <c:v>121.05839358258001</c:v>
                </c:pt>
                <c:pt idx="2808">
                  <c:v>181.2449385228511</c:v>
                </c:pt>
                <c:pt idx="2809">
                  <c:v>218.59378939652868</c:v>
                </c:pt>
                <c:pt idx="2810">
                  <c:v>195.16999329163758</c:v>
                </c:pt>
                <c:pt idx="2811">
                  <c:v>150.74300956223038</c:v>
                </c:pt>
                <c:pt idx="2812">
                  <c:v>258.43904790487164</c:v>
                </c:pt>
                <c:pt idx="2813">
                  <c:v>200.48341543793</c:v>
                </c:pt>
                <c:pt idx="2814">
                  <c:v>264.5961158041325</c:v>
                </c:pt>
                <c:pt idx="2815">
                  <c:v>157.18319453597584</c:v>
                </c:pt>
                <c:pt idx="2816">
                  <c:v>162.781236412791</c:v>
                </c:pt>
                <c:pt idx="2817">
                  <c:v>201.5170518914288</c:v>
                </c:pt>
                <c:pt idx="2818">
                  <c:v>273.37143967914284</c:v>
                </c:pt>
                <c:pt idx="2819">
                  <c:v>213.55454989847377</c:v>
                </c:pt>
                <c:pt idx="2820">
                  <c:v>202.44391099053172</c:v>
                </c:pt>
                <c:pt idx="2821">
                  <c:v>164.2619883717798</c:v>
                </c:pt>
                <c:pt idx="2822">
                  <c:v>243.96356805515447</c:v>
                </c:pt>
                <c:pt idx="2823">
                  <c:v>209.14032440458814</c:v>
                </c:pt>
                <c:pt idx="2824">
                  <c:v>124.7313155735201</c:v>
                </c:pt>
                <c:pt idx="2825">
                  <c:v>192.91647394064069</c:v>
                </c:pt>
                <c:pt idx="2826">
                  <c:v>129.12701416464145</c:v>
                </c:pt>
                <c:pt idx="2827">
                  <c:v>198.86678744176606</c:v>
                </c:pt>
                <c:pt idx="2828">
                  <c:v>263.46256921265734</c:v>
                </c:pt>
                <c:pt idx="2829">
                  <c:v>203.08746434517084</c:v>
                </c:pt>
                <c:pt idx="2830">
                  <c:v>198.5023169440107</c:v>
                </c:pt>
                <c:pt idx="2831">
                  <c:v>170.6597539039359</c:v>
                </c:pt>
                <c:pt idx="2832">
                  <c:v>224.7178155119139</c:v>
                </c:pt>
                <c:pt idx="2833">
                  <c:v>124.02150956172954</c:v>
                </c:pt>
                <c:pt idx="2834">
                  <c:v>158.902871601396</c:v>
                </c:pt>
                <c:pt idx="2835">
                  <c:v>237.54087973065282</c:v>
                </c:pt>
                <c:pt idx="2836">
                  <c:v>183.46308070733437</c:v>
                </c:pt>
                <c:pt idx="2837">
                  <c:v>149.7044839611536</c:v>
                </c:pt>
                <c:pt idx="2838">
                  <c:v>260.5405160236721</c:v>
                </c:pt>
                <c:pt idx="2839">
                  <c:v>147.7896233921465</c:v>
                </c:pt>
                <c:pt idx="2840">
                  <c:v>224.36550004041112</c:v>
                </c:pt>
                <c:pt idx="2841">
                  <c:v>147.02183776454834</c:v>
                </c:pt>
                <c:pt idx="2842">
                  <c:v>118.28478498019295</c:v>
                </c:pt>
                <c:pt idx="2843">
                  <c:v>130.0878663360402</c:v>
                </c:pt>
                <c:pt idx="2844">
                  <c:v>193.1775792023483</c:v>
                </c:pt>
                <c:pt idx="2845">
                  <c:v>121.98282469384603</c:v>
                </c:pt>
                <c:pt idx="2846">
                  <c:v>138.9392885228905</c:v>
                </c:pt>
                <c:pt idx="2847">
                  <c:v>257.99158307924034</c:v>
                </c:pt>
                <c:pt idx="2848">
                  <c:v>197.6588748804603</c:v>
                </c:pt>
                <c:pt idx="2849">
                  <c:v>222.31815056967199</c:v>
                </c:pt>
                <c:pt idx="2850">
                  <c:v>220.76114422575492</c:v>
                </c:pt>
                <c:pt idx="2851">
                  <c:v>201.67270450903197</c:v>
                </c:pt>
                <c:pt idx="2852">
                  <c:v>121.82728721011432</c:v>
                </c:pt>
                <c:pt idx="2853">
                  <c:v>158.8983422082537</c:v>
                </c:pt>
                <c:pt idx="2854">
                  <c:v>125.40638762585981</c:v>
                </c:pt>
                <c:pt idx="2855">
                  <c:v>188.71411080679297</c:v>
                </c:pt>
                <c:pt idx="2856">
                  <c:v>260.0971030694937</c:v>
                </c:pt>
                <c:pt idx="2857">
                  <c:v>192.44392837565127</c:v>
                </c:pt>
                <c:pt idx="2858">
                  <c:v>157.4888775924266</c:v>
                </c:pt>
                <c:pt idx="2859">
                  <c:v>162.46091660150051</c:v>
                </c:pt>
                <c:pt idx="2860">
                  <c:v>137.47581002092832</c:v>
                </c:pt>
                <c:pt idx="2861">
                  <c:v>204.3874253694388</c:v>
                </c:pt>
                <c:pt idx="2862">
                  <c:v>158.5867392046056</c:v>
                </c:pt>
                <c:pt idx="2863">
                  <c:v>148.3577856169764</c:v>
                </c:pt>
                <c:pt idx="2864">
                  <c:v>92.43864843309012</c:v>
                </c:pt>
                <c:pt idx="2865">
                  <c:v>190.0320916758894</c:v>
                </c:pt>
                <c:pt idx="2866">
                  <c:v>194.83544506221088</c:v>
                </c:pt>
                <c:pt idx="2867">
                  <c:v>167.93539505401466</c:v>
                </c:pt>
                <c:pt idx="2868">
                  <c:v>117.84461835694835</c:v>
                </c:pt>
                <c:pt idx="2869">
                  <c:v>213.24600730151022</c:v>
                </c:pt>
                <c:pt idx="2870">
                  <c:v>169.11995301955824</c:v>
                </c:pt>
                <c:pt idx="2871">
                  <c:v>192.47128458000267</c:v>
                </c:pt>
                <c:pt idx="2872">
                  <c:v>208.7095046759476</c:v>
                </c:pt>
                <c:pt idx="2873">
                  <c:v>210.78452487580606</c:v>
                </c:pt>
                <c:pt idx="2874">
                  <c:v>225.99589841115528</c:v>
                </c:pt>
                <c:pt idx="2875">
                  <c:v>140.65743416970577</c:v>
                </c:pt>
                <c:pt idx="2876">
                  <c:v>200.5190408250438</c:v>
                </c:pt>
                <c:pt idx="2877">
                  <c:v>167.98190836016406</c:v>
                </c:pt>
                <c:pt idx="2878">
                  <c:v>256.51001922029053</c:v>
                </c:pt>
                <c:pt idx="2879">
                  <c:v>121.32384281739462</c:v>
                </c:pt>
                <c:pt idx="2880">
                  <c:v>154.4138496197455</c:v>
                </c:pt>
                <c:pt idx="2881">
                  <c:v>206.54587630488768</c:v>
                </c:pt>
                <c:pt idx="2882">
                  <c:v>109.96850877486855</c:v>
                </c:pt>
                <c:pt idx="2883">
                  <c:v>183.8760835161702</c:v>
                </c:pt>
                <c:pt idx="2884">
                  <c:v>216.0819933092049</c:v>
                </c:pt>
                <c:pt idx="2885">
                  <c:v>187.46189015038524</c:v>
                </c:pt>
                <c:pt idx="2886">
                  <c:v>158.48705924996509</c:v>
                </c:pt>
                <c:pt idx="2887">
                  <c:v>240.2726632723793</c:v>
                </c:pt>
                <c:pt idx="2888">
                  <c:v>170.58059106991996</c:v>
                </c:pt>
                <c:pt idx="2889">
                  <c:v>260.7826594780097</c:v>
                </c:pt>
                <c:pt idx="2890">
                  <c:v>120.7047567284223</c:v>
                </c:pt>
                <c:pt idx="2891">
                  <c:v>167.7209908405486</c:v>
                </c:pt>
                <c:pt idx="2892">
                  <c:v>266.1202796331952</c:v>
                </c:pt>
                <c:pt idx="2893">
                  <c:v>200.55489494716358</c:v>
                </c:pt>
                <c:pt idx="2894">
                  <c:v>116.39521200790554</c:v>
                </c:pt>
                <c:pt idx="2895">
                  <c:v>233.62303990287833</c:v>
                </c:pt>
                <c:pt idx="2896">
                  <c:v>159.2710272566877</c:v>
                </c:pt>
                <c:pt idx="2897">
                  <c:v>257.61185503019277</c:v>
                </c:pt>
                <c:pt idx="2898">
                  <c:v>259.3090647377818</c:v>
                </c:pt>
                <c:pt idx="2899">
                  <c:v>210.40137229180934</c:v>
                </c:pt>
                <c:pt idx="2900">
                  <c:v>103.02659826800118</c:v>
                </c:pt>
                <c:pt idx="2901">
                  <c:v>203.54931871030973</c:v>
                </c:pt>
                <c:pt idx="2902">
                  <c:v>127.89445469325076</c:v>
                </c:pt>
                <c:pt idx="2903">
                  <c:v>118.78601102247893</c:v>
                </c:pt>
                <c:pt idx="2904">
                  <c:v>271.5339330975121</c:v>
                </c:pt>
                <c:pt idx="2905">
                  <c:v>131.0414802693167</c:v>
                </c:pt>
                <c:pt idx="2906">
                  <c:v>196.4947529128791</c:v>
                </c:pt>
                <c:pt idx="2907">
                  <c:v>255.4757511001983</c:v>
                </c:pt>
                <c:pt idx="2908">
                  <c:v>186.0719218618723</c:v>
                </c:pt>
                <c:pt idx="2909">
                  <c:v>155.15595762874955</c:v>
                </c:pt>
                <c:pt idx="2910">
                  <c:v>264.0767809043919</c:v>
                </c:pt>
                <c:pt idx="2911">
                  <c:v>117.35260524766639</c:v>
                </c:pt>
                <c:pt idx="2912">
                  <c:v>205.49075977660948</c:v>
                </c:pt>
                <c:pt idx="2913">
                  <c:v>264.753055462839</c:v>
                </c:pt>
                <c:pt idx="2914">
                  <c:v>251.25044830586387</c:v>
                </c:pt>
                <c:pt idx="2915">
                  <c:v>249.8283133515666</c:v>
                </c:pt>
                <c:pt idx="2916">
                  <c:v>165.8474815852943</c:v>
                </c:pt>
                <c:pt idx="2917">
                  <c:v>152.5442618190307</c:v>
                </c:pt>
                <c:pt idx="2918">
                  <c:v>260.25913438349363</c:v>
                </c:pt>
                <c:pt idx="2919">
                  <c:v>256.69316884654256</c:v>
                </c:pt>
                <c:pt idx="2920">
                  <c:v>221.19657632462224</c:v>
                </c:pt>
                <c:pt idx="2921">
                  <c:v>143.986523900948</c:v>
                </c:pt>
                <c:pt idx="2922">
                  <c:v>85.32498550529684</c:v>
                </c:pt>
                <c:pt idx="2923">
                  <c:v>113.64213477271899</c:v>
                </c:pt>
                <c:pt idx="2924">
                  <c:v>233.71577594050933</c:v>
                </c:pt>
                <c:pt idx="2925">
                  <c:v>166.98971119253315</c:v>
                </c:pt>
                <c:pt idx="2926">
                  <c:v>256.76942418023003</c:v>
                </c:pt>
                <c:pt idx="2927">
                  <c:v>244.45946197775882</c:v>
                </c:pt>
                <c:pt idx="2928">
                  <c:v>147.26722304399127</c:v>
                </c:pt>
                <c:pt idx="2929">
                  <c:v>165.48635485235891</c:v>
                </c:pt>
                <c:pt idx="2930">
                  <c:v>140.32028319125655</c:v>
                </c:pt>
                <c:pt idx="2931">
                  <c:v>251.00532799698465</c:v>
                </c:pt>
                <c:pt idx="2932">
                  <c:v>246.93308773838405</c:v>
                </c:pt>
                <c:pt idx="2933">
                  <c:v>170.80874006529862</c:v>
                </c:pt>
                <c:pt idx="2934">
                  <c:v>136.29268507360126</c:v>
                </c:pt>
                <c:pt idx="2935">
                  <c:v>105.30113109196144</c:v>
                </c:pt>
                <c:pt idx="2936">
                  <c:v>252.53977716903572</c:v>
                </c:pt>
                <c:pt idx="2937">
                  <c:v>116.39988472025199</c:v>
                </c:pt>
                <c:pt idx="2938">
                  <c:v>183.34109864421796</c:v>
                </c:pt>
                <c:pt idx="2939">
                  <c:v>110.19629603492172</c:v>
                </c:pt>
                <c:pt idx="2940">
                  <c:v>206.15550729354763</c:v>
                </c:pt>
                <c:pt idx="2941">
                  <c:v>142.28756597502937</c:v>
                </c:pt>
                <c:pt idx="2942">
                  <c:v>213.11568001540573</c:v>
                </c:pt>
                <c:pt idx="2943">
                  <c:v>260.4962614190215</c:v>
                </c:pt>
                <c:pt idx="2944">
                  <c:v>101.70567615323178</c:v>
                </c:pt>
                <c:pt idx="2945">
                  <c:v>122.13117152927737</c:v>
                </c:pt>
                <c:pt idx="2946">
                  <c:v>149.43278912176015</c:v>
                </c:pt>
                <c:pt idx="2947">
                  <c:v>222.67995531519642</c:v>
                </c:pt>
                <c:pt idx="2948">
                  <c:v>144.6459512188618</c:v>
                </c:pt>
                <c:pt idx="2949">
                  <c:v>209.10555661099315</c:v>
                </c:pt>
                <c:pt idx="2950">
                  <c:v>110.36817620717338</c:v>
                </c:pt>
                <c:pt idx="2951">
                  <c:v>213.59735841832554</c:v>
                </c:pt>
                <c:pt idx="2952">
                  <c:v>169.04798552103725</c:v>
                </c:pt>
                <c:pt idx="2953">
                  <c:v>258.25906421162125</c:v>
                </c:pt>
                <c:pt idx="2954">
                  <c:v>256.38772775642343</c:v>
                </c:pt>
                <c:pt idx="2955">
                  <c:v>160.45012124197075</c:v>
                </c:pt>
                <c:pt idx="2956">
                  <c:v>259.42930467136375</c:v>
                </c:pt>
                <c:pt idx="2957">
                  <c:v>122.92423219133347</c:v>
                </c:pt>
                <c:pt idx="2958">
                  <c:v>260.3299415961425</c:v>
                </c:pt>
                <c:pt idx="2959">
                  <c:v>241.61397247908678</c:v>
                </c:pt>
                <c:pt idx="2960">
                  <c:v>258.74202891744113</c:v>
                </c:pt>
                <c:pt idx="2961">
                  <c:v>105.09751810343077</c:v>
                </c:pt>
                <c:pt idx="2962">
                  <c:v>174.26908719127374</c:v>
                </c:pt>
                <c:pt idx="2963">
                  <c:v>159.37362426414413</c:v>
                </c:pt>
                <c:pt idx="2964">
                  <c:v>203.96972685805758</c:v>
                </c:pt>
                <c:pt idx="2965">
                  <c:v>153.83090732808705</c:v>
                </c:pt>
                <c:pt idx="2966">
                  <c:v>202.3725947189562</c:v>
                </c:pt>
                <c:pt idx="2967">
                  <c:v>125.0008395263817</c:v>
                </c:pt>
                <c:pt idx="2968">
                  <c:v>203.99457161935098</c:v>
                </c:pt>
                <c:pt idx="2969">
                  <c:v>185.3880050842753</c:v>
                </c:pt>
                <c:pt idx="2970">
                  <c:v>206.31033514229625</c:v>
                </c:pt>
                <c:pt idx="2971">
                  <c:v>115.83601061620847</c:v>
                </c:pt>
                <c:pt idx="2972">
                  <c:v>161.01380481021434</c:v>
                </c:pt>
                <c:pt idx="2973">
                  <c:v>107.67899477257362</c:v>
                </c:pt>
                <c:pt idx="2974">
                  <c:v>250.86963565496285</c:v>
                </c:pt>
                <c:pt idx="2975">
                  <c:v>123.79679023209955</c:v>
                </c:pt>
                <c:pt idx="2976">
                  <c:v>240.1228240404668</c:v>
                </c:pt>
                <c:pt idx="2977">
                  <c:v>258.3407047412743</c:v>
                </c:pt>
                <c:pt idx="2978">
                  <c:v>181.50529475213494</c:v>
                </c:pt>
                <c:pt idx="2979">
                  <c:v>204.92704456271855</c:v>
                </c:pt>
                <c:pt idx="2980">
                  <c:v>270.2763014240046</c:v>
                </c:pt>
                <c:pt idx="2981">
                  <c:v>256.7675150608079</c:v>
                </c:pt>
                <c:pt idx="2982">
                  <c:v>214.66603357602827</c:v>
                </c:pt>
                <c:pt idx="2983">
                  <c:v>202.9255078907142</c:v>
                </c:pt>
                <c:pt idx="2984">
                  <c:v>215.49963451655594</c:v>
                </c:pt>
                <c:pt idx="2985">
                  <c:v>146.05674936685395</c:v>
                </c:pt>
                <c:pt idx="2986">
                  <c:v>212.66139506356993</c:v>
                </c:pt>
                <c:pt idx="2987">
                  <c:v>125.77578292662487</c:v>
                </c:pt>
                <c:pt idx="2988">
                  <c:v>134.41946067370498</c:v>
                </c:pt>
                <c:pt idx="2989">
                  <c:v>116.59903918392355</c:v>
                </c:pt>
                <c:pt idx="2990">
                  <c:v>126.74826087726008</c:v>
                </c:pt>
                <c:pt idx="2991">
                  <c:v>150.29681423363266</c:v>
                </c:pt>
                <c:pt idx="2992">
                  <c:v>118.27089367175637</c:v>
                </c:pt>
                <c:pt idx="2993">
                  <c:v>197.18492342095377</c:v>
                </c:pt>
                <c:pt idx="2994">
                  <c:v>189.21561923082356</c:v>
                </c:pt>
                <c:pt idx="2995">
                  <c:v>259.9173546088192</c:v>
                </c:pt>
                <c:pt idx="2996">
                  <c:v>105.82054586801453</c:v>
                </c:pt>
                <c:pt idx="2997">
                  <c:v>158.7215932327811</c:v>
                </c:pt>
                <c:pt idx="2998">
                  <c:v>202.46579988922724</c:v>
                </c:pt>
                <c:pt idx="2999">
                  <c:v>188.80869486628688</c:v>
                </c:pt>
                <c:pt idx="3000">
                  <c:v>108.40445036112219</c:v>
                </c:pt>
                <c:pt idx="3001">
                  <c:v>222.06024610298655</c:v>
                </c:pt>
                <c:pt idx="3002">
                  <c:v>228.1283401403519</c:v>
                </c:pt>
                <c:pt idx="3003">
                  <c:v>143.83142660907106</c:v>
                </c:pt>
                <c:pt idx="3004">
                  <c:v>153.09254191075112</c:v>
                </c:pt>
                <c:pt idx="3005">
                  <c:v>237.90986480360343</c:v>
                </c:pt>
                <c:pt idx="3006">
                  <c:v>211.92003963280143</c:v>
                </c:pt>
                <c:pt idx="3007">
                  <c:v>221.25357584633136</c:v>
                </c:pt>
                <c:pt idx="3008">
                  <c:v>255.10224146472896</c:v>
                </c:pt>
                <c:pt idx="3009">
                  <c:v>146.24670293654</c:v>
                </c:pt>
                <c:pt idx="3010">
                  <c:v>180.4356171897106</c:v>
                </c:pt>
                <c:pt idx="3011">
                  <c:v>132.5462314190844</c:v>
                </c:pt>
                <c:pt idx="3012">
                  <c:v>245.73208124869848</c:v>
                </c:pt>
                <c:pt idx="3013">
                  <c:v>170.762841094324</c:v>
                </c:pt>
                <c:pt idx="3014">
                  <c:v>146.93316946746626</c:v>
                </c:pt>
                <c:pt idx="3015">
                  <c:v>145.12107590666042</c:v>
                </c:pt>
                <c:pt idx="3016">
                  <c:v>164.10398583837681</c:v>
                </c:pt>
                <c:pt idx="3017">
                  <c:v>206.50774582444225</c:v>
                </c:pt>
                <c:pt idx="3018">
                  <c:v>222.10383691545366</c:v>
                </c:pt>
                <c:pt idx="3019">
                  <c:v>205.22738761862712</c:v>
                </c:pt>
                <c:pt idx="3020">
                  <c:v>105.08590653684124</c:v>
                </c:pt>
                <c:pt idx="3021">
                  <c:v>258.30259134709667</c:v>
                </c:pt>
                <c:pt idx="3022">
                  <c:v>123.36406514163804</c:v>
                </c:pt>
                <c:pt idx="3023">
                  <c:v>236.0514180303005</c:v>
                </c:pt>
                <c:pt idx="3024">
                  <c:v>112.3807530637252</c:v>
                </c:pt>
                <c:pt idx="3025">
                  <c:v>248.87863045211105</c:v>
                </c:pt>
                <c:pt idx="3026">
                  <c:v>105.235201783599</c:v>
                </c:pt>
                <c:pt idx="3027">
                  <c:v>269.5608770362667</c:v>
                </c:pt>
                <c:pt idx="3028">
                  <c:v>164.20079806553431</c:v>
                </c:pt>
                <c:pt idx="3029">
                  <c:v>124.77204813247864</c:v>
                </c:pt>
                <c:pt idx="3030">
                  <c:v>154.8442820997619</c:v>
                </c:pt>
                <c:pt idx="3031">
                  <c:v>144.78975207769602</c:v>
                </c:pt>
                <c:pt idx="3032">
                  <c:v>137.2639420139881</c:v>
                </c:pt>
                <c:pt idx="3033">
                  <c:v>231.4424611517524</c:v>
                </c:pt>
                <c:pt idx="3034">
                  <c:v>185.21856737982327</c:v>
                </c:pt>
                <c:pt idx="3035">
                  <c:v>259.82645447336654</c:v>
                </c:pt>
                <c:pt idx="3036">
                  <c:v>191.43920628349372</c:v>
                </c:pt>
                <c:pt idx="3037">
                  <c:v>222.33647186946857</c:v>
                </c:pt>
                <c:pt idx="3038">
                  <c:v>99.7747383157786</c:v>
                </c:pt>
                <c:pt idx="3039">
                  <c:v>139.54907101141146</c:v>
                </c:pt>
                <c:pt idx="3040">
                  <c:v>266.0573304671084</c:v>
                </c:pt>
                <c:pt idx="3041">
                  <c:v>263.79286091114676</c:v>
                </c:pt>
                <c:pt idx="3042">
                  <c:v>140.86902528330592</c:v>
                </c:pt>
                <c:pt idx="3043">
                  <c:v>246.64827459075562</c:v>
                </c:pt>
                <c:pt idx="3044">
                  <c:v>180.2743289164225</c:v>
                </c:pt>
                <c:pt idx="3045">
                  <c:v>258.92021186222104</c:v>
                </c:pt>
                <c:pt idx="3046">
                  <c:v>140.25418440833502</c:v>
                </c:pt>
                <c:pt idx="3047">
                  <c:v>218.66280685342727</c:v>
                </c:pt>
                <c:pt idx="3048">
                  <c:v>241.18511133934535</c:v>
                </c:pt>
                <c:pt idx="3049">
                  <c:v>103.58150304922907</c:v>
                </c:pt>
                <c:pt idx="3050">
                  <c:v>106.92305513419089</c:v>
                </c:pt>
                <c:pt idx="3051">
                  <c:v>218.34284532799143</c:v>
                </c:pt>
                <c:pt idx="3052">
                  <c:v>240.6937338447696</c:v>
                </c:pt>
                <c:pt idx="3053">
                  <c:v>137.22386547990243</c:v>
                </c:pt>
                <c:pt idx="3054">
                  <c:v>191.7117602056917</c:v>
                </c:pt>
                <c:pt idx="3055">
                  <c:v>191.8357191369789</c:v>
                </c:pt>
                <c:pt idx="3056">
                  <c:v>202.8184667465189</c:v>
                </c:pt>
                <c:pt idx="3057">
                  <c:v>201.4976698077484</c:v>
                </c:pt>
                <c:pt idx="3058">
                  <c:v>201.48395548322458</c:v>
                </c:pt>
                <c:pt idx="3059">
                  <c:v>158.7690417044925</c:v>
                </c:pt>
                <c:pt idx="3060">
                  <c:v>166.27085473341396</c:v>
                </c:pt>
                <c:pt idx="3061">
                  <c:v>215.69589864513048</c:v>
                </c:pt>
                <c:pt idx="3062">
                  <c:v>201.6774438103246</c:v>
                </c:pt>
                <c:pt idx="3063">
                  <c:v>230.91176137129563</c:v>
                </c:pt>
                <c:pt idx="3064">
                  <c:v>113.56226467597497</c:v>
                </c:pt>
                <c:pt idx="3065">
                  <c:v>234.37351836339678</c:v>
                </c:pt>
                <c:pt idx="3066">
                  <c:v>243.4755343039068</c:v>
                </c:pt>
                <c:pt idx="3067">
                  <c:v>135.3341783941683</c:v>
                </c:pt>
                <c:pt idx="3068">
                  <c:v>205.6820726972496</c:v>
                </c:pt>
                <c:pt idx="3069">
                  <c:v>109.77943346770024</c:v>
                </c:pt>
                <c:pt idx="3070">
                  <c:v>155.61508090748643</c:v>
                </c:pt>
                <c:pt idx="3071">
                  <c:v>114.9402861443225</c:v>
                </c:pt>
                <c:pt idx="3072">
                  <c:v>161.91361467806345</c:v>
                </c:pt>
                <c:pt idx="3073">
                  <c:v>251.94040983693625</c:v>
                </c:pt>
                <c:pt idx="3074">
                  <c:v>143.61991027534393</c:v>
                </c:pt>
                <c:pt idx="3075">
                  <c:v>260.4016507905204</c:v>
                </c:pt>
                <c:pt idx="3076">
                  <c:v>141.41749975837857</c:v>
                </c:pt>
                <c:pt idx="3077">
                  <c:v>264.23228840398576</c:v>
                </c:pt>
                <c:pt idx="3078">
                  <c:v>202.39856390696303</c:v>
                </c:pt>
                <c:pt idx="3079">
                  <c:v>102.45699222574335</c:v>
                </c:pt>
                <c:pt idx="3080">
                  <c:v>246.27148157837738</c:v>
                </c:pt>
                <c:pt idx="3081">
                  <c:v>116.6922440279617</c:v>
                </c:pt>
                <c:pt idx="3082">
                  <c:v>154.72430688487472</c:v>
                </c:pt>
                <c:pt idx="3083">
                  <c:v>269.03615390104954</c:v>
                </c:pt>
                <c:pt idx="3084">
                  <c:v>136.02029592460136</c:v>
                </c:pt>
                <c:pt idx="3085">
                  <c:v>153.64587816983763</c:v>
                </c:pt>
                <c:pt idx="3086">
                  <c:v>237.6874667864175</c:v>
                </c:pt>
                <c:pt idx="3087">
                  <c:v>247.21444847232132</c:v>
                </c:pt>
                <c:pt idx="3088">
                  <c:v>203.6328160875873</c:v>
                </c:pt>
                <c:pt idx="3089">
                  <c:v>197.80594494253478</c:v>
                </c:pt>
                <c:pt idx="3090">
                  <c:v>152.6803514176358</c:v>
                </c:pt>
                <c:pt idx="3091">
                  <c:v>147.633270955834</c:v>
                </c:pt>
                <c:pt idx="3092">
                  <c:v>171.40344099276348</c:v>
                </c:pt>
                <c:pt idx="3093">
                  <c:v>253.5773647293423</c:v>
                </c:pt>
                <c:pt idx="3094">
                  <c:v>251.98072157805203</c:v>
                </c:pt>
                <c:pt idx="3095">
                  <c:v>262.8418126674053</c:v>
                </c:pt>
                <c:pt idx="3096">
                  <c:v>85.33570221876488</c:v>
                </c:pt>
                <c:pt idx="3097">
                  <c:v>244.6367706278063</c:v>
                </c:pt>
                <c:pt idx="3098">
                  <c:v>267.8176303345666</c:v>
                </c:pt>
                <c:pt idx="3099">
                  <c:v>120.10136335845688</c:v>
                </c:pt>
                <c:pt idx="3100">
                  <c:v>195.36840422750163</c:v>
                </c:pt>
                <c:pt idx="3101">
                  <c:v>160.97851345101526</c:v>
                </c:pt>
                <c:pt idx="3102">
                  <c:v>227.25305254514583</c:v>
                </c:pt>
                <c:pt idx="3103">
                  <c:v>265.3556719418711</c:v>
                </c:pt>
                <c:pt idx="3104">
                  <c:v>191.66359014126428</c:v>
                </c:pt>
                <c:pt idx="3105">
                  <c:v>136.56314694408104</c:v>
                </c:pt>
                <c:pt idx="3106">
                  <c:v>222.75010748192514</c:v>
                </c:pt>
                <c:pt idx="3107">
                  <c:v>223.4239069622198</c:v>
                </c:pt>
                <c:pt idx="3108">
                  <c:v>262.5422627898079</c:v>
                </c:pt>
                <c:pt idx="3109">
                  <c:v>167.61049273582344</c:v>
                </c:pt>
                <c:pt idx="3110">
                  <c:v>139.30039299583993</c:v>
                </c:pt>
                <c:pt idx="3111">
                  <c:v>202.99665190460541</c:v>
                </c:pt>
                <c:pt idx="3112">
                  <c:v>193.49242210233226</c:v>
                </c:pt>
                <c:pt idx="3113">
                  <c:v>194.95472128471945</c:v>
                </c:pt>
                <c:pt idx="3114">
                  <c:v>202.5067611321334</c:v>
                </c:pt>
                <c:pt idx="3115">
                  <c:v>263.628686087262</c:v>
                </c:pt>
                <c:pt idx="3116">
                  <c:v>218.92358464799744</c:v>
                </c:pt>
                <c:pt idx="3117">
                  <c:v>183.74105206980929</c:v>
                </c:pt>
                <c:pt idx="3118">
                  <c:v>141.62927729802175</c:v>
                </c:pt>
                <c:pt idx="3119">
                  <c:v>121.83647466204965</c:v>
                </c:pt>
                <c:pt idx="3120">
                  <c:v>162.8902423174306</c:v>
                </c:pt>
                <c:pt idx="3121">
                  <c:v>127.79244815926859</c:v>
                </c:pt>
                <c:pt idx="3122">
                  <c:v>235.98643646438012</c:v>
                </c:pt>
                <c:pt idx="3123">
                  <c:v>215.12630151339732</c:v>
                </c:pt>
                <c:pt idx="3124">
                  <c:v>186.16084321465408</c:v>
                </c:pt>
                <c:pt idx="3125">
                  <c:v>256.6867753858147</c:v>
                </c:pt>
                <c:pt idx="3126">
                  <c:v>262.39974019376973</c:v>
                </c:pt>
                <c:pt idx="3127">
                  <c:v>231.04764135025897</c:v>
                </c:pt>
                <c:pt idx="3128">
                  <c:v>251.38807341992543</c:v>
                </c:pt>
                <c:pt idx="3129">
                  <c:v>208.0804596664177</c:v>
                </c:pt>
                <c:pt idx="3130">
                  <c:v>193.19928397349284</c:v>
                </c:pt>
                <c:pt idx="3131">
                  <c:v>116.5892371849273</c:v>
                </c:pt>
                <c:pt idx="3132">
                  <c:v>213.09959108422655</c:v>
                </c:pt>
                <c:pt idx="3133">
                  <c:v>268.98346028555756</c:v>
                </c:pt>
                <c:pt idx="3134">
                  <c:v>259.4399427460945</c:v>
                </c:pt>
                <c:pt idx="3135">
                  <c:v>147.45192567853277</c:v>
                </c:pt>
                <c:pt idx="3136">
                  <c:v>254.6675412289609</c:v>
                </c:pt>
                <c:pt idx="3137">
                  <c:v>100.63002160523034</c:v>
                </c:pt>
                <c:pt idx="3138">
                  <c:v>176.72442077906115</c:v>
                </c:pt>
                <c:pt idx="3139">
                  <c:v>164.1859998882082</c:v>
                </c:pt>
                <c:pt idx="3140">
                  <c:v>194.17859371622177</c:v>
                </c:pt>
                <c:pt idx="3141">
                  <c:v>115.98885719223526</c:v>
                </c:pt>
                <c:pt idx="3142">
                  <c:v>200.44831545267004</c:v>
                </c:pt>
                <c:pt idx="3143">
                  <c:v>266.76073566815364</c:v>
                </c:pt>
                <c:pt idx="3144">
                  <c:v>191.60911092071754</c:v>
                </c:pt>
                <c:pt idx="3145">
                  <c:v>105.8259604336976</c:v>
                </c:pt>
                <c:pt idx="3146">
                  <c:v>161.8039634659814</c:v>
                </c:pt>
                <c:pt idx="3147">
                  <c:v>183.5153922224072</c:v>
                </c:pt>
                <c:pt idx="3148">
                  <c:v>157.81635984147158</c:v>
                </c:pt>
                <c:pt idx="3149">
                  <c:v>175.64543325772937</c:v>
                </c:pt>
                <c:pt idx="3150">
                  <c:v>111.01057318203127</c:v>
                </c:pt>
                <c:pt idx="3151">
                  <c:v>285.69028156731264</c:v>
                </c:pt>
                <c:pt idx="3152">
                  <c:v>98.55904243827366</c:v>
                </c:pt>
                <c:pt idx="3153">
                  <c:v>142.42717151493093</c:v>
                </c:pt>
                <c:pt idx="3154">
                  <c:v>106.01508296232677</c:v>
                </c:pt>
                <c:pt idx="3155">
                  <c:v>188.34349211524875</c:v>
                </c:pt>
                <c:pt idx="3156">
                  <c:v>199.21903533476146</c:v>
                </c:pt>
                <c:pt idx="3157">
                  <c:v>189.66877447741564</c:v>
                </c:pt>
                <c:pt idx="3158">
                  <c:v>136.83386785485405</c:v>
                </c:pt>
                <c:pt idx="3159">
                  <c:v>216.49721526745964</c:v>
                </c:pt>
                <c:pt idx="3160">
                  <c:v>111.46000995163051</c:v>
                </c:pt>
                <c:pt idx="3161">
                  <c:v>235.0955112061896</c:v>
                </c:pt>
                <c:pt idx="3162">
                  <c:v>243.76048311475782</c:v>
                </c:pt>
                <c:pt idx="3163">
                  <c:v>197.4762152315003</c:v>
                </c:pt>
                <c:pt idx="3164">
                  <c:v>208.5179057842525</c:v>
                </c:pt>
                <c:pt idx="3165">
                  <c:v>164.85038697643648</c:v>
                </c:pt>
                <c:pt idx="3166">
                  <c:v>103.99927995689583</c:v>
                </c:pt>
                <c:pt idx="3167">
                  <c:v>188.58603499818688</c:v>
                </c:pt>
                <c:pt idx="3168">
                  <c:v>271.1711510341281</c:v>
                </c:pt>
                <c:pt idx="3169">
                  <c:v>221.50558927879547</c:v>
                </c:pt>
                <c:pt idx="3170">
                  <c:v>121.16987620909812</c:v>
                </c:pt>
                <c:pt idx="3171">
                  <c:v>232.67746845437088</c:v>
                </c:pt>
                <c:pt idx="3172">
                  <c:v>182.95017872797675</c:v>
                </c:pt>
                <c:pt idx="3173">
                  <c:v>254.70233921110392</c:v>
                </c:pt>
                <c:pt idx="3174">
                  <c:v>243.1806088807968</c:v>
                </c:pt>
                <c:pt idx="3175">
                  <c:v>186.08049087584857</c:v>
                </c:pt>
                <c:pt idx="3176">
                  <c:v>116.30030338309528</c:v>
                </c:pt>
                <c:pt idx="3177">
                  <c:v>133.84950178513904</c:v>
                </c:pt>
                <c:pt idx="3178">
                  <c:v>182.29578487854744</c:v>
                </c:pt>
                <c:pt idx="3179">
                  <c:v>155.71026676447548</c:v>
                </c:pt>
                <c:pt idx="3180">
                  <c:v>254.3874727763147</c:v>
                </c:pt>
                <c:pt idx="3181">
                  <c:v>229.06032245284248</c:v>
                </c:pt>
                <c:pt idx="3182">
                  <c:v>146.92068739417275</c:v>
                </c:pt>
                <c:pt idx="3183">
                  <c:v>206.05897882096153</c:v>
                </c:pt>
                <c:pt idx="3184">
                  <c:v>127.43617612360337</c:v>
                </c:pt>
                <c:pt idx="3185">
                  <c:v>270.14207722924533</c:v>
                </c:pt>
                <c:pt idx="3186">
                  <c:v>202.1645492172965</c:v>
                </c:pt>
                <c:pt idx="3187">
                  <c:v>154.21296572762574</c:v>
                </c:pt>
                <c:pt idx="3188">
                  <c:v>168.77331095868286</c:v>
                </c:pt>
                <c:pt idx="3189">
                  <c:v>119.96599703278964</c:v>
                </c:pt>
                <c:pt idx="3190">
                  <c:v>164.12494752030324</c:v>
                </c:pt>
                <c:pt idx="3191">
                  <c:v>121.63410548063932</c:v>
                </c:pt>
                <c:pt idx="3192">
                  <c:v>253.23500179658757</c:v>
                </c:pt>
                <c:pt idx="3193">
                  <c:v>189.6509163438096</c:v>
                </c:pt>
                <c:pt idx="3194">
                  <c:v>190.70657020707014</c:v>
                </c:pt>
                <c:pt idx="3195">
                  <c:v>212.37503551122484</c:v>
                </c:pt>
                <c:pt idx="3196">
                  <c:v>155.84514199147094</c:v>
                </c:pt>
                <c:pt idx="3197">
                  <c:v>267.75590370117044</c:v>
                </c:pt>
                <c:pt idx="3198">
                  <c:v>207.2169368392845</c:v>
                </c:pt>
                <c:pt idx="3199">
                  <c:v>115.57356106968902</c:v>
                </c:pt>
                <c:pt idx="3200">
                  <c:v>218.67006466779134</c:v>
                </c:pt>
                <c:pt idx="3201">
                  <c:v>141.23149410256974</c:v>
                </c:pt>
                <c:pt idx="3202">
                  <c:v>106.3351732312875</c:v>
                </c:pt>
                <c:pt idx="3203">
                  <c:v>269.8637916755071</c:v>
                </c:pt>
                <c:pt idx="3204">
                  <c:v>251.36201665769852</c:v>
                </c:pt>
                <c:pt idx="3205">
                  <c:v>260.66027315262187</c:v>
                </c:pt>
                <c:pt idx="3206">
                  <c:v>207.18359264445704</c:v>
                </c:pt>
                <c:pt idx="3207">
                  <c:v>208.8355583377439</c:v>
                </c:pt>
                <c:pt idx="3208">
                  <c:v>119.25771161629574</c:v>
                </c:pt>
                <c:pt idx="3209">
                  <c:v>143.07390012094086</c:v>
                </c:pt>
                <c:pt idx="3210">
                  <c:v>187.6475160723009</c:v>
                </c:pt>
                <c:pt idx="3211">
                  <c:v>139.8126357996766</c:v>
                </c:pt>
                <c:pt idx="3212">
                  <c:v>226.7678571026576</c:v>
                </c:pt>
                <c:pt idx="3213">
                  <c:v>251.7478272077303</c:v>
                </c:pt>
                <c:pt idx="3214">
                  <c:v>116.88522713587503</c:v>
                </c:pt>
                <c:pt idx="3215">
                  <c:v>193.90623461938063</c:v>
                </c:pt>
                <c:pt idx="3216">
                  <c:v>206.62195929680644</c:v>
                </c:pt>
                <c:pt idx="3217">
                  <c:v>155.44348278447458</c:v>
                </c:pt>
                <c:pt idx="3218">
                  <c:v>257.98099005883125</c:v>
                </c:pt>
                <c:pt idx="3219">
                  <c:v>186.70470715196635</c:v>
                </c:pt>
                <c:pt idx="3220">
                  <c:v>143.74448306176265</c:v>
                </c:pt>
                <c:pt idx="3221">
                  <c:v>222.461387257741</c:v>
                </c:pt>
                <c:pt idx="3222">
                  <c:v>266.5493591525718</c:v>
                </c:pt>
                <c:pt idx="3223">
                  <c:v>120.65594267548155</c:v>
                </c:pt>
                <c:pt idx="3224">
                  <c:v>250.9334085077166</c:v>
                </c:pt>
                <c:pt idx="3225">
                  <c:v>121.91143870054314</c:v>
                </c:pt>
                <c:pt idx="3226">
                  <c:v>166.8359842342831</c:v>
                </c:pt>
                <c:pt idx="3227">
                  <c:v>201.61201796464547</c:v>
                </c:pt>
                <c:pt idx="3228">
                  <c:v>122.72661469073932</c:v>
                </c:pt>
                <c:pt idx="3229">
                  <c:v>123.22176621105051</c:v>
                </c:pt>
                <c:pt idx="3230">
                  <c:v>257.4337755249815</c:v>
                </c:pt>
                <c:pt idx="3231">
                  <c:v>203.83343366983345</c:v>
                </c:pt>
                <c:pt idx="3232">
                  <c:v>124.70038714111183</c:v>
                </c:pt>
                <c:pt idx="3233">
                  <c:v>249.14645669870336</c:v>
                </c:pt>
                <c:pt idx="3234">
                  <c:v>221.708318388794</c:v>
                </c:pt>
                <c:pt idx="3235">
                  <c:v>264.04113344742836</c:v>
                </c:pt>
                <c:pt idx="3236">
                  <c:v>109.59097950305957</c:v>
                </c:pt>
                <c:pt idx="3237">
                  <c:v>209.99995744497735</c:v>
                </c:pt>
                <c:pt idx="3238">
                  <c:v>223.19793832087316</c:v>
                </c:pt>
                <c:pt idx="3239">
                  <c:v>184.5797702630772</c:v>
                </c:pt>
                <c:pt idx="3240">
                  <c:v>203.8094768292547</c:v>
                </c:pt>
                <c:pt idx="3241">
                  <c:v>90.17788198602928</c:v>
                </c:pt>
                <c:pt idx="3242">
                  <c:v>213.4817776325333</c:v>
                </c:pt>
                <c:pt idx="3243">
                  <c:v>201.62549086735268</c:v>
                </c:pt>
                <c:pt idx="3244">
                  <c:v>139.0274840481566</c:v>
                </c:pt>
                <c:pt idx="3245">
                  <c:v>216.98659115222492</c:v>
                </c:pt>
                <c:pt idx="3246">
                  <c:v>172.17173981120425</c:v>
                </c:pt>
                <c:pt idx="3247">
                  <c:v>116.49952520798767</c:v>
                </c:pt>
                <c:pt idx="3248">
                  <c:v>256.78820830321536</c:v>
                </c:pt>
                <c:pt idx="3249">
                  <c:v>264.65092156108705</c:v>
                </c:pt>
                <c:pt idx="3250">
                  <c:v>219.71825248199465</c:v>
                </c:pt>
                <c:pt idx="3251">
                  <c:v>115.1638050439879</c:v>
                </c:pt>
                <c:pt idx="3252">
                  <c:v>248.258160755681</c:v>
                </c:pt>
                <c:pt idx="3253">
                  <c:v>188.45709233070332</c:v>
                </c:pt>
                <c:pt idx="3254">
                  <c:v>165.6561263939487</c:v>
                </c:pt>
                <c:pt idx="3255">
                  <c:v>195.99485531814918</c:v>
                </c:pt>
                <c:pt idx="3256">
                  <c:v>199.79535080446735</c:v>
                </c:pt>
                <c:pt idx="3257">
                  <c:v>205.8534791391013</c:v>
                </c:pt>
                <c:pt idx="3258">
                  <c:v>226.53537210813798</c:v>
                </c:pt>
                <c:pt idx="3259">
                  <c:v>265.0417637380879</c:v>
                </c:pt>
                <c:pt idx="3260">
                  <c:v>149.10532757477498</c:v>
                </c:pt>
                <c:pt idx="3261">
                  <c:v>197.83491603464324</c:v>
                </c:pt>
                <c:pt idx="3262">
                  <c:v>227.80875052042515</c:v>
                </c:pt>
                <c:pt idx="3263">
                  <c:v>188.74462294764183</c:v>
                </c:pt>
                <c:pt idx="3264">
                  <c:v>173.05934975193975</c:v>
                </c:pt>
                <c:pt idx="3265">
                  <c:v>217.54308617440745</c:v>
                </c:pt>
                <c:pt idx="3266">
                  <c:v>215.5677140641153</c:v>
                </c:pt>
                <c:pt idx="3267">
                  <c:v>237.78680703878854</c:v>
                </c:pt>
                <c:pt idx="3268">
                  <c:v>198.0782019873759</c:v>
                </c:pt>
                <c:pt idx="3269">
                  <c:v>259.5826741034215</c:v>
                </c:pt>
                <c:pt idx="3270">
                  <c:v>120.88362767213472</c:v>
                </c:pt>
                <c:pt idx="3271">
                  <c:v>103.29190339842005</c:v>
                </c:pt>
                <c:pt idx="3272">
                  <c:v>233.64775776169617</c:v>
                </c:pt>
                <c:pt idx="3273">
                  <c:v>160.33219967715533</c:v>
                </c:pt>
                <c:pt idx="3274">
                  <c:v>154.22631313143918</c:v>
                </c:pt>
                <c:pt idx="3275">
                  <c:v>159.834632059653</c:v>
                </c:pt>
                <c:pt idx="3276">
                  <c:v>130.37113533560307</c:v>
                </c:pt>
                <c:pt idx="3277">
                  <c:v>111.94738843044382</c:v>
                </c:pt>
                <c:pt idx="3278">
                  <c:v>269.8133408239537</c:v>
                </c:pt>
                <c:pt idx="3279">
                  <c:v>124.70031785151868</c:v>
                </c:pt>
                <c:pt idx="3280">
                  <c:v>217.38019207724136</c:v>
                </c:pt>
                <c:pt idx="3281">
                  <c:v>215.60721079295817</c:v>
                </c:pt>
                <c:pt idx="3282">
                  <c:v>227.8329959501298</c:v>
                </c:pt>
                <c:pt idx="3283">
                  <c:v>117.62132008040219</c:v>
                </c:pt>
                <c:pt idx="3284">
                  <c:v>256.54618078063936</c:v>
                </c:pt>
                <c:pt idx="3285">
                  <c:v>218.5644999698233</c:v>
                </c:pt>
                <c:pt idx="3286">
                  <c:v>198.10487058412795</c:v>
                </c:pt>
                <c:pt idx="3287">
                  <c:v>224.8990589398827</c:v>
                </c:pt>
                <c:pt idx="3288">
                  <c:v>254.80708218750917</c:v>
                </c:pt>
                <c:pt idx="3289">
                  <c:v>119.38753395288346</c:v>
                </c:pt>
                <c:pt idx="3290">
                  <c:v>227.46193810051466</c:v>
                </c:pt>
                <c:pt idx="3291">
                  <c:v>211.87988528589491</c:v>
                </c:pt>
                <c:pt idx="3292">
                  <c:v>250.9110331308777</c:v>
                </c:pt>
                <c:pt idx="3293">
                  <c:v>254.56489766503188</c:v>
                </c:pt>
                <c:pt idx="3294">
                  <c:v>135.12781998235533</c:v>
                </c:pt>
                <c:pt idx="3295">
                  <c:v>298.4124652188028</c:v>
                </c:pt>
                <c:pt idx="3296">
                  <c:v>122.19310773437623</c:v>
                </c:pt>
                <c:pt idx="3297">
                  <c:v>107.60203883256368</c:v>
                </c:pt>
                <c:pt idx="3298">
                  <c:v>100.76508060363864</c:v>
                </c:pt>
                <c:pt idx="3299">
                  <c:v>127.71270615112893</c:v>
                </c:pt>
                <c:pt idx="3300">
                  <c:v>221.35451834396818</c:v>
                </c:pt>
                <c:pt idx="3301">
                  <c:v>119.49971577377447</c:v>
                </c:pt>
                <c:pt idx="3302">
                  <c:v>101.11774677538027</c:v>
                </c:pt>
                <c:pt idx="3303">
                  <c:v>257.6627193231649</c:v>
                </c:pt>
                <c:pt idx="3304">
                  <c:v>258.6515835243489</c:v>
                </c:pt>
                <c:pt idx="3305">
                  <c:v>252.32504137236901</c:v>
                </c:pt>
                <c:pt idx="3306">
                  <c:v>264.69664621874705</c:v>
                </c:pt>
                <c:pt idx="3307">
                  <c:v>273.1229313071959</c:v>
                </c:pt>
                <c:pt idx="3308">
                  <c:v>120.97858361902713</c:v>
                </c:pt>
                <c:pt idx="3309">
                  <c:v>161.3588418424964</c:v>
                </c:pt>
                <c:pt idx="3310">
                  <c:v>167.01660495016688</c:v>
                </c:pt>
                <c:pt idx="3311">
                  <c:v>124.11086937417171</c:v>
                </c:pt>
                <c:pt idx="3312">
                  <c:v>223.6872292586481</c:v>
                </c:pt>
                <c:pt idx="3313">
                  <c:v>116.29874047255068</c:v>
                </c:pt>
                <c:pt idx="3314">
                  <c:v>159.3154112327511</c:v>
                </c:pt>
                <c:pt idx="3315">
                  <c:v>163.768057957359</c:v>
                </c:pt>
                <c:pt idx="3316">
                  <c:v>194.05657863849973</c:v>
                </c:pt>
                <c:pt idx="3317">
                  <c:v>210.27823548597303</c:v>
                </c:pt>
                <c:pt idx="3318">
                  <c:v>107.11746253932131</c:v>
                </c:pt>
                <c:pt idx="3319">
                  <c:v>144.24811846865018</c:v>
                </c:pt>
                <c:pt idx="3320">
                  <c:v>233.7082796737035</c:v>
                </c:pt>
                <c:pt idx="3321">
                  <c:v>147.9060494453769</c:v>
                </c:pt>
                <c:pt idx="3322">
                  <c:v>171.74135975696416</c:v>
                </c:pt>
                <c:pt idx="3323">
                  <c:v>160.8132245050417</c:v>
                </c:pt>
                <c:pt idx="3324">
                  <c:v>149.8582656064773</c:v>
                </c:pt>
                <c:pt idx="3325">
                  <c:v>109.78330411330067</c:v>
                </c:pt>
                <c:pt idx="3326">
                  <c:v>220.98336807048545</c:v>
                </c:pt>
                <c:pt idx="3327">
                  <c:v>209.36084670520248</c:v>
                </c:pt>
                <c:pt idx="3328">
                  <c:v>147.33534577472986</c:v>
                </c:pt>
                <c:pt idx="3329">
                  <c:v>263.0194254376606</c:v>
                </c:pt>
                <c:pt idx="3330">
                  <c:v>203.02898136204564</c:v>
                </c:pt>
                <c:pt idx="3331">
                  <c:v>222.2031491791446</c:v>
                </c:pt>
                <c:pt idx="3332">
                  <c:v>118.94795133093122</c:v>
                </c:pt>
                <c:pt idx="3333">
                  <c:v>160.7153624631196</c:v>
                </c:pt>
                <c:pt idx="3334">
                  <c:v>103.85797451436471</c:v>
                </c:pt>
                <c:pt idx="3335">
                  <c:v>204.11697972047844</c:v>
                </c:pt>
                <c:pt idx="3336">
                  <c:v>257.8410946961138</c:v>
                </c:pt>
                <c:pt idx="3337">
                  <c:v>203.37853733485233</c:v>
                </c:pt>
                <c:pt idx="3338">
                  <c:v>143.77640256567753</c:v>
                </c:pt>
                <c:pt idx="3339">
                  <c:v>101.06404751326902</c:v>
                </c:pt>
                <c:pt idx="3340">
                  <c:v>150.8415059442416</c:v>
                </c:pt>
                <c:pt idx="3341">
                  <c:v>186.7035319349303</c:v>
                </c:pt>
                <c:pt idx="3342">
                  <c:v>237.34235245052415</c:v>
                </c:pt>
                <c:pt idx="3343">
                  <c:v>120.84182236188384</c:v>
                </c:pt>
                <c:pt idx="3344">
                  <c:v>260.419772035932</c:v>
                </c:pt>
                <c:pt idx="3345">
                  <c:v>254.03978088026213</c:v>
                </c:pt>
                <c:pt idx="3346">
                  <c:v>191.63218712271185</c:v>
                </c:pt>
                <c:pt idx="3347">
                  <c:v>256.1416758708341</c:v>
                </c:pt>
                <c:pt idx="3348">
                  <c:v>223.24943372564908</c:v>
                </c:pt>
                <c:pt idx="3349">
                  <c:v>259.08271847759755</c:v>
                </c:pt>
                <c:pt idx="3350">
                  <c:v>211.68267567564922</c:v>
                </c:pt>
                <c:pt idx="3351">
                  <c:v>174.04266517505997</c:v>
                </c:pt>
                <c:pt idx="3352">
                  <c:v>124.81794525072256</c:v>
                </c:pt>
                <c:pt idx="3353">
                  <c:v>186.00672759761858</c:v>
                </c:pt>
                <c:pt idx="3354">
                  <c:v>156.8093140270378</c:v>
                </c:pt>
                <c:pt idx="3355">
                  <c:v>205.10505230001849</c:v>
                </c:pt>
                <c:pt idx="3356">
                  <c:v>134.09587025245102</c:v>
                </c:pt>
                <c:pt idx="3357">
                  <c:v>255.85945360301156</c:v>
                </c:pt>
                <c:pt idx="3358">
                  <c:v>227.4458784481606</c:v>
                </c:pt>
                <c:pt idx="3359">
                  <c:v>192.89478533912444</c:v>
                </c:pt>
                <c:pt idx="3360">
                  <c:v>136.8207961907555</c:v>
                </c:pt>
                <c:pt idx="3361">
                  <c:v>197.45551066079975</c:v>
                </c:pt>
                <c:pt idx="3362">
                  <c:v>246.8144884401779</c:v>
                </c:pt>
                <c:pt idx="3363">
                  <c:v>235.95457489232282</c:v>
                </c:pt>
                <c:pt idx="3364">
                  <c:v>102.51619227751453</c:v>
                </c:pt>
                <c:pt idx="3365">
                  <c:v>208.95972764331245</c:v>
                </c:pt>
                <c:pt idx="3366">
                  <c:v>156.18046004845507</c:v>
                </c:pt>
                <c:pt idx="3367">
                  <c:v>145.61042701966517</c:v>
                </c:pt>
                <c:pt idx="3368">
                  <c:v>250.86803464082138</c:v>
                </c:pt>
                <c:pt idx="3369">
                  <c:v>222.57164056506986</c:v>
                </c:pt>
                <c:pt idx="3370">
                  <c:v>206.7541026683066</c:v>
                </c:pt>
                <c:pt idx="3371">
                  <c:v>223.45624934262014</c:v>
                </c:pt>
                <c:pt idx="3372">
                  <c:v>256.83774615023617</c:v>
                </c:pt>
                <c:pt idx="3373">
                  <c:v>177.85242905861165</c:v>
                </c:pt>
                <c:pt idx="3374">
                  <c:v>163.45516682333925</c:v>
                </c:pt>
                <c:pt idx="3375">
                  <c:v>240.8408560076395</c:v>
                </c:pt>
                <c:pt idx="3376">
                  <c:v>113.01212890393637</c:v>
                </c:pt>
                <c:pt idx="3377">
                  <c:v>247.89427949314756</c:v>
                </c:pt>
                <c:pt idx="3378">
                  <c:v>212.1624920464389</c:v>
                </c:pt>
                <c:pt idx="3379">
                  <c:v>115.31614614871</c:v>
                </c:pt>
                <c:pt idx="3380">
                  <c:v>189.21354705316833</c:v>
                </c:pt>
                <c:pt idx="3381">
                  <c:v>256.52217592897716</c:v>
                </c:pt>
                <c:pt idx="3382">
                  <c:v>206.61835274494095</c:v>
                </c:pt>
                <c:pt idx="3383">
                  <c:v>260.49931208197665</c:v>
                </c:pt>
                <c:pt idx="3384">
                  <c:v>255.78170223879016</c:v>
                </c:pt>
                <c:pt idx="3385">
                  <c:v>139.1729654403581</c:v>
                </c:pt>
                <c:pt idx="3386">
                  <c:v>265.36766316277016</c:v>
                </c:pt>
                <c:pt idx="3387">
                  <c:v>233.26037949179334</c:v>
                </c:pt>
                <c:pt idx="3388">
                  <c:v>122.86424420932399</c:v>
                </c:pt>
                <c:pt idx="3389">
                  <c:v>108.05822191498068</c:v>
                </c:pt>
                <c:pt idx="3390">
                  <c:v>239.82255414117787</c:v>
                </c:pt>
                <c:pt idx="3391">
                  <c:v>265.1058166359721</c:v>
                </c:pt>
                <c:pt idx="3392">
                  <c:v>249.84868733666264</c:v>
                </c:pt>
                <c:pt idx="3393">
                  <c:v>195.78134431378209</c:v>
                </c:pt>
                <c:pt idx="3394">
                  <c:v>160.245712537409</c:v>
                </c:pt>
                <c:pt idx="3395">
                  <c:v>113.5866206540527</c:v>
                </c:pt>
                <c:pt idx="3396">
                  <c:v>252.9334583978955</c:v>
                </c:pt>
                <c:pt idx="3397">
                  <c:v>150.14615343355524</c:v>
                </c:pt>
                <c:pt idx="3398">
                  <c:v>192.5285757912187</c:v>
                </c:pt>
                <c:pt idx="3399">
                  <c:v>115.93349623501483</c:v>
                </c:pt>
                <c:pt idx="3400">
                  <c:v>210.325166131141</c:v>
                </c:pt>
                <c:pt idx="3401">
                  <c:v>251.2373221867755</c:v>
                </c:pt>
                <c:pt idx="3402">
                  <c:v>144.3026645622803</c:v>
                </c:pt>
                <c:pt idx="3403">
                  <c:v>209.46074325001442</c:v>
                </c:pt>
                <c:pt idx="3404">
                  <c:v>156.6092236513727</c:v>
                </c:pt>
                <c:pt idx="3405">
                  <c:v>265.63470835610036</c:v>
                </c:pt>
                <c:pt idx="3406">
                  <c:v>120.05856640110107</c:v>
                </c:pt>
                <c:pt idx="3407">
                  <c:v>199.65816754105924</c:v>
                </c:pt>
                <c:pt idx="3408">
                  <c:v>163.10744630764287</c:v>
                </c:pt>
                <c:pt idx="3409">
                  <c:v>191.48534534444636</c:v>
                </c:pt>
                <c:pt idx="3410">
                  <c:v>208.1535225544234</c:v>
                </c:pt>
                <c:pt idx="3411">
                  <c:v>120.14751797314631</c:v>
                </c:pt>
                <c:pt idx="3412">
                  <c:v>176.46688025981584</c:v>
                </c:pt>
                <c:pt idx="3413">
                  <c:v>233.21023614670526</c:v>
                </c:pt>
                <c:pt idx="3414">
                  <c:v>104.48405346914546</c:v>
                </c:pt>
                <c:pt idx="3415">
                  <c:v>269.45831488394816</c:v>
                </c:pt>
                <c:pt idx="3416">
                  <c:v>105.754450225327</c:v>
                </c:pt>
                <c:pt idx="3417">
                  <c:v>161.77449589295546</c:v>
                </c:pt>
                <c:pt idx="3418">
                  <c:v>202.41253895957746</c:v>
                </c:pt>
                <c:pt idx="3419">
                  <c:v>210.9217727346089</c:v>
                </c:pt>
                <c:pt idx="3420">
                  <c:v>167.241881040771</c:v>
                </c:pt>
                <c:pt idx="3421">
                  <c:v>247.82654425000166</c:v>
                </c:pt>
                <c:pt idx="3422">
                  <c:v>231.2456306116151</c:v>
                </c:pt>
                <c:pt idx="3423">
                  <c:v>195.76213363812386</c:v>
                </c:pt>
                <c:pt idx="3424">
                  <c:v>257.00294421994596</c:v>
                </c:pt>
                <c:pt idx="3425">
                  <c:v>198.4472688589667</c:v>
                </c:pt>
                <c:pt idx="3426">
                  <c:v>125.44019722057838</c:v>
                </c:pt>
                <c:pt idx="3427">
                  <c:v>172.7475887389908</c:v>
                </c:pt>
                <c:pt idx="3428">
                  <c:v>198.46640469465805</c:v>
                </c:pt>
                <c:pt idx="3429">
                  <c:v>139.51366454248927</c:v>
                </c:pt>
                <c:pt idx="3430">
                  <c:v>258.0868992475568</c:v>
                </c:pt>
                <c:pt idx="3431">
                  <c:v>256.8548201643139</c:v>
                </c:pt>
                <c:pt idx="3432">
                  <c:v>190.29490933602335</c:v>
                </c:pt>
                <c:pt idx="3433">
                  <c:v>248.27998230042354</c:v>
                </c:pt>
                <c:pt idx="3434">
                  <c:v>214.1337449320363</c:v>
                </c:pt>
                <c:pt idx="3435">
                  <c:v>207.19521895821694</c:v>
                </c:pt>
                <c:pt idx="3436">
                  <c:v>111.45527323991803</c:v>
                </c:pt>
                <c:pt idx="3437">
                  <c:v>105.22208423752771</c:v>
                </c:pt>
                <c:pt idx="3438">
                  <c:v>159.680721712985</c:v>
                </c:pt>
                <c:pt idx="3439">
                  <c:v>234.32327756250587</c:v>
                </c:pt>
                <c:pt idx="3440">
                  <c:v>239.47341978863886</c:v>
                </c:pt>
                <c:pt idx="3441">
                  <c:v>206.36564653455054</c:v>
                </c:pt>
                <c:pt idx="3442">
                  <c:v>135.2324539278605</c:v>
                </c:pt>
                <c:pt idx="3443">
                  <c:v>192.52979022386197</c:v>
                </c:pt>
                <c:pt idx="3444">
                  <c:v>166.0753427617407</c:v>
                </c:pt>
                <c:pt idx="3445">
                  <c:v>235.70121394371367</c:v>
                </c:pt>
                <c:pt idx="3446">
                  <c:v>214.84421593157583</c:v>
                </c:pt>
                <c:pt idx="3447">
                  <c:v>248.38721604404657</c:v>
                </c:pt>
                <c:pt idx="3448">
                  <c:v>322.8605277836531</c:v>
                </c:pt>
                <c:pt idx="3449">
                  <c:v>105.7435284627348</c:v>
                </c:pt>
                <c:pt idx="3450">
                  <c:v>256.7683445356072</c:v>
                </c:pt>
                <c:pt idx="3451">
                  <c:v>95.32327874207819</c:v>
                </c:pt>
                <c:pt idx="3452">
                  <c:v>100.00670588147996</c:v>
                </c:pt>
                <c:pt idx="3453">
                  <c:v>148.5734682271009</c:v>
                </c:pt>
                <c:pt idx="3454">
                  <c:v>120.06440160955115</c:v>
                </c:pt>
                <c:pt idx="3455">
                  <c:v>171.69765531860688</c:v>
                </c:pt>
                <c:pt idx="3456">
                  <c:v>212.22119437399206</c:v>
                </c:pt>
                <c:pt idx="3457">
                  <c:v>187.17206422090015</c:v>
                </c:pt>
                <c:pt idx="3458">
                  <c:v>104.07109560631793</c:v>
                </c:pt>
                <c:pt idx="3459">
                  <c:v>132.81538070744375</c:v>
                </c:pt>
                <c:pt idx="3460">
                  <c:v>91.65531575282603</c:v>
                </c:pt>
                <c:pt idx="3461">
                  <c:v>112.66178814628891</c:v>
                </c:pt>
                <c:pt idx="3462">
                  <c:v>128.0308192658615</c:v>
                </c:pt>
                <c:pt idx="3463">
                  <c:v>145.75786091714292</c:v>
                </c:pt>
                <c:pt idx="3464">
                  <c:v>223.84345814940875</c:v>
                </c:pt>
                <c:pt idx="3465">
                  <c:v>209.09911362765027</c:v>
                </c:pt>
                <c:pt idx="3466">
                  <c:v>174.88001464077192</c:v>
                </c:pt>
                <c:pt idx="3467">
                  <c:v>186.33860767263525</c:v>
                </c:pt>
                <c:pt idx="3468">
                  <c:v>229.9267083434533</c:v>
                </c:pt>
                <c:pt idx="3469">
                  <c:v>134.1165878607162</c:v>
                </c:pt>
                <c:pt idx="3470">
                  <c:v>128.97453500197753</c:v>
                </c:pt>
                <c:pt idx="3471">
                  <c:v>212.94039609514624</c:v>
                </c:pt>
                <c:pt idx="3472">
                  <c:v>97.26972171484879</c:v>
                </c:pt>
                <c:pt idx="3473">
                  <c:v>231.12858348343582</c:v>
                </c:pt>
                <c:pt idx="3474">
                  <c:v>230.41312808610837</c:v>
                </c:pt>
                <c:pt idx="3475">
                  <c:v>147.5902034317342</c:v>
                </c:pt>
                <c:pt idx="3476">
                  <c:v>144.95457785011934</c:v>
                </c:pt>
                <c:pt idx="3477">
                  <c:v>227.22018390073</c:v>
                </c:pt>
                <c:pt idx="3478">
                  <c:v>107.1120108570579</c:v>
                </c:pt>
                <c:pt idx="3479">
                  <c:v>132.56206509360496</c:v>
                </c:pt>
                <c:pt idx="3480">
                  <c:v>207.7764167021458</c:v>
                </c:pt>
                <c:pt idx="3481">
                  <c:v>182.77013433003668</c:v>
                </c:pt>
                <c:pt idx="3482">
                  <c:v>87.52893212109502</c:v>
                </c:pt>
                <c:pt idx="3483">
                  <c:v>198.0634463597067</c:v>
                </c:pt>
                <c:pt idx="3484">
                  <c:v>154.68250086715076</c:v>
                </c:pt>
                <c:pt idx="3485">
                  <c:v>231.0810729865818</c:v>
                </c:pt>
                <c:pt idx="3486">
                  <c:v>157.23549506489695</c:v>
                </c:pt>
                <c:pt idx="3487">
                  <c:v>168.52447665953162</c:v>
                </c:pt>
                <c:pt idx="3488">
                  <c:v>228.2434679351825</c:v>
                </c:pt>
                <c:pt idx="3489">
                  <c:v>203.2697125510997</c:v>
                </c:pt>
                <c:pt idx="3490">
                  <c:v>206.62720034109606</c:v>
                </c:pt>
                <c:pt idx="3491">
                  <c:v>131.8260578752838</c:v>
                </c:pt>
                <c:pt idx="3492">
                  <c:v>173.8015978666829</c:v>
                </c:pt>
                <c:pt idx="3493">
                  <c:v>110.53484260672592</c:v>
                </c:pt>
                <c:pt idx="3494">
                  <c:v>235.03655250811522</c:v>
                </c:pt>
                <c:pt idx="3495">
                  <c:v>210.03830781858164</c:v>
                </c:pt>
                <c:pt idx="3496">
                  <c:v>104.9092909472468</c:v>
                </c:pt>
                <c:pt idx="3497">
                  <c:v>172.92737070364603</c:v>
                </c:pt>
                <c:pt idx="3498">
                  <c:v>203.17156291170426</c:v>
                </c:pt>
                <c:pt idx="3499">
                  <c:v>170.23586906304024</c:v>
                </c:pt>
                <c:pt idx="3500">
                  <c:v>126.23983578803809</c:v>
                </c:pt>
                <c:pt idx="3501">
                  <c:v>210.23878432128268</c:v>
                </c:pt>
                <c:pt idx="3502">
                  <c:v>168.81251099203976</c:v>
                </c:pt>
                <c:pt idx="3503">
                  <c:v>229.80570950994962</c:v>
                </c:pt>
                <c:pt idx="3504">
                  <c:v>141.19869478043282</c:v>
                </c:pt>
                <c:pt idx="3505">
                  <c:v>173.9621085326303</c:v>
                </c:pt>
                <c:pt idx="3506">
                  <c:v>184.172389344401</c:v>
                </c:pt>
                <c:pt idx="3507">
                  <c:v>228.3416372506139</c:v>
                </c:pt>
                <c:pt idx="3508">
                  <c:v>183.78189574330545</c:v>
                </c:pt>
                <c:pt idx="3509">
                  <c:v>189.05440278228318</c:v>
                </c:pt>
                <c:pt idx="3510">
                  <c:v>128.3778649891281</c:v>
                </c:pt>
                <c:pt idx="3511">
                  <c:v>175.10915171456807</c:v>
                </c:pt>
                <c:pt idx="3512">
                  <c:v>180.03740538072964</c:v>
                </c:pt>
                <c:pt idx="3513">
                  <c:v>79.02216709748724</c:v>
                </c:pt>
                <c:pt idx="3514">
                  <c:v>187.1684944405175</c:v>
                </c:pt>
                <c:pt idx="3515">
                  <c:v>136.64530685681586</c:v>
                </c:pt>
                <c:pt idx="3516">
                  <c:v>182.78963755578516</c:v>
                </c:pt>
                <c:pt idx="3517">
                  <c:v>226.6635110401445</c:v>
                </c:pt>
                <c:pt idx="3518">
                  <c:v>169.60213099001564</c:v>
                </c:pt>
                <c:pt idx="3519">
                  <c:v>180.39046374207507</c:v>
                </c:pt>
                <c:pt idx="3520">
                  <c:v>166.42023411963052</c:v>
                </c:pt>
                <c:pt idx="3521">
                  <c:v>214.82630021569932</c:v>
                </c:pt>
                <c:pt idx="3522">
                  <c:v>113.98702541278185</c:v>
                </c:pt>
                <c:pt idx="3523">
                  <c:v>140.90544409356485</c:v>
                </c:pt>
                <c:pt idx="3524">
                  <c:v>191.506586716534</c:v>
                </c:pt>
                <c:pt idx="3525">
                  <c:v>242.12332201362543</c:v>
                </c:pt>
                <c:pt idx="3526">
                  <c:v>175.10014715287497</c:v>
                </c:pt>
                <c:pt idx="3527">
                  <c:v>137.19919484147576</c:v>
                </c:pt>
                <c:pt idx="3528">
                  <c:v>241.71239448178375</c:v>
                </c:pt>
                <c:pt idx="3529">
                  <c:v>171.1947980469036</c:v>
                </c:pt>
                <c:pt idx="3530">
                  <c:v>183.10725301367412</c:v>
                </c:pt>
                <c:pt idx="3531">
                  <c:v>191.92222851715673</c:v>
                </c:pt>
                <c:pt idx="3532">
                  <c:v>107.56875307640667</c:v>
                </c:pt>
                <c:pt idx="3533">
                  <c:v>122.13936579660464</c:v>
                </c:pt>
                <c:pt idx="3534">
                  <c:v>129.25765103204668</c:v>
                </c:pt>
                <c:pt idx="3535">
                  <c:v>139.77474381860046</c:v>
                </c:pt>
                <c:pt idx="3536">
                  <c:v>208.57098835234012</c:v>
                </c:pt>
                <c:pt idx="3537">
                  <c:v>189.81164405898718</c:v>
                </c:pt>
                <c:pt idx="3538">
                  <c:v>241.29514297704316</c:v>
                </c:pt>
                <c:pt idx="3539">
                  <c:v>188.01973899898624</c:v>
                </c:pt>
                <c:pt idx="3540">
                  <c:v>181.06059093557644</c:v>
                </c:pt>
                <c:pt idx="3541">
                  <c:v>109.70991435482028</c:v>
                </c:pt>
                <c:pt idx="3542">
                  <c:v>117.86856339887905</c:v>
                </c:pt>
                <c:pt idx="3543">
                  <c:v>134.67580607521612</c:v>
                </c:pt>
                <c:pt idx="3544">
                  <c:v>140.3789030724818</c:v>
                </c:pt>
                <c:pt idx="3545">
                  <c:v>227.1138297393984</c:v>
                </c:pt>
                <c:pt idx="3546">
                  <c:v>164.62417799791714</c:v>
                </c:pt>
                <c:pt idx="3547">
                  <c:v>100.95381818093843</c:v>
                </c:pt>
                <c:pt idx="3548">
                  <c:v>168.60649711786908</c:v>
                </c:pt>
                <c:pt idx="3549">
                  <c:v>123.29426520867055</c:v>
                </c:pt>
                <c:pt idx="3550">
                  <c:v>164.2515947206958</c:v>
                </c:pt>
                <c:pt idx="3551">
                  <c:v>128.84723868514453</c:v>
                </c:pt>
                <c:pt idx="3552">
                  <c:v>136.48180309933173</c:v>
                </c:pt>
                <c:pt idx="3553">
                  <c:v>109.23963501448785</c:v>
                </c:pt>
                <c:pt idx="3554">
                  <c:v>168.54729493620547</c:v>
                </c:pt>
                <c:pt idx="3555">
                  <c:v>185.27807748125724</c:v>
                </c:pt>
                <c:pt idx="3556">
                  <c:v>127.34480478766513</c:v>
                </c:pt>
                <c:pt idx="3557">
                  <c:v>117.63717645656955</c:v>
                </c:pt>
                <c:pt idx="3558">
                  <c:v>191.2978284604709</c:v>
                </c:pt>
                <c:pt idx="3559">
                  <c:v>122.90063132112186</c:v>
                </c:pt>
                <c:pt idx="3560">
                  <c:v>206.40146658832842</c:v>
                </c:pt>
                <c:pt idx="3561">
                  <c:v>188.38570759720682</c:v>
                </c:pt>
                <c:pt idx="3562">
                  <c:v>190.05400735192424</c:v>
                </c:pt>
                <c:pt idx="3563">
                  <c:v>195.7575772686345</c:v>
                </c:pt>
                <c:pt idx="3564">
                  <c:v>122.20211410643448</c:v>
                </c:pt>
                <c:pt idx="3565">
                  <c:v>186.8458987704004</c:v>
                </c:pt>
                <c:pt idx="3566">
                  <c:v>174.91361516127566</c:v>
                </c:pt>
                <c:pt idx="3567">
                  <c:v>234.2088979600452</c:v>
                </c:pt>
                <c:pt idx="3568">
                  <c:v>109.55070504572038</c:v>
                </c:pt>
                <c:pt idx="3569">
                  <c:v>181.85611614364333</c:v>
                </c:pt>
                <c:pt idx="3570">
                  <c:v>188.91305113012163</c:v>
                </c:pt>
                <c:pt idx="3571">
                  <c:v>95.97695195564202</c:v>
                </c:pt>
                <c:pt idx="3572">
                  <c:v>172.73660729544227</c:v>
                </c:pt>
                <c:pt idx="3573">
                  <c:v>202.26586351751496</c:v>
                </c:pt>
                <c:pt idx="3574">
                  <c:v>194.937420303453</c:v>
                </c:pt>
                <c:pt idx="3575">
                  <c:v>106.21679056017501</c:v>
                </c:pt>
                <c:pt idx="3576">
                  <c:v>227.2119719854951</c:v>
                </c:pt>
                <c:pt idx="3577">
                  <c:v>203.42410529013853</c:v>
                </c:pt>
                <c:pt idx="3578">
                  <c:v>227.55238185309673</c:v>
                </c:pt>
                <c:pt idx="3579">
                  <c:v>109.60821419766204</c:v>
                </c:pt>
                <c:pt idx="3580">
                  <c:v>231.88887040515732</c:v>
                </c:pt>
                <c:pt idx="3581">
                  <c:v>165.0172594973553</c:v>
                </c:pt>
                <c:pt idx="3582">
                  <c:v>225.34068916023026</c:v>
                </c:pt>
                <c:pt idx="3583">
                  <c:v>179.85788570024457</c:v>
                </c:pt>
                <c:pt idx="3584">
                  <c:v>109.56862674975736</c:v>
                </c:pt>
                <c:pt idx="3585">
                  <c:v>226.59155377758933</c:v>
                </c:pt>
                <c:pt idx="3586">
                  <c:v>147.29526790363548</c:v>
                </c:pt>
                <c:pt idx="3587">
                  <c:v>234.78452563230124</c:v>
                </c:pt>
                <c:pt idx="3588">
                  <c:v>233.23312108462065</c:v>
                </c:pt>
                <c:pt idx="3589">
                  <c:v>186.13809304814552</c:v>
                </c:pt>
                <c:pt idx="3590">
                  <c:v>102.6781588624019</c:v>
                </c:pt>
                <c:pt idx="3591">
                  <c:v>217.90878357336945</c:v>
                </c:pt>
                <c:pt idx="3592">
                  <c:v>102.2961333930975</c:v>
                </c:pt>
                <c:pt idx="3593">
                  <c:v>238.5802254946118</c:v>
                </c:pt>
                <c:pt idx="3594">
                  <c:v>110.70070832903276</c:v>
                </c:pt>
                <c:pt idx="3595">
                  <c:v>162.3339606412683</c:v>
                </c:pt>
                <c:pt idx="3596">
                  <c:v>172.81479401124096</c:v>
                </c:pt>
                <c:pt idx="3597">
                  <c:v>169.22969532999352</c:v>
                </c:pt>
                <c:pt idx="3598">
                  <c:v>142.06710382225893</c:v>
                </c:pt>
                <c:pt idx="3599">
                  <c:v>227.802009673928</c:v>
                </c:pt>
                <c:pt idx="3600">
                  <c:v>101.07133034176627</c:v>
                </c:pt>
                <c:pt idx="3601">
                  <c:v>176.97823472534742</c:v>
                </c:pt>
                <c:pt idx="3602">
                  <c:v>210.85682326189902</c:v>
                </c:pt>
                <c:pt idx="3603">
                  <c:v>224.2009483013371</c:v>
                </c:pt>
                <c:pt idx="3604">
                  <c:v>224.56292325527082</c:v>
                </c:pt>
                <c:pt idx="3605">
                  <c:v>199.87384994329506</c:v>
                </c:pt>
                <c:pt idx="3606">
                  <c:v>129.8752054004033</c:v>
                </c:pt>
                <c:pt idx="3607">
                  <c:v>207.64670657520946</c:v>
                </c:pt>
                <c:pt idx="3608">
                  <c:v>229.7146679146146</c:v>
                </c:pt>
                <c:pt idx="3609">
                  <c:v>157.1938095709562</c:v>
                </c:pt>
                <c:pt idx="3610">
                  <c:v>118.4311024343624</c:v>
                </c:pt>
                <c:pt idx="3611">
                  <c:v>103.23574034025613</c:v>
                </c:pt>
                <c:pt idx="3612">
                  <c:v>113.63813060800518</c:v>
                </c:pt>
                <c:pt idx="3613">
                  <c:v>222.26741387213343</c:v>
                </c:pt>
                <c:pt idx="3614">
                  <c:v>125.58036139523976</c:v>
                </c:pt>
                <c:pt idx="3615">
                  <c:v>209.99121339598148</c:v>
                </c:pt>
                <c:pt idx="3616">
                  <c:v>224.61450234806838</c:v>
                </c:pt>
                <c:pt idx="3617">
                  <c:v>126.206001740691</c:v>
                </c:pt>
                <c:pt idx="3618">
                  <c:v>191.5458248402907</c:v>
                </c:pt>
                <c:pt idx="3619">
                  <c:v>172.77699528576082</c:v>
                </c:pt>
                <c:pt idx="3620">
                  <c:v>147.19825953638568</c:v>
                </c:pt>
                <c:pt idx="3621">
                  <c:v>235.57378628176536</c:v>
                </c:pt>
                <c:pt idx="3622">
                  <c:v>219.6616601080139</c:v>
                </c:pt>
                <c:pt idx="3623">
                  <c:v>118.87509023835004</c:v>
                </c:pt>
                <c:pt idx="3624">
                  <c:v>103.38292091028528</c:v>
                </c:pt>
                <c:pt idx="3625">
                  <c:v>248.83043447134125</c:v>
                </c:pt>
                <c:pt idx="3626">
                  <c:v>75.99344388414725</c:v>
                </c:pt>
                <c:pt idx="3627">
                  <c:v>177.00976968946142</c:v>
                </c:pt>
                <c:pt idx="3628">
                  <c:v>101.52421882021774</c:v>
                </c:pt>
                <c:pt idx="3629">
                  <c:v>220.52897668539936</c:v>
                </c:pt>
                <c:pt idx="3630">
                  <c:v>126.88917631346742</c:v>
                </c:pt>
                <c:pt idx="3631">
                  <c:v>192.5676962238975</c:v>
                </c:pt>
                <c:pt idx="3632">
                  <c:v>169.85659979096772</c:v>
                </c:pt>
                <c:pt idx="3633">
                  <c:v>103.83843272756407</c:v>
                </c:pt>
                <c:pt idx="3634">
                  <c:v>122.07836183306566</c:v>
                </c:pt>
                <c:pt idx="3635">
                  <c:v>151.08308405892805</c:v>
                </c:pt>
                <c:pt idx="3636">
                  <c:v>228.45371220354642</c:v>
                </c:pt>
                <c:pt idx="3637">
                  <c:v>130.4169509810601</c:v>
                </c:pt>
                <c:pt idx="3638">
                  <c:v>196.47546228550183</c:v>
                </c:pt>
                <c:pt idx="3639">
                  <c:v>107.78636938953316</c:v>
                </c:pt>
                <c:pt idx="3640">
                  <c:v>217.10884424757566</c:v>
                </c:pt>
                <c:pt idx="3641">
                  <c:v>166.06647999099914</c:v>
                </c:pt>
                <c:pt idx="3642">
                  <c:v>233.70309366268145</c:v>
                </c:pt>
                <c:pt idx="3643">
                  <c:v>208.5006589197751</c:v>
                </c:pt>
                <c:pt idx="3644">
                  <c:v>140.45988402038122</c:v>
                </c:pt>
                <c:pt idx="3645">
                  <c:v>274.39066300869564</c:v>
                </c:pt>
                <c:pt idx="3646">
                  <c:v>109.57671045342757</c:v>
                </c:pt>
                <c:pt idx="3647">
                  <c:v>225.83674150405457</c:v>
                </c:pt>
                <c:pt idx="3648">
                  <c:v>214.40140397012343</c:v>
                </c:pt>
                <c:pt idx="3649">
                  <c:v>225.90416047740874</c:v>
                </c:pt>
                <c:pt idx="3650">
                  <c:v>93.54736086467533</c:v>
                </c:pt>
                <c:pt idx="3651">
                  <c:v>137.69266311399636</c:v>
                </c:pt>
                <c:pt idx="3652">
                  <c:v>133.88878002339894</c:v>
                </c:pt>
                <c:pt idx="3653">
                  <c:v>172.05332288250054</c:v>
                </c:pt>
                <c:pt idx="3654">
                  <c:v>133.27478238945818</c:v>
                </c:pt>
                <c:pt idx="3655">
                  <c:v>187.7160010275469</c:v>
                </c:pt>
                <c:pt idx="3656">
                  <c:v>119.10376093364539</c:v>
                </c:pt>
                <c:pt idx="3657">
                  <c:v>172.11824011678837</c:v>
                </c:pt>
                <c:pt idx="3658">
                  <c:v>196.0603834092279</c:v>
                </c:pt>
                <c:pt idx="3659">
                  <c:v>193.77414575750348</c:v>
                </c:pt>
                <c:pt idx="3660">
                  <c:v>107.53515483909449</c:v>
                </c:pt>
                <c:pt idx="3661">
                  <c:v>105.99329443754802</c:v>
                </c:pt>
                <c:pt idx="3662">
                  <c:v>101.25175591175945</c:v>
                </c:pt>
                <c:pt idx="3663">
                  <c:v>234.71228976473864</c:v>
                </c:pt>
                <c:pt idx="3664">
                  <c:v>110.93636940998711</c:v>
                </c:pt>
                <c:pt idx="3665">
                  <c:v>250.27708148787957</c:v>
                </c:pt>
                <c:pt idx="3666">
                  <c:v>235.53705927970285</c:v>
                </c:pt>
                <c:pt idx="3667">
                  <c:v>198.56078907222556</c:v>
                </c:pt>
                <c:pt idx="3668">
                  <c:v>224.79739840495142</c:v>
                </c:pt>
                <c:pt idx="3669">
                  <c:v>227.2467212085188</c:v>
                </c:pt>
                <c:pt idx="3670">
                  <c:v>170.06602041915238</c:v>
                </c:pt>
                <c:pt idx="3671">
                  <c:v>183.5859009914522</c:v>
                </c:pt>
                <c:pt idx="3672">
                  <c:v>181.72685974172697</c:v>
                </c:pt>
                <c:pt idx="3673">
                  <c:v>170.40548299813491</c:v>
                </c:pt>
                <c:pt idx="3674">
                  <c:v>142.31403794089167</c:v>
                </c:pt>
                <c:pt idx="3675">
                  <c:v>126.70662266715959</c:v>
                </c:pt>
                <c:pt idx="3676">
                  <c:v>107.96774354134864</c:v>
                </c:pt>
                <c:pt idx="3677">
                  <c:v>119.23104910729451</c:v>
                </c:pt>
                <c:pt idx="3678">
                  <c:v>130.0505522471667</c:v>
                </c:pt>
                <c:pt idx="3679">
                  <c:v>102.55073173051956</c:v>
                </c:pt>
                <c:pt idx="3680">
                  <c:v>181.59550578526006</c:v>
                </c:pt>
                <c:pt idx="3681">
                  <c:v>147.48781419670937</c:v>
                </c:pt>
                <c:pt idx="3682">
                  <c:v>234.31143228474457</c:v>
                </c:pt>
                <c:pt idx="3683">
                  <c:v>107.15824198350855</c:v>
                </c:pt>
                <c:pt idx="3684">
                  <c:v>133.4811161161958</c:v>
                </c:pt>
                <c:pt idx="3685">
                  <c:v>236.59298826653546</c:v>
                </c:pt>
                <c:pt idx="3686">
                  <c:v>110.85812177315358</c:v>
                </c:pt>
                <c:pt idx="3687">
                  <c:v>206.13549847732003</c:v>
                </c:pt>
                <c:pt idx="3688">
                  <c:v>248.99931255178075</c:v>
                </c:pt>
                <c:pt idx="3689">
                  <c:v>130.67932277033609</c:v>
                </c:pt>
                <c:pt idx="3690">
                  <c:v>109.24463938362602</c:v>
                </c:pt>
                <c:pt idx="3691">
                  <c:v>229.26813341737167</c:v>
                </c:pt>
                <c:pt idx="3692">
                  <c:v>231.58803459668488</c:v>
                </c:pt>
                <c:pt idx="3693">
                  <c:v>207.9429348893627</c:v>
                </c:pt>
                <c:pt idx="3694">
                  <c:v>227.17448368409993</c:v>
                </c:pt>
                <c:pt idx="3695">
                  <c:v>145.99931397233973</c:v>
                </c:pt>
                <c:pt idx="3696">
                  <c:v>169.95952200271148</c:v>
                </c:pt>
                <c:pt idx="3697">
                  <c:v>138.80949690697827</c:v>
                </c:pt>
                <c:pt idx="3698">
                  <c:v>231.47175840979938</c:v>
                </c:pt>
                <c:pt idx="3699">
                  <c:v>195.45093728232482</c:v>
                </c:pt>
                <c:pt idx="3700">
                  <c:v>181.51242576440876</c:v>
                </c:pt>
                <c:pt idx="3701">
                  <c:v>125.3011540389093</c:v>
                </c:pt>
                <c:pt idx="3702">
                  <c:v>146.45501477486872</c:v>
                </c:pt>
                <c:pt idx="3703">
                  <c:v>170.8570454010496</c:v>
                </c:pt>
                <c:pt idx="3704">
                  <c:v>192.34854328375553</c:v>
                </c:pt>
                <c:pt idx="3705">
                  <c:v>184.8363630341639</c:v>
                </c:pt>
                <c:pt idx="3706">
                  <c:v>95.84538061289565</c:v>
                </c:pt>
                <c:pt idx="3707">
                  <c:v>236.69142625837713</c:v>
                </c:pt>
                <c:pt idx="3708">
                  <c:v>107.26769972837394</c:v>
                </c:pt>
                <c:pt idx="3709">
                  <c:v>221.73886168893515</c:v>
                </c:pt>
                <c:pt idx="3710">
                  <c:v>106.27056669541534</c:v>
                </c:pt>
                <c:pt idx="3711">
                  <c:v>223.61596895323018</c:v>
                </c:pt>
                <c:pt idx="3712">
                  <c:v>104.20316399016725</c:v>
                </c:pt>
                <c:pt idx="3713">
                  <c:v>154.89242904285786</c:v>
                </c:pt>
                <c:pt idx="3714">
                  <c:v>114.88104576607726</c:v>
                </c:pt>
                <c:pt idx="3715">
                  <c:v>136.14449196409794</c:v>
                </c:pt>
                <c:pt idx="3716">
                  <c:v>126.89102880779463</c:v>
                </c:pt>
                <c:pt idx="3717">
                  <c:v>127.47715175151713</c:v>
                </c:pt>
                <c:pt idx="3718">
                  <c:v>169.87560855549927</c:v>
                </c:pt>
                <c:pt idx="3719">
                  <c:v>191.07452607448286</c:v>
                </c:pt>
                <c:pt idx="3720">
                  <c:v>209.10544967883345</c:v>
                </c:pt>
                <c:pt idx="3721">
                  <c:v>189.8627832771762</c:v>
                </c:pt>
                <c:pt idx="3722">
                  <c:v>204.1339396171311</c:v>
                </c:pt>
                <c:pt idx="3723">
                  <c:v>99.81819520894983</c:v>
                </c:pt>
                <c:pt idx="3724">
                  <c:v>113.9036256160613</c:v>
                </c:pt>
                <c:pt idx="3725">
                  <c:v>235.3049808054042</c:v>
                </c:pt>
                <c:pt idx="3726">
                  <c:v>229.1815983762932</c:v>
                </c:pt>
                <c:pt idx="3727">
                  <c:v>130.57605892391695</c:v>
                </c:pt>
                <c:pt idx="3728">
                  <c:v>183.7838552148733</c:v>
                </c:pt>
                <c:pt idx="3729">
                  <c:v>115.69128230542549</c:v>
                </c:pt>
                <c:pt idx="3730">
                  <c:v>231.43515653714488</c:v>
                </c:pt>
                <c:pt idx="3731">
                  <c:v>123.38427473053657</c:v>
                </c:pt>
                <c:pt idx="3732">
                  <c:v>171.4241579835032</c:v>
                </c:pt>
                <c:pt idx="3733">
                  <c:v>192.899823057444</c:v>
                </c:pt>
                <c:pt idx="3734">
                  <c:v>86.10451039962642</c:v>
                </c:pt>
                <c:pt idx="3735">
                  <c:v>96.46434433906393</c:v>
                </c:pt>
                <c:pt idx="3736">
                  <c:v>190.65955880741794</c:v>
                </c:pt>
                <c:pt idx="3737">
                  <c:v>228.74066356082216</c:v>
                </c:pt>
                <c:pt idx="3738">
                  <c:v>131.22147422912198</c:v>
                </c:pt>
                <c:pt idx="3739">
                  <c:v>175.91751689628614</c:v>
                </c:pt>
                <c:pt idx="3740">
                  <c:v>170.5791327605233</c:v>
                </c:pt>
                <c:pt idx="3741">
                  <c:v>196.37720161892648</c:v>
                </c:pt>
                <c:pt idx="3742">
                  <c:v>188.97598699409167</c:v>
                </c:pt>
                <c:pt idx="3743">
                  <c:v>204.1127307689249</c:v>
                </c:pt>
                <c:pt idx="3744">
                  <c:v>140.95555871814733</c:v>
                </c:pt>
                <c:pt idx="3745">
                  <c:v>134.98573849998536</c:v>
                </c:pt>
                <c:pt idx="3746">
                  <c:v>144.8025740062441</c:v>
                </c:pt>
                <c:pt idx="3747">
                  <c:v>181.62855146956548</c:v>
                </c:pt>
                <c:pt idx="3748">
                  <c:v>193.38784190794925</c:v>
                </c:pt>
                <c:pt idx="3749">
                  <c:v>95.92658727952157</c:v>
                </c:pt>
                <c:pt idx="3750">
                  <c:v>229.47355222484714</c:v>
                </c:pt>
                <c:pt idx="3751">
                  <c:v>230.40149370557955</c:v>
                </c:pt>
                <c:pt idx="3752">
                  <c:v>90.51321425126848</c:v>
                </c:pt>
                <c:pt idx="3753">
                  <c:v>228.4545353890042</c:v>
                </c:pt>
                <c:pt idx="3754">
                  <c:v>181.00969652297005</c:v>
                </c:pt>
                <c:pt idx="3755">
                  <c:v>155.0736453062691</c:v>
                </c:pt>
                <c:pt idx="3756">
                  <c:v>97.70809332699376</c:v>
                </c:pt>
                <c:pt idx="3757">
                  <c:v>134.61442050197897</c:v>
                </c:pt>
                <c:pt idx="3758">
                  <c:v>225.84781393322723</c:v>
                </c:pt>
                <c:pt idx="3759">
                  <c:v>164.75432439956182</c:v>
                </c:pt>
                <c:pt idx="3760">
                  <c:v>233.33302604743974</c:v>
                </c:pt>
                <c:pt idx="3761">
                  <c:v>179.13307988146192</c:v>
                </c:pt>
                <c:pt idx="3762">
                  <c:v>238.42904448263818</c:v>
                </c:pt>
                <c:pt idx="3763">
                  <c:v>193.09886008395284</c:v>
                </c:pt>
                <c:pt idx="3764">
                  <c:v>100.63628593154063</c:v>
                </c:pt>
                <c:pt idx="3765">
                  <c:v>177.78318976142546</c:v>
                </c:pt>
                <c:pt idx="3766">
                  <c:v>112.45987382113425</c:v>
                </c:pt>
                <c:pt idx="3767">
                  <c:v>166.43372429687227</c:v>
                </c:pt>
                <c:pt idx="3768">
                  <c:v>237.9083104610543</c:v>
                </c:pt>
                <c:pt idx="3769">
                  <c:v>137.58394063082346</c:v>
                </c:pt>
                <c:pt idx="3770">
                  <c:v>167.3284524289275</c:v>
                </c:pt>
                <c:pt idx="3771">
                  <c:v>191.15486060180285</c:v>
                </c:pt>
                <c:pt idx="3772">
                  <c:v>235.3775872599388</c:v>
                </c:pt>
                <c:pt idx="3773">
                  <c:v>198.62320186751055</c:v>
                </c:pt>
                <c:pt idx="3774">
                  <c:v>169.91478131737315</c:v>
                </c:pt>
                <c:pt idx="3775">
                  <c:v>178.7256514586784</c:v>
                </c:pt>
                <c:pt idx="3776">
                  <c:v>138.71176037047888</c:v>
                </c:pt>
                <c:pt idx="3777">
                  <c:v>186.95434841196345</c:v>
                </c:pt>
                <c:pt idx="3778">
                  <c:v>175.55288431448957</c:v>
                </c:pt>
                <c:pt idx="3779">
                  <c:v>229.73231846046312</c:v>
                </c:pt>
                <c:pt idx="3780">
                  <c:v>207.95684044867102</c:v>
                </c:pt>
                <c:pt idx="3781">
                  <c:v>91.09149985791127</c:v>
                </c:pt>
                <c:pt idx="3782">
                  <c:v>210.58116372465292</c:v>
                </c:pt>
                <c:pt idx="3783">
                  <c:v>236.5813378879688</c:v>
                </c:pt>
                <c:pt idx="3784">
                  <c:v>107.41127603914305</c:v>
                </c:pt>
                <c:pt idx="3785">
                  <c:v>233.06867278656347</c:v>
                </c:pt>
                <c:pt idx="3786">
                  <c:v>133.86230490356877</c:v>
                </c:pt>
                <c:pt idx="3787">
                  <c:v>215.21197248619652</c:v>
                </c:pt>
                <c:pt idx="3788">
                  <c:v>169.02852217307245</c:v>
                </c:pt>
                <c:pt idx="3789">
                  <c:v>180.36559697197643</c:v>
                </c:pt>
                <c:pt idx="3790">
                  <c:v>115.25379089998397</c:v>
                </c:pt>
                <c:pt idx="3791">
                  <c:v>184.37915336258666</c:v>
                </c:pt>
                <c:pt idx="3792">
                  <c:v>188.9550675948153</c:v>
                </c:pt>
                <c:pt idx="3793">
                  <c:v>235.30285206554825</c:v>
                </c:pt>
                <c:pt idx="3794">
                  <c:v>146.94100412411268</c:v>
                </c:pt>
                <c:pt idx="3795">
                  <c:v>121.60759182186123</c:v>
                </c:pt>
                <c:pt idx="3796">
                  <c:v>189.43283037756083</c:v>
                </c:pt>
                <c:pt idx="3797">
                  <c:v>177.9929866532563</c:v>
                </c:pt>
                <c:pt idx="3798">
                  <c:v>181.67924645124614</c:v>
                </c:pt>
                <c:pt idx="3799">
                  <c:v>165.6652502994525</c:v>
                </c:pt>
                <c:pt idx="3800">
                  <c:v>231.62455832055468</c:v>
                </c:pt>
                <c:pt idx="3801">
                  <c:v>212.0378986815061</c:v>
                </c:pt>
                <c:pt idx="3802">
                  <c:v>168.94003782695071</c:v>
                </c:pt>
                <c:pt idx="3803">
                  <c:v>108.99326371784187</c:v>
                </c:pt>
                <c:pt idx="3804">
                  <c:v>107.14195358415465</c:v>
                </c:pt>
                <c:pt idx="3805">
                  <c:v>123.13231350118782</c:v>
                </c:pt>
                <c:pt idx="3806">
                  <c:v>109.2652716970997</c:v>
                </c:pt>
                <c:pt idx="3807">
                  <c:v>209.30221053466786</c:v>
                </c:pt>
                <c:pt idx="3808">
                  <c:v>224.62029385382658</c:v>
                </c:pt>
                <c:pt idx="3809">
                  <c:v>145.1281015807309</c:v>
                </c:pt>
                <c:pt idx="3810">
                  <c:v>224.22770025137856</c:v>
                </c:pt>
                <c:pt idx="3811">
                  <c:v>150.28134553933185</c:v>
                </c:pt>
                <c:pt idx="3812">
                  <c:v>207.394007244007</c:v>
                </c:pt>
                <c:pt idx="3813">
                  <c:v>219.01513995245304</c:v>
                </c:pt>
                <c:pt idx="3814">
                  <c:v>193.77893528809048</c:v>
                </c:pt>
                <c:pt idx="3815">
                  <c:v>174.29674391942947</c:v>
                </c:pt>
                <c:pt idx="3816">
                  <c:v>75.20233091303386</c:v>
                </c:pt>
                <c:pt idx="3817">
                  <c:v>183.3204089144404</c:v>
                </c:pt>
                <c:pt idx="3818">
                  <c:v>226.4387970708898</c:v>
                </c:pt>
                <c:pt idx="3819">
                  <c:v>225.79523820987998</c:v>
                </c:pt>
                <c:pt idx="3820">
                  <c:v>130.57279587709385</c:v>
                </c:pt>
                <c:pt idx="3821">
                  <c:v>234.54428109924135</c:v>
                </c:pt>
                <c:pt idx="3822">
                  <c:v>226.55650600642878</c:v>
                </c:pt>
                <c:pt idx="3823">
                  <c:v>92.0706291990469</c:v>
                </c:pt>
                <c:pt idx="3824">
                  <c:v>143.77519814899034</c:v>
                </c:pt>
                <c:pt idx="3825">
                  <c:v>219.94503846855926</c:v>
                </c:pt>
                <c:pt idx="3826">
                  <c:v>181.22535159343116</c:v>
                </c:pt>
                <c:pt idx="3827">
                  <c:v>104.96638313638243</c:v>
                </c:pt>
                <c:pt idx="3828">
                  <c:v>195.8974443366539</c:v>
                </c:pt>
                <c:pt idx="3829">
                  <c:v>227.47001535991387</c:v>
                </c:pt>
                <c:pt idx="3830">
                  <c:v>174.120169574898</c:v>
                </c:pt>
                <c:pt idx="3831">
                  <c:v>128.2939315625845</c:v>
                </c:pt>
                <c:pt idx="3832">
                  <c:v>119.06334250392216</c:v>
                </c:pt>
                <c:pt idx="3833">
                  <c:v>163.5695951168815</c:v>
                </c:pt>
                <c:pt idx="3834">
                  <c:v>179.75554705188947</c:v>
                </c:pt>
                <c:pt idx="3835">
                  <c:v>198.6631193300667</c:v>
                </c:pt>
                <c:pt idx="3836">
                  <c:v>108.75969651103567</c:v>
                </c:pt>
                <c:pt idx="3837">
                  <c:v>229.99117552374483</c:v>
                </c:pt>
                <c:pt idx="3838">
                  <c:v>96.26047198640238</c:v>
                </c:pt>
                <c:pt idx="3839">
                  <c:v>125.57964113292692</c:v>
                </c:pt>
                <c:pt idx="3840">
                  <c:v>97.38643998337676</c:v>
                </c:pt>
                <c:pt idx="3841">
                  <c:v>167.8439825704215</c:v>
                </c:pt>
                <c:pt idx="3842">
                  <c:v>171.8054871866251</c:v>
                </c:pt>
                <c:pt idx="3843">
                  <c:v>115.0901056216258</c:v>
                </c:pt>
                <c:pt idx="3844">
                  <c:v>130.00072264760732</c:v>
                </c:pt>
                <c:pt idx="3845">
                  <c:v>202.19925787816027</c:v>
                </c:pt>
                <c:pt idx="3846">
                  <c:v>100.77444149161923</c:v>
                </c:pt>
                <c:pt idx="3847">
                  <c:v>239.0063760606054</c:v>
                </c:pt>
                <c:pt idx="3848">
                  <c:v>227.03164032136954</c:v>
                </c:pt>
                <c:pt idx="3849">
                  <c:v>168.98513072536372</c:v>
                </c:pt>
                <c:pt idx="3850">
                  <c:v>180.9178423863669</c:v>
                </c:pt>
                <c:pt idx="3851">
                  <c:v>142.37057505325734</c:v>
                </c:pt>
                <c:pt idx="3852">
                  <c:v>93.23685649141913</c:v>
                </c:pt>
                <c:pt idx="3853">
                  <c:v>172.82394271704976</c:v>
                </c:pt>
                <c:pt idx="3854">
                  <c:v>245.68064564729812</c:v>
                </c:pt>
                <c:pt idx="3855">
                  <c:v>206.32460899816135</c:v>
                </c:pt>
                <c:pt idx="3856">
                  <c:v>105.25214781730695</c:v>
                </c:pt>
                <c:pt idx="3857">
                  <c:v>230.00282570865113</c:v>
                </c:pt>
                <c:pt idx="3858">
                  <c:v>168.51322189459904</c:v>
                </c:pt>
                <c:pt idx="3859">
                  <c:v>236.33096924383474</c:v>
                </c:pt>
                <c:pt idx="3860">
                  <c:v>213.8290081766395</c:v>
                </c:pt>
                <c:pt idx="3861">
                  <c:v>173.72977690966601</c:v>
                </c:pt>
                <c:pt idx="3862">
                  <c:v>100.38666419520483</c:v>
                </c:pt>
                <c:pt idx="3863">
                  <c:v>104.45123613991879</c:v>
                </c:pt>
                <c:pt idx="3864">
                  <c:v>228.65206427966544</c:v>
                </c:pt>
                <c:pt idx="3865">
                  <c:v>126.73262197646069</c:v>
                </c:pt>
                <c:pt idx="3866">
                  <c:v>233.83630887398652</c:v>
                </c:pt>
                <c:pt idx="3867">
                  <c:v>220.24999019765994</c:v>
                </c:pt>
                <c:pt idx="3868">
                  <c:v>130.04921022999454</c:v>
                </c:pt>
                <c:pt idx="3869">
                  <c:v>179.4870182648665</c:v>
                </c:pt>
                <c:pt idx="3870">
                  <c:v>114.05390123821057</c:v>
                </c:pt>
                <c:pt idx="3871">
                  <c:v>230.21596936004624</c:v>
                </c:pt>
                <c:pt idx="3872">
                  <c:v>180.1617277174347</c:v>
                </c:pt>
                <c:pt idx="3873">
                  <c:v>177.92796135229761</c:v>
                </c:pt>
                <c:pt idx="3874">
                  <c:v>149.80797981258198</c:v>
                </c:pt>
                <c:pt idx="3875">
                  <c:v>117.20602992454505</c:v>
                </c:pt>
                <c:pt idx="3876">
                  <c:v>147.5668421908473</c:v>
                </c:pt>
                <c:pt idx="3877">
                  <c:v>114.91664857904924</c:v>
                </c:pt>
                <c:pt idx="3878">
                  <c:v>209.42198302005335</c:v>
                </c:pt>
                <c:pt idx="3879">
                  <c:v>187.2345527708299</c:v>
                </c:pt>
                <c:pt idx="3880">
                  <c:v>167.90062753572585</c:v>
                </c:pt>
                <c:pt idx="3881">
                  <c:v>144.1423208432509</c:v>
                </c:pt>
                <c:pt idx="3882">
                  <c:v>242.9193989177502</c:v>
                </c:pt>
                <c:pt idx="3883">
                  <c:v>185.3818768026116</c:v>
                </c:pt>
                <c:pt idx="3884">
                  <c:v>115.52069517382935</c:v>
                </c:pt>
                <c:pt idx="3885">
                  <c:v>187.02571905993074</c:v>
                </c:pt>
                <c:pt idx="3886">
                  <c:v>125.67409458412638</c:v>
                </c:pt>
                <c:pt idx="3887">
                  <c:v>95.64105882147318</c:v>
                </c:pt>
                <c:pt idx="3888">
                  <c:v>244.49643260497396</c:v>
                </c:pt>
                <c:pt idx="3889">
                  <c:v>235.36119386473263</c:v>
                </c:pt>
                <c:pt idx="3890">
                  <c:v>227.6040775726948</c:v>
                </c:pt>
                <c:pt idx="3891">
                  <c:v>192.75151218866762</c:v>
                </c:pt>
                <c:pt idx="3892">
                  <c:v>218.4849925262886</c:v>
                </c:pt>
                <c:pt idx="3893">
                  <c:v>108.68724872717057</c:v>
                </c:pt>
                <c:pt idx="3894">
                  <c:v>129.59500408182123</c:v>
                </c:pt>
                <c:pt idx="3895">
                  <c:v>217.64269151699733</c:v>
                </c:pt>
                <c:pt idx="3896">
                  <c:v>144.34832232557346</c:v>
                </c:pt>
                <c:pt idx="3897">
                  <c:v>209.58625174225836</c:v>
                </c:pt>
                <c:pt idx="3898">
                  <c:v>227.61916216583344</c:v>
                </c:pt>
                <c:pt idx="3899">
                  <c:v>108.96299466947278</c:v>
                </c:pt>
                <c:pt idx="3900">
                  <c:v>183.19844377406048</c:v>
                </c:pt>
                <c:pt idx="3901">
                  <c:v>192.25421532576127</c:v>
                </c:pt>
                <c:pt idx="3902">
                  <c:v>133.89205942610423</c:v>
                </c:pt>
                <c:pt idx="3903">
                  <c:v>235.4257306012844</c:v>
                </c:pt>
                <c:pt idx="3904">
                  <c:v>172.7774846677992</c:v>
                </c:pt>
                <c:pt idx="3905">
                  <c:v>223.90268280958816</c:v>
                </c:pt>
                <c:pt idx="3906">
                  <c:v>228.2458306312992</c:v>
                </c:pt>
                <c:pt idx="3907">
                  <c:v>109.49648689569837</c:v>
                </c:pt>
                <c:pt idx="3908">
                  <c:v>224.45735806014497</c:v>
                </c:pt>
                <c:pt idx="3909">
                  <c:v>114.41799887359542</c:v>
                </c:pt>
                <c:pt idx="3910">
                  <c:v>192.5876456843205</c:v>
                </c:pt>
                <c:pt idx="3911">
                  <c:v>225.40700340993078</c:v>
                </c:pt>
                <c:pt idx="3912">
                  <c:v>131.85565775970116</c:v>
                </c:pt>
                <c:pt idx="3913">
                  <c:v>118.31648588946308</c:v>
                </c:pt>
                <c:pt idx="3914">
                  <c:v>207.24214384206627</c:v>
                </c:pt>
                <c:pt idx="3915">
                  <c:v>170.32014368580573</c:v>
                </c:pt>
                <c:pt idx="3916">
                  <c:v>180.3384592295432</c:v>
                </c:pt>
                <c:pt idx="3917">
                  <c:v>126.84506975137633</c:v>
                </c:pt>
                <c:pt idx="3918">
                  <c:v>235.42149105632373</c:v>
                </c:pt>
                <c:pt idx="3919">
                  <c:v>200.16767230307636</c:v>
                </c:pt>
                <c:pt idx="3920">
                  <c:v>210.5823710190229</c:v>
                </c:pt>
                <c:pt idx="3921">
                  <c:v>114.24900892020199</c:v>
                </c:pt>
                <c:pt idx="3922">
                  <c:v>195.0519358318691</c:v>
                </c:pt>
                <c:pt idx="3923">
                  <c:v>134.76828478803188</c:v>
                </c:pt>
                <c:pt idx="3924">
                  <c:v>187.58371162118056</c:v>
                </c:pt>
                <c:pt idx="3925">
                  <c:v>96.1785088809395</c:v>
                </c:pt>
                <c:pt idx="3926">
                  <c:v>230.2915201235392</c:v>
                </c:pt>
                <c:pt idx="3927">
                  <c:v>186.59589883004708</c:v>
                </c:pt>
                <c:pt idx="3928">
                  <c:v>116.0813380198924</c:v>
                </c:pt>
                <c:pt idx="3929">
                  <c:v>195.66141178648118</c:v>
                </c:pt>
                <c:pt idx="3930">
                  <c:v>152.84236948273784</c:v>
                </c:pt>
                <c:pt idx="3931">
                  <c:v>103.82709159631378</c:v>
                </c:pt>
                <c:pt idx="3932">
                  <c:v>227.64244397430426</c:v>
                </c:pt>
                <c:pt idx="3933">
                  <c:v>230.27443485496232</c:v>
                </c:pt>
                <c:pt idx="3934">
                  <c:v>194.60623815277384</c:v>
                </c:pt>
                <c:pt idx="3935">
                  <c:v>106.20876452794788</c:v>
                </c:pt>
                <c:pt idx="3936">
                  <c:v>209.68805092358005</c:v>
                </c:pt>
                <c:pt idx="3937">
                  <c:v>170.85464384389374</c:v>
                </c:pt>
                <c:pt idx="3938">
                  <c:v>145.8755220408432</c:v>
                </c:pt>
                <c:pt idx="3939">
                  <c:v>174.2424665476608</c:v>
                </c:pt>
                <c:pt idx="3940">
                  <c:v>216.2952168506056</c:v>
                </c:pt>
                <c:pt idx="3941">
                  <c:v>189.3889094965211</c:v>
                </c:pt>
                <c:pt idx="3942">
                  <c:v>223.84876057969697</c:v>
                </c:pt>
                <c:pt idx="3943">
                  <c:v>196.92295468309538</c:v>
                </c:pt>
                <c:pt idx="3944">
                  <c:v>202.5229345134988</c:v>
                </c:pt>
                <c:pt idx="3945">
                  <c:v>131.6960596760395</c:v>
                </c:pt>
                <c:pt idx="3946">
                  <c:v>158.18890314592696</c:v>
                </c:pt>
                <c:pt idx="3947">
                  <c:v>195.6609388820632</c:v>
                </c:pt>
                <c:pt idx="3948">
                  <c:v>198.47210991676255</c:v>
                </c:pt>
                <c:pt idx="3949">
                  <c:v>134.67750982871067</c:v>
                </c:pt>
                <c:pt idx="3950">
                  <c:v>202.87253474579717</c:v>
                </c:pt>
                <c:pt idx="3951">
                  <c:v>195.3253988343464</c:v>
                </c:pt>
                <c:pt idx="3952">
                  <c:v>228.09851710987516</c:v>
                </c:pt>
                <c:pt idx="3953">
                  <c:v>137.1277832999632</c:v>
                </c:pt>
                <c:pt idx="3954">
                  <c:v>228.30845113015073</c:v>
                </c:pt>
                <c:pt idx="3955">
                  <c:v>105.5183074539871</c:v>
                </c:pt>
                <c:pt idx="3956">
                  <c:v>98.57262846449014</c:v>
                </c:pt>
                <c:pt idx="3957">
                  <c:v>190.43506333824726</c:v>
                </c:pt>
                <c:pt idx="3958">
                  <c:v>127.63218717815188</c:v>
                </c:pt>
                <c:pt idx="3959">
                  <c:v>125.37613987545434</c:v>
                </c:pt>
                <c:pt idx="3960">
                  <c:v>136.45662325183284</c:v>
                </c:pt>
                <c:pt idx="3961">
                  <c:v>128.73952552641305</c:v>
                </c:pt>
                <c:pt idx="3962">
                  <c:v>104.08871564034388</c:v>
                </c:pt>
                <c:pt idx="3963">
                  <c:v>229.4921691616629</c:v>
                </c:pt>
                <c:pt idx="3964">
                  <c:v>127.15391145474187</c:v>
                </c:pt>
                <c:pt idx="3965">
                  <c:v>153.92250266360605</c:v>
                </c:pt>
                <c:pt idx="3966">
                  <c:v>215.91977644337484</c:v>
                </c:pt>
                <c:pt idx="3967">
                  <c:v>193.35400992560247</c:v>
                </c:pt>
                <c:pt idx="3968">
                  <c:v>108.07929760756201</c:v>
                </c:pt>
                <c:pt idx="3969">
                  <c:v>207.48476576922263</c:v>
                </c:pt>
                <c:pt idx="3970">
                  <c:v>195.1938612463761</c:v>
                </c:pt>
                <c:pt idx="3971">
                  <c:v>192.7619068688123</c:v>
                </c:pt>
                <c:pt idx="3972">
                  <c:v>232.79569087294388</c:v>
                </c:pt>
                <c:pt idx="3973">
                  <c:v>243.59474576768494</c:v>
                </c:pt>
                <c:pt idx="3974">
                  <c:v>118.14776894444765</c:v>
                </c:pt>
                <c:pt idx="3975">
                  <c:v>202.4188490494814</c:v>
                </c:pt>
                <c:pt idx="3976">
                  <c:v>190.80367538466314</c:v>
                </c:pt>
                <c:pt idx="3977">
                  <c:v>241.07797822188732</c:v>
                </c:pt>
                <c:pt idx="3978">
                  <c:v>234.33326458597767</c:v>
                </c:pt>
                <c:pt idx="3979">
                  <c:v>87.43091782650997</c:v>
                </c:pt>
                <c:pt idx="3980">
                  <c:v>231.5116426520699</c:v>
                </c:pt>
                <c:pt idx="3981">
                  <c:v>75.54994691395751</c:v>
                </c:pt>
                <c:pt idx="3982">
                  <c:v>100.39247781455855</c:v>
                </c:pt>
                <c:pt idx="3983">
                  <c:v>84.5583588085829</c:v>
                </c:pt>
                <c:pt idx="3984">
                  <c:v>129.11757104754145</c:v>
                </c:pt>
                <c:pt idx="3985">
                  <c:v>224.98259037607144</c:v>
                </c:pt>
                <c:pt idx="3986">
                  <c:v>103.31617926291801</c:v>
                </c:pt>
                <c:pt idx="3987">
                  <c:v>99.66755336947818</c:v>
                </c:pt>
                <c:pt idx="3988">
                  <c:v>229.78487092939656</c:v>
                </c:pt>
                <c:pt idx="3989">
                  <c:v>226.40360740487256</c:v>
                </c:pt>
                <c:pt idx="3990">
                  <c:v>237.8882232282182</c:v>
                </c:pt>
                <c:pt idx="3991">
                  <c:v>227.42248801030752</c:v>
                </c:pt>
                <c:pt idx="3992">
                  <c:v>233.3387062610419</c:v>
                </c:pt>
                <c:pt idx="3993">
                  <c:v>112.51092605105364</c:v>
                </c:pt>
                <c:pt idx="3994">
                  <c:v>189.57634261272307</c:v>
                </c:pt>
                <c:pt idx="3995">
                  <c:v>131.063270168257</c:v>
                </c:pt>
                <c:pt idx="3996">
                  <c:v>206.05696613841303</c:v>
                </c:pt>
                <c:pt idx="3997">
                  <c:v>101.54176389037333</c:v>
                </c:pt>
                <c:pt idx="3998">
                  <c:v>149.57906170356935</c:v>
                </c:pt>
                <c:pt idx="3999">
                  <c:v>183.19690118145223</c:v>
                </c:pt>
                <c:pt idx="4000">
                  <c:v>189.38888536215978</c:v>
                </c:pt>
                <c:pt idx="4001">
                  <c:v>193.96093370059887</c:v>
                </c:pt>
                <c:pt idx="4002">
                  <c:v>224.4653696706134</c:v>
                </c:pt>
                <c:pt idx="4003">
                  <c:v>99.61051150044338</c:v>
                </c:pt>
                <c:pt idx="4004">
                  <c:v>134.04846681819834</c:v>
                </c:pt>
                <c:pt idx="4005">
                  <c:v>227.14495964482566</c:v>
                </c:pt>
                <c:pt idx="4006">
                  <c:v>228.0293342563801</c:v>
                </c:pt>
                <c:pt idx="4007">
                  <c:v>128.97893830975494</c:v>
                </c:pt>
                <c:pt idx="4008">
                  <c:v>223.52232635267725</c:v>
                </c:pt>
                <c:pt idx="4009">
                  <c:v>114.07368610268946</c:v>
                </c:pt>
                <c:pt idx="4010">
                  <c:v>159.8794975101381</c:v>
                </c:pt>
                <c:pt idx="4011">
                  <c:v>77.25723992966981</c:v>
                </c:pt>
                <c:pt idx="4012">
                  <c:v>208.0966082014422</c:v>
                </c:pt>
                <c:pt idx="4013">
                  <c:v>225.90156531359256</c:v>
                </c:pt>
                <c:pt idx="4014">
                  <c:v>123.6086845999718</c:v>
                </c:pt>
                <c:pt idx="4015">
                  <c:v>230.84439584117803</c:v>
                </c:pt>
                <c:pt idx="4016">
                  <c:v>182.37778663104285</c:v>
                </c:pt>
                <c:pt idx="4017">
                  <c:v>215.85162535106255</c:v>
                </c:pt>
                <c:pt idx="4018">
                  <c:v>109.71558177777207</c:v>
                </c:pt>
                <c:pt idx="4019">
                  <c:v>143.22365145890734</c:v>
                </c:pt>
                <c:pt idx="4020">
                  <c:v>85.54833546026347</c:v>
                </c:pt>
                <c:pt idx="4021">
                  <c:v>187.047091607382</c:v>
                </c:pt>
                <c:pt idx="4022">
                  <c:v>234.5645418179858</c:v>
                </c:pt>
                <c:pt idx="4023">
                  <c:v>198.24033704959095</c:v>
                </c:pt>
                <c:pt idx="4024">
                  <c:v>128.88334889123493</c:v>
                </c:pt>
                <c:pt idx="4025">
                  <c:v>96.31099169867402</c:v>
                </c:pt>
                <c:pt idx="4026">
                  <c:v>133.21044958730863</c:v>
                </c:pt>
                <c:pt idx="4027">
                  <c:v>175.44866359914496</c:v>
                </c:pt>
                <c:pt idx="4028">
                  <c:v>231.53703965454824</c:v>
                </c:pt>
                <c:pt idx="4029">
                  <c:v>110.68708599234378</c:v>
                </c:pt>
                <c:pt idx="4030">
                  <c:v>207.80908959368568</c:v>
                </c:pt>
                <c:pt idx="4031">
                  <c:v>210.41372385697892</c:v>
                </c:pt>
                <c:pt idx="4032">
                  <c:v>166.49119610513972</c:v>
                </c:pt>
                <c:pt idx="4033">
                  <c:v>221.0496663440007</c:v>
                </c:pt>
                <c:pt idx="4034">
                  <c:v>234.20706894957155</c:v>
                </c:pt>
                <c:pt idx="4035">
                  <c:v>191.31673253952323</c:v>
                </c:pt>
                <c:pt idx="4036">
                  <c:v>172.7830574793747</c:v>
                </c:pt>
                <c:pt idx="4037">
                  <c:v>136.16488106419715</c:v>
                </c:pt>
                <c:pt idx="4038">
                  <c:v>139.152247724235</c:v>
                </c:pt>
                <c:pt idx="4039">
                  <c:v>136.70214603488805</c:v>
                </c:pt>
                <c:pt idx="4040">
                  <c:v>206.96426046690087</c:v>
                </c:pt>
                <c:pt idx="4041">
                  <c:v>112.20441910267209</c:v>
                </c:pt>
                <c:pt idx="4042">
                  <c:v>233.35592517268717</c:v>
                </c:pt>
                <c:pt idx="4043">
                  <c:v>172.57404196640792</c:v>
                </c:pt>
                <c:pt idx="4044">
                  <c:v>121.34724092029165</c:v>
                </c:pt>
                <c:pt idx="4045">
                  <c:v>195.05474046455268</c:v>
                </c:pt>
                <c:pt idx="4046">
                  <c:v>225.26814118987446</c:v>
                </c:pt>
                <c:pt idx="4047">
                  <c:v>203.42648738536448</c:v>
                </c:pt>
                <c:pt idx="4048">
                  <c:v>104.58854487963282</c:v>
                </c:pt>
                <c:pt idx="4049">
                  <c:v>171.43388304200138</c:v>
                </c:pt>
                <c:pt idx="4050">
                  <c:v>109.3007174175958</c:v>
                </c:pt>
                <c:pt idx="4051">
                  <c:v>228.7816845080308</c:v>
                </c:pt>
                <c:pt idx="4052">
                  <c:v>233.22438340682808</c:v>
                </c:pt>
                <c:pt idx="4053">
                  <c:v>175.08413645074137</c:v>
                </c:pt>
                <c:pt idx="4054">
                  <c:v>213.97208963233908</c:v>
                </c:pt>
                <c:pt idx="4055">
                  <c:v>221.85740847263946</c:v>
                </c:pt>
                <c:pt idx="4056">
                  <c:v>132.01842494154138</c:v>
                </c:pt>
                <c:pt idx="4057">
                  <c:v>167.14024667763874</c:v>
                </c:pt>
                <c:pt idx="4058">
                  <c:v>235.94586440015593</c:v>
                </c:pt>
                <c:pt idx="4059">
                  <c:v>101.2403459374617</c:v>
                </c:pt>
                <c:pt idx="4060">
                  <c:v>228.42188705959248</c:v>
                </c:pt>
                <c:pt idx="4061">
                  <c:v>194.66053701978637</c:v>
                </c:pt>
                <c:pt idx="4062">
                  <c:v>109.34219094746987</c:v>
                </c:pt>
                <c:pt idx="4063">
                  <c:v>169.4889357259775</c:v>
                </c:pt>
                <c:pt idx="4064">
                  <c:v>229.32535610843397</c:v>
                </c:pt>
                <c:pt idx="4065">
                  <c:v>185.4862361239073</c:v>
                </c:pt>
                <c:pt idx="4066">
                  <c:v>200.56802111048046</c:v>
                </c:pt>
                <c:pt idx="4067">
                  <c:v>234.40687736143823</c:v>
                </c:pt>
                <c:pt idx="4068">
                  <c:v>138.0089883647339</c:v>
                </c:pt>
                <c:pt idx="4069">
                  <c:v>158.21840697598032</c:v>
                </c:pt>
                <c:pt idx="4070">
                  <c:v>229.2124450979335</c:v>
                </c:pt>
                <c:pt idx="4071">
                  <c:v>214.79419776175635</c:v>
                </c:pt>
                <c:pt idx="4072">
                  <c:v>110.1912926615562</c:v>
                </c:pt>
                <c:pt idx="4073">
                  <c:v>100.54451090899897</c:v>
                </c:pt>
                <c:pt idx="4074">
                  <c:v>216.5076671024175</c:v>
                </c:pt>
                <c:pt idx="4075">
                  <c:v>249.8880162464903</c:v>
                </c:pt>
                <c:pt idx="4076">
                  <c:v>228.19032316746927</c:v>
                </c:pt>
                <c:pt idx="4077">
                  <c:v>191.95911080026914</c:v>
                </c:pt>
                <c:pt idx="4078">
                  <c:v>115.09734446293362</c:v>
                </c:pt>
                <c:pt idx="4079">
                  <c:v>112.6296944271443</c:v>
                </c:pt>
                <c:pt idx="4080">
                  <c:v>225.8255483884736</c:v>
                </c:pt>
                <c:pt idx="4081">
                  <c:v>130.2201298772814</c:v>
                </c:pt>
                <c:pt idx="4082">
                  <c:v>169.90744576075005</c:v>
                </c:pt>
                <c:pt idx="4083">
                  <c:v>112.73835212483277</c:v>
                </c:pt>
                <c:pt idx="4084">
                  <c:v>228.26964535159567</c:v>
                </c:pt>
                <c:pt idx="4085">
                  <c:v>208.5445767719725</c:v>
                </c:pt>
                <c:pt idx="4086">
                  <c:v>116.22187784685788</c:v>
                </c:pt>
                <c:pt idx="4087">
                  <c:v>195.92572046903103</c:v>
                </c:pt>
                <c:pt idx="4088">
                  <c:v>185.83614894915706</c:v>
                </c:pt>
                <c:pt idx="4089">
                  <c:v>229.51623193285036</c:v>
                </c:pt>
                <c:pt idx="4090">
                  <c:v>108.86677143519877</c:v>
                </c:pt>
                <c:pt idx="4091">
                  <c:v>191.45383282471374</c:v>
                </c:pt>
                <c:pt idx="4092">
                  <c:v>144.90185919860696</c:v>
                </c:pt>
                <c:pt idx="4093">
                  <c:v>183.3580941195265</c:v>
                </c:pt>
                <c:pt idx="4094">
                  <c:v>191.14173364193607</c:v>
                </c:pt>
                <c:pt idx="4095">
                  <c:v>107.57178530829124</c:v>
                </c:pt>
                <c:pt idx="4096">
                  <c:v>189.36046813460925</c:v>
                </c:pt>
                <c:pt idx="4097">
                  <c:v>207.5149984993405</c:v>
                </c:pt>
                <c:pt idx="4098">
                  <c:v>96.15513571964038</c:v>
                </c:pt>
                <c:pt idx="4099">
                  <c:v>210.5776090587554</c:v>
                </c:pt>
                <c:pt idx="4100">
                  <c:v>115.21387535586987</c:v>
                </c:pt>
                <c:pt idx="4101">
                  <c:v>170.0905351318368</c:v>
                </c:pt>
                <c:pt idx="4102">
                  <c:v>195.90979094019602</c:v>
                </c:pt>
                <c:pt idx="4103">
                  <c:v>195.0709264080484</c:v>
                </c:pt>
                <c:pt idx="4104">
                  <c:v>178.00734120784188</c:v>
                </c:pt>
                <c:pt idx="4105">
                  <c:v>210.4032223417707</c:v>
                </c:pt>
                <c:pt idx="4106">
                  <c:v>223.1245023927513</c:v>
                </c:pt>
                <c:pt idx="4107">
                  <c:v>131.73393836359497</c:v>
                </c:pt>
                <c:pt idx="4108">
                  <c:v>228.55976646867526</c:v>
                </c:pt>
                <c:pt idx="4109">
                  <c:v>201.59927467096608</c:v>
                </c:pt>
                <c:pt idx="4110">
                  <c:v>113.87778966677988</c:v>
                </c:pt>
                <c:pt idx="4111">
                  <c:v>140.4568334256967</c:v>
                </c:pt>
                <c:pt idx="4112">
                  <c:v>188.52187727366643</c:v>
                </c:pt>
                <c:pt idx="4113">
                  <c:v>119.38368750135821</c:v>
                </c:pt>
                <c:pt idx="4114">
                  <c:v>226.145701350103</c:v>
                </c:pt>
                <c:pt idx="4115">
                  <c:v>208.87801967509992</c:v>
                </c:pt>
                <c:pt idx="4116">
                  <c:v>99.07322076037899</c:v>
                </c:pt>
                <c:pt idx="4117">
                  <c:v>205.97367919285747</c:v>
                </c:pt>
                <c:pt idx="4118">
                  <c:v>168.1288208519692</c:v>
                </c:pt>
                <c:pt idx="4119">
                  <c:v>146.3091845020193</c:v>
                </c:pt>
                <c:pt idx="4120">
                  <c:v>108.20666141565495</c:v>
                </c:pt>
                <c:pt idx="4121">
                  <c:v>95.99546371400682</c:v>
                </c:pt>
                <c:pt idx="4122">
                  <c:v>197.95184019383493</c:v>
                </c:pt>
                <c:pt idx="4123">
                  <c:v>234.60738556664242</c:v>
                </c:pt>
                <c:pt idx="4124">
                  <c:v>233.76761242055193</c:v>
                </c:pt>
                <c:pt idx="4125">
                  <c:v>191.95973387141387</c:v>
                </c:pt>
                <c:pt idx="4126">
                  <c:v>113.2398127293491</c:v>
                </c:pt>
                <c:pt idx="4127">
                  <c:v>178.92135634938472</c:v>
                </c:pt>
                <c:pt idx="4128">
                  <c:v>133.66532380586904</c:v>
                </c:pt>
                <c:pt idx="4129">
                  <c:v>158.76021135982592</c:v>
                </c:pt>
                <c:pt idx="4130">
                  <c:v>222.0087063890864</c:v>
                </c:pt>
                <c:pt idx="4131">
                  <c:v>162.66468789803548</c:v>
                </c:pt>
                <c:pt idx="4132">
                  <c:v>228.35633677512476</c:v>
                </c:pt>
                <c:pt idx="4133">
                  <c:v>102.58801851497488</c:v>
                </c:pt>
                <c:pt idx="4134">
                  <c:v>234.38212281366688</c:v>
                </c:pt>
                <c:pt idx="4135">
                  <c:v>95.38293422620895</c:v>
                </c:pt>
                <c:pt idx="4136">
                  <c:v>93.99173661178283</c:v>
                </c:pt>
                <c:pt idx="4137">
                  <c:v>142.3445991118069</c:v>
                </c:pt>
                <c:pt idx="4138">
                  <c:v>113.4324062936813</c:v>
                </c:pt>
                <c:pt idx="4139">
                  <c:v>149.08560914410745</c:v>
                </c:pt>
                <c:pt idx="4140">
                  <c:v>227.14818624615452</c:v>
                </c:pt>
                <c:pt idx="4141">
                  <c:v>185.52044184973468</c:v>
                </c:pt>
                <c:pt idx="4142">
                  <c:v>93.36620601036762</c:v>
                </c:pt>
                <c:pt idx="4143">
                  <c:v>132.85898125414306</c:v>
                </c:pt>
                <c:pt idx="4144">
                  <c:v>81.13327692672229</c:v>
                </c:pt>
                <c:pt idx="4145">
                  <c:v>73.63003434434036</c:v>
                </c:pt>
                <c:pt idx="4146">
                  <c:v>95.2427692718418</c:v>
                </c:pt>
                <c:pt idx="4147">
                  <c:v>114.74881916744356</c:v>
                </c:pt>
                <c:pt idx="4148">
                  <c:v>202.59523967465333</c:v>
                </c:pt>
                <c:pt idx="4149">
                  <c:v>225.3240411745839</c:v>
                </c:pt>
                <c:pt idx="4150">
                  <c:v>109.83131905817044</c:v>
                </c:pt>
                <c:pt idx="4151">
                  <c:v>176.96231570196503</c:v>
                </c:pt>
                <c:pt idx="4152">
                  <c:v>206.05753896181776</c:v>
                </c:pt>
                <c:pt idx="4153">
                  <c:v>133.10863681730586</c:v>
                </c:pt>
                <c:pt idx="4154">
                  <c:v>92.35821101498516</c:v>
                </c:pt>
                <c:pt idx="4155">
                  <c:v>171.30505083532123</c:v>
                </c:pt>
                <c:pt idx="4156">
                  <c:v>78.05683546170805</c:v>
                </c:pt>
                <c:pt idx="4157">
                  <c:v>182.81567549041011</c:v>
                </c:pt>
                <c:pt idx="4158">
                  <c:v>231.84472825463837</c:v>
                </c:pt>
                <c:pt idx="4159">
                  <c:v>147.36284223424184</c:v>
                </c:pt>
                <c:pt idx="4160">
                  <c:v>142.96111124179336</c:v>
                </c:pt>
                <c:pt idx="4161">
                  <c:v>210.15306402845</c:v>
                </c:pt>
                <c:pt idx="4162">
                  <c:v>111.19916306692073</c:v>
                </c:pt>
                <c:pt idx="4163">
                  <c:v>126.17214179054194</c:v>
                </c:pt>
                <c:pt idx="4164">
                  <c:v>195.63119395621814</c:v>
                </c:pt>
                <c:pt idx="4165">
                  <c:v>174.78018594477342</c:v>
                </c:pt>
                <c:pt idx="4166">
                  <c:v>105.87099052326866</c:v>
                </c:pt>
                <c:pt idx="4167">
                  <c:v>238.25967285163503</c:v>
                </c:pt>
                <c:pt idx="4168">
                  <c:v>141.41570338796183</c:v>
                </c:pt>
                <c:pt idx="4169">
                  <c:v>214.78236423556245</c:v>
                </c:pt>
                <c:pt idx="4170">
                  <c:v>236.2892532825068</c:v>
                </c:pt>
                <c:pt idx="4171">
                  <c:v>200.50122119177522</c:v>
                </c:pt>
                <c:pt idx="4172">
                  <c:v>172.81277055235034</c:v>
                </c:pt>
                <c:pt idx="4173">
                  <c:v>245.91703960774205</c:v>
                </c:pt>
                <c:pt idx="4174">
                  <c:v>176.12023570297438</c:v>
                </c:pt>
                <c:pt idx="4175">
                  <c:v>193.81762832044532</c:v>
                </c:pt>
                <c:pt idx="4176">
                  <c:v>122.8026990352639</c:v>
                </c:pt>
                <c:pt idx="4177">
                  <c:v>134.9981283580691</c:v>
                </c:pt>
                <c:pt idx="4178">
                  <c:v>98.97690477841353</c:v>
                </c:pt>
                <c:pt idx="4179">
                  <c:v>230.93382468289226</c:v>
                </c:pt>
                <c:pt idx="4180">
                  <c:v>237.80975200784658</c:v>
                </c:pt>
                <c:pt idx="4181">
                  <c:v>101.37257090981393</c:v>
                </c:pt>
                <c:pt idx="4182">
                  <c:v>172.07414180599102</c:v>
                </c:pt>
                <c:pt idx="4183">
                  <c:v>194.88340235902422</c:v>
                </c:pt>
                <c:pt idx="4184">
                  <c:v>142.46432446852663</c:v>
                </c:pt>
                <c:pt idx="4185">
                  <c:v>113.88396482061039</c:v>
                </c:pt>
                <c:pt idx="4186">
                  <c:v>216.43804276006114</c:v>
                </c:pt>
                <c:pt idx="4187">
                  <c:v>136.31910509574234</c:v>
                </c:pt>
                <c:pt idx="4188">
                  <c:v>213.74882078384212</c:v>
                </c:pt>
                <c:pt idx="4189">
                  <c:v>135.42630885517354</c:v>
                </c:pt>
                <c:pt idx="4190">
                  <c:v>173.16546474055053</c:v>
                </c:pt>
                <c:pt idx="4191">
                  <c:v>182.4806339441426</c:v>
                </c:pt>
                <c:pt idx="4192">
                  <c:v>223.5244995214128</c:v>
                </c:pt>
                <c:pt idx="4193">
                  <c:v>167.6989249013932</c:v>
                </c:pt>
                <c:pt idx="4194">
                  <c:v>185.0438692505373</c:v>
                </c:pt>
                <c:pt idx="4195">
                  <c:v>146.97006088509295</c:v>
                </c:pt>
                <c:pt idx="4196">
                  <c:v>193.66747862344567</c:v>
                </c:pt>
                <c:pt idx="4197">
                  <c:v>172.0346414386527</c:v>
                </c:pt>
                <c:pt idx="4198">
                  <c:v>72.64594311088193</c:v>
                </c:pt>
                <c:pt idx="4199">
                  <c:v>186.71880237641787</c:v>
                </c:pt>
                <c:pt idx="4200">
                  <c:v>130.14496227050006</c:v>
                </c:pt>
                <c:pt idx="4201">
                  <c:v>104.3327334039223</c:v>
                </c:pt>
                <c:pt idx="4202">
                  <c:v>224.90408344666776</c:v>
                </c:pt>
                <c:pt idx="4203">
                  <c:v>144.5410886704116</c:v>
                </c:pt>
                <c:pt idx="4204">
                  <c:v>184.9581163924726</c:v>
                </c:pt>
                <c:pt idx="4205">
                  <c:v>141.2154189539722</c:v>
                </c:pt>
                <c:pt idx="4206">
                  <c:v>157.3786594734001</c:v>
                </c:pt>
                <c:pt idx="4207">
                  <c:v>107.08904896155488</c:v>
                </c:pt>
                <c:pt idx="4208">
                  <c:v>137.95617372322212</c:v>
                </c:pt>
                <c:pt idx="4209">
                  <c:v>196.07492390662114</c:v>
                </c:pt>
                <c:pt idx="4210">
                  <c:v>236.9375379369421</c:v>
                </c:pt>
                <c:pt idx="4211">
                  <c:v>170.35330420821828</c:v>
                </c:pt>
                <c:pt idx="4212">
                  <c:v>136.28136615600476</c:v>
                </c:pt>
                <c:pt idx="4213">
                  <c:v>232.71352090226776</c:v>
                </c:pt>
                <c:pt idx="4214">
                  <c:v>178.7612274682166</c:v>
                </c:pt>
                <c:pt idx="4215">
                  <c:v>191.5234615304113</c:v>
                </c:pt>
                <c:pt idx="4216">
                  <c:v>188.32897873606933</c:v>
                </c:pt>
                <c:pt idx="4217">
                  <c:v>84.51290794433535</c:v>
                </c:pt>
                <c:pt idx="4218">
                  <c:v>102.79823625830528</c:v>
                </c:pt>
                <c:pt idx="4219">
                  <c:v>175.655600970874</c:v>
                </c:pt>
                <c:pt idx="4220">
                  <c:v>125.78769024712935</c:v>
                </c:pt>
                <c:pt idx="4221">
                  <c:v>134.9681988081917</c:v>
                </c:pt>
                <c:pt idx="4222">
                  <c:v>234.96002098255335</c:v>
                </c:pt>
                <c:pt idx="4223">
                  <c:v>130.85459809202368</c:v>
                </c:pt>
                <c:pt idx="4224">
                  <c:v>206.94559993093878</c:v>
                </c:pt>
                <c:pt idx="4225">
                  <c:v>166.88409817112458</c:v>
                </c:pt>
                <c:pt idx="4226">
                  <c:v>184.97503515703417</c:v>
                </c:pt>
                <c:pt idx="4227">
                  <c:v>111.77680105782427</c:v>
                </c:pt>
                <c:pt idx="4228">
                  <c:v>139.16068229798543</c:v>
                </c:pt>
                <c:pt idx="4229">
                  <c:v>126.58824198141528</c:v>
                </c:pt>
                <c:pt idx="4230">
                  <c:v>138.1861265824723</c:v>
                </c:pt>
                <c:pt idx="4231">
                  <c:v>222.8298325922087</c:v>
                </c:pt>
                <c:pt idx="4232">
                  <c:v>135.99976637896563</c:v>
                </c:pt>
                <c:pt idx="4233">
                  <c:v>139.87358814063037</c:v>
                </c:pt>
                <c:pt idx="4234">
                  <c:v>143.10893664301358</c:v>
                </c:pt>
                <c:pt idx="4235">
                  <c:v>112.21212734417641</c:v>
                </c:pt>
                <c:pt idx="4236">
                  <c:v>145.67362486398946</c:v>
                </c:pt>
                <c:pt idx="4237">
                  <c:v>123.81162485473125</c:v>
                </c:pt>
                <c:pt idx="4238">
                  <c:v>128.89531532493004</c:v>
                </c:pt>
                <c:pt idx="4239">
                  <c:v>92.57562312992965</c:v>
                </c:pt>
                <c:pt idx="4240">
                  <c:v>147.9005732548136</c:v>
                </c:pt>
                <c:pt idx="4241">
                  <c:v>200.90237189990532</c:v>
                </c:pt>
                <c:pt idx="4242">
                  <c:v>124.73791071540283</c:v>
                </c:pt>
                <c:pt idx="4243">
                  <c:v>136.047452762904</c:v>
                </c:pt>
                <c:pt idx="4244">
                  <c:v>192.49481784363377</c:v>
                </c:pt>
                <c:pt idx="4245">
                  <c:v>125.32444272840992</c:v>
                </c:pt>
                <c:pt idx="4246">
                  <c:v>193.32669496791183</c:v>
                </c:pt>
                <c:pt idx="4247">
                  <c:v>174.78394246471203</c:v>
                </c:pt>
                <c:pt idx="4248">
                  <c:v>184.17148023367992</c:v>
                </c:pt>
                <c:pt idx="4249">
                  <c:v>183.65688084865533</c:v>
                </c:pt>
                <c:pt idx="4250">
                  <c:v>112.21052274077627</c:v>
                </c:pt>
                <c:pt idx="4251">
                  <c:v>188.93716543325394</c:v>
                </c:pt>
                <c:pt idx="4252">
                  <c:v>140.52472925460756</c:v>
                </c:pt>
                <c:pt idx="4253">
                  <c:v>209.9037172511743</c:v>
                </c:pt>
                <c:pt idx="4254">
                  <c:v>110.89051866838469</c:v>
                </c:pt>
                <c:pt idx="4255">
                  <c:v>150.15286701749162</c:v>
                </c:pt>
                <c:pt idx="4256">
                  <c:v>184.04433413808343</c:v>
                </c:pt>
                <c:pt idx="4257">
                  <c:v>77.2592120647213</c:v>
                </c:pt>
                <c:pt idx="4258">
                  <c:v>95.98106750834401</c:v>
                </c:pt>
                <c:pt idx="4259">
                  <c:v>185.5904254366603</c:v>
                </c:pt>
                <c:pt idx="4260">
                  <c:v>172.41635904318844</c:v>
                </c:pt>
                <c:pt idx="4261">
                  <c:v>138.35635029057855</c:v>
                </c:pt>
                <c:pt idx="4262">
                  <c:v>233.4577456160834</c:v>
                </c:pt>
                <c:pt idx="4263">
                  <c:v>190.62656815091913</c:v>
                </c:pt>
                <c:pt idx="4264">
                  <c:v>202.1828321450783</c:v>
                </c:pt>
                <c:pt idx="4265">
                  <c:v>105.25390487712181</c:v>
                </c:pt>
                <c:pt idx="4266">
                  <c:v>226.59905719313323</c:v>
                </c:pt>
                <c:pt idx="4267">
                  <c:v>132.96532472083237</c:v>
                </c:pt>
                <c:pt idx="4268">
                  <c:v>167.8906702773975</c:v>
                </c:pt>
                <c:pt idx="4269">
                  <c:v>106.4086004911967</c:v>
                </c:pt>
                <c:pt idx="4270">
                  <c:v>174.06655786169827</c:v>
                </c:pt>
                <c:pt idx="4271">
                  <c:v>140.23939831000072</c:v>
                </c:pt>
                <c:pt idx="4272">
                  <c:v>240.05697169932017</c:v>
                </c:pt>
                <c:pt idx="4273">
                  <c:v>239.58042207111998</c:v>
                </c:pt>
                <c:pt idx="4274">
                  <c:v>98.49392496893576</c:v>
                </c:pt>
                <c:pt idx="4275">
                  <c:v>229.31572135341543</c:v>
                </c:pt>
                <c:pt idx="4276">
                  <c:v>166.1187006558465</c:v>
                </c:pt>
                <c:pt idx="4277">
                  <c:v>77.65130343120641</c:v>
                </c:pt>
                <c:pt idx="4278">
                  <c:v>230.7606311211882</c:v>
                </c:pt>
                <c:pt idx="4279">
                  <c:v>107.5643417663798</c:v>
                </c:pt>
                <c:pt idx="4280">
                  <c:v>148.66870490153644</c:v>
                </c:pt>
                <c:pt idx="4281">
                  <c:v>188.19181243094988</c:v>
                </c:pt>
                <c:pt idx="4282">
                  <c:v>146.96044551265652</c:v>
                </c:pt>
                <c:pt idx="4283">
                  <c:v>122.43572648204136</c:v>
                </c:pt>
                <c:pt idx="4284">
                  <c:v>245.18652942170453</c:v>
                </c:pt>
                <c:pt idx="4285">
                  <c:v>73.43181394509479</c:v>
                </c:pt>
                <c:pt idx="4286">
                  <c:v>201.2892330346381</c:v>
                </c:pt>
                <c:pt idx="4287">
                  <c:v>241.60682476596887</c:v>
                </c:pt>
                <c:pt idx="4288">
                  <c:v>173.0674456230508</c:v>
                </c:pt>
                <c:pt idx="4289">
                  <c:v>163.69209228906928</c:v>
                </c:pt>
                <c:pt idx="4290">
                  <c:v>102.33106185485704</c:v>
                </c:pt>
                <c:pt idx="4291">
                  <c:v>226.33022089503763</c:v>
                </c:pt>
                <c:pt idx="4292">
                  <c:v>243.6035647347652</c:v>
                </c:pt>
                <c:pt idx="4293">
                  <c:v>178.46765650139022</c:v>
                </c:pt>
                <c:pt idx="4294">
                  <c:v>108.16963169260052</c:v>
                </c:pt>
                <c:pt idx="4295">
                  <c:v>102.24068011763354</c:v>
                </c:pt>
                <c:pt idx="4296">
                  <c:v>115.40003276731845</c:v>
                </c:pt>
                <c:pt idx="4297">
                  <c:v>232.5731970144067</c:v>
                </c:pt>
                <c:pt idx="4298">
                  <c:v>134.62572195368773</c:v>
                </c:pt>
                <c:pt idx="4299">
                  <c:v>223.46521642140453</c:v>
                </c:pt>
                <c:pt idx="4300">
                  <c:v>222.15846426903576</c:v>
                </c:pt>
                <c:pt idx="4301">
                  <c:v>115.11751876100149</c:v>
                </c:pt>
                <c:pt idx="4302">
                  <c:v>157.88145205164676</c:v>
                </c:pt>
                <c:pt idx="4303">
                  <c:v>147.6718804442859</c:v>
                </c:pt>
                <c:pt idx="4304">
                  <c:v>152.03666407123535</c:v>
                </c:pt>
                <c:pt idx="4305">
                  <c:v>224.20287459436693</c:v>
                </c:pt>
                <c:pt idx="4306">
                  <c:v>231.16882037259882</c:v>
                </c:pt>
                <c:pt idx="4307">
                  <c:v>224.49559991357663</c:v>
                </c:pt>
                <c:pt idx="4308">
                  <c:v>88.21026736119833</c:v>
                </c:pt>
                <c:pt idx="4309">
                  <c:v>93.23277353737579</c:v>
                </c:pt>
                <c:pt idx="4310">
                  <c:v>241.18670104421182</c:v>
                </c:pt>
                <c:pt idx="4311">
                  <c:v>98.58354421286491</c:v>
                </c:pt>
                <c:pt idx="4312">
                  <c:v>133.134640529833</c:v>
                </c:pt>
                <c:pt idx="4313">
                  <c:v>162.8354164896947</c:v>
                </c:pt>
                <c:pt idx="4314">
                  <c:v>214.87230732284488</c:v>
                </c:pt>
                <c:pt idx="4315">
                  <c:v>110.8050612579568</c:v>
                </c:pt>
                <c:pt idx="4316">
                  <c:v>204.04862506889242</c:v>
                </c:pt>
                <c:pt idx="4317">
                  <c:v>214.31248148088463</c:v>
                </c:pt>
                <c:pt idx="4318">
                  <c:v>101.07084712543578</c:v>
                </c:pt>
                <c:pt idx="4319">
                  <c:v>107.07243578436069</c:v>
                </c:pt>
                <c:pt idx="4320">
                  <c:v>143.30918988810149</c:v>
                </c:pt>
                <c:pt idx="4321">
                  <c:v>199.8939219520149</c:v>
                </c:pt>
                <c:pt idx="4322">
                  <c:v>132.04175319983815</c:v>
                </c:pt>
                <c:pt idx="4323">
                  <c:v>178.64752615903913</c:v>
                </c:pt>
                <c:pt idx="4324">
                  <c:v>87.64080013539889</c:v>
                </c:pt>
                <c:pt idx="4325">
                  <c:v>224.4529394145564</c:v>
                </c:pt>
                <c:pt idx="4326">
                  <c:v>142.08576226351556</c:v>
                </c:pt>
                <c:pt idx="4327">
                  <c:v>205.86091118347943</c:v>
                </c:pt>
                <c:pt idx="4328">
                  <c:v>145.67722997571593</c:v>
                </c:pt>
                <c:pt idx="4329">
                  <c:v>116.1416424441811</c:v>
                </c:pt>
                <c:pt idx="4330">
                  <c:v>213.8380548746638</c:v>
                </c:pt>
                <c:pt idx="4331">
                  <c:v>98.03070107492505</c:v>
                </c:pt>
                <c:pt idx="4332">
                  <c:v>237.21733103913692</c:v>
                </c:pt>
                <c:pt idx="4333">
                  <c:v>202.16418194909878</c:v>
                </c:pt>
                <c:pt idx="4334">
                  <c:v>230.98202185129256</c:v>
                </c:pt>
                <c:pt idx="4335">
                  <c:v>102.85766255520758</c:v>
                </c:pt>
                <c:pt idx="4336">
                  <c:v>120.1406269388061</c:v>
                </c:pt>
                <c:pt idx="4337">
                  <c:v>139.41729126890294</c:v>
                </c:pt>
                <c:pt idx="4338">
                  <c:v>136.86419748735972</c:v>
                </c:pt>
                <c:pt idx="4339">
                  <c:v>112.00315276288153</c:v>
                </c:pt>
                <c:pt idx="4340">
                  <c:v>150.7038734752087</c:v>
                </c:pt>
                <c:pt idx="4341">
                  <c:v>108.67179270303198</c:v>
                </c:pt>
                <c:pt idx="4342">
                  <c:v>165.48940317497318</c:v>
                </c:pt>
                <c:pt idx="4343">
                  <c:v>194.67034209304202</c:v>
                </c:pt>
                <c:pt idx="4344">
                  <c:v>177.22523918297244</c:v>
                </c:pt>
                <c:pt idx="4345">
                  <c:v>85.67295412798106</c:v>
                </c:pt>
                <c:pt idx="4346">
                  <c:v>112.94446412102205</c:v>
                </c:pt>
                <c:pt idx="4347">
                  <c:v>90.69338419109991</c:v>
                </c:pt>
                <c:pt idx="4348">
                  <c:v>235.98881327492734</c:v>
                </c:pt>
                <c:pt idx="4349">
                  <c:v>103.95715521168336</c:v>
                </c:pt>
                <c:pt idx="4350">
                  <c:v>237.42125422787984</c:v>
                </c:pt>
                <c:pt idx="4351">
                  <c:v>216.3641390022387</c:v>
                </c:pt>
                <c:pt idx="4352">
                  <c:v>193.73248558417154</c:v>
                </c:pt>
                <c:pt idx="4353">
                  <c:v>232.44887637131222</c:v>
                </c:pt>
                <c:pt idx="4354">
                  <c:v>144.00076393390685</c:v>
                </c:pt>
                <c:pt idx="4355">
                  <c:v>180.6427686611558</c:v>
                </c:pt>
                <c:pt idx="4356">
                  <c:v>201.14666011689468</c:v>
                </c:pt>
                <c:pt idx="4357">
                  <c:v>161.89437055853458</c:v>
                </c:pt>
                <c:pt idx="4358">
                  <c:v>127.5006851467759</c:v>
                </c:pt>
                <c:pt idx="4359">
                  <c:v>205.0169588341173</c:v>
                </c:pt>
                <c:pt idx="4360">
                  <c:v>110.5462662336925</c:v>
                </c:pt>
                <c:pt idx="4361">
                  <c:v>108.67678783882474</c:v>
                </c:pt>
                <c:pt idx="4362">
                  <c:v>103.64150786662505</c:v>
                </c:pt>
                <c:pt idx="4363">
                  <c:v>102.58574400498135</c:v>
                </c:pt>
                <c:pt idx="4364">
                  <c:v>173.76149029283962</c:v>
                </c:pt>
                <c:pt idx="4365">
                  <c:v>143.59386183606202</c:v>
                </c:pt>
                <c:pt idx="4366">
                  <c:v>197.1339191790143</c:v>
                </c:pt>
                <c:pt idx="4367">
                  <c:v>100.66259572019797</c:v>
                </c:pt>
                <c:pt idx="4368">
                  <c:v>128.8069389736011</c:v>
                </c:pt>
                <c:pt idx="4369">
                  <c:v>226.88152513450447</c:v>
                </c:pt>
                <c:pt idx="4370">
                  <c:v>193.298137248521</c:v>
                </c:pt>
                <c:pt idx="4371">
                  <c:v>111.809637510061</c:v>
                </c:pt>
                <c:pt idx="4372">
                  <c:v>214.2640636210541</c:v>
                </c:pt>
                <c:pt idx="4373">
                  <c:v>239.02060543308758</c:v>
                </c:pt>
                <c:pt idx="4374">
                  <c:v>137.03912243966732</c:v>
                </c:pt>
                <c:pt idx="4375">
                  <c:v>126.95297228832472</c:v>
                </c:pt>
                <c:pt idx="4376">
                  <c:v>230.1627558227938</c:v>
                </c:pt>
                <c:pt idx="4377">
                  <c:v>215.4059329119029</c:v>
                </c:pt>
                <c:pt idx="4378">
                  <c:v>170.61178418814177</c:v>
                </c:pt>
                <c:pt idx="4379">
                  <c:v>225.58071886212332</c:v>
                </c:pt>
                <c:pt idx="4380">
                  <c:v>137.15023210863893</c:v>
                </c:pt>
                <c:pt idx="4381">
                  <c:v>106.85788648471392</c:v>
                </c:pt>
                <c:pt idx="4382">
                  <c:v>130.18244556033778</c:v>
                </c:pt>
                <c:pt idx="4383">
                  <c:v>212.56227404184793</c:v>
                </c:pt>
                <c:pt idx="4384">
                  <c:v>181.38968173115114</c:v>
                </c:pt>
                <c:pt idx="4385">
                  <c:v>189.70565928806553</c:v>
                </c:pt>
                <c:pt idx="4386">
                  <c:v>123.12099575176134</c:v>
                </c:pt>
                <c:pt idx="4387">
                  <c:v>133.0756093193443</c:v>
                </c:pt>
                <c:pt idx="4388">
                  <c:v>162.75579186069152</c:v>
                </c:pt>
                <c:pt idx="4389">
                  <c:v>194.815544576447</c:v>
                </c:pt>
                <c:pt idx="4390">
                  <c:v>176.22921034480885</c:v>
                </c:pt>
                <c:pt idx="4391">
                  <c:v>101.78689252700227</c:v>
                </c:pt>
                <c:pt idx="4392">
                  <c:v>197.4365725056619</c:v>
                </c:pt>
                <c:pt idx="4393">
                  <c:v>76.39450864188551</c:v>
                </c:pt>
                <c:pt idx="4394">
                  <c:v>171.4588083851651</c:v>
                </c:pt>
                <c:pt idx="4395">
                  <c:v>96.48231735944418</c:v>
                </c:pt>
                <c:pt idx="4396">
                  <c:v>208.21477461285528</c:v>
                </c:pt>
                <c:pt idx="4397">
                  <c:v>104.47476840672033</c:v>
                </c:pt>
                <c:pt idx="4398">
                  <c:v>190.22550141130424</c:v>
                </c:pt>
                <c:pt idx="4399">
                  <c:v>165.82481170488066</c:v>
                </c:pt>
                <c:pt idx="4400">
                  <c:v>105.544591496784</c:v>
                </c:pt>
                <c:pt idx="4401">
                  <c:v>138.85644930100332</c:v>
                </c:pt>
                <c:pt idx="4402">
                  <c:v>119.63145476839168</c:v>
                </c:pt>
                <c:pt idx="4403">
                  <c:v>129.28226174000278</c:v>
                </c:pt>
                <c:pt idx="4404">
                  <c:v>174.56431440642987</c:v>
                </c:pt>
                <c:pt idx="4405">
                  <c:v>230.24880380900663</c:v>
                </c:pt>
                <c:pt idx="4406">
                  <c:v>184.5102441479993</c:v>
                </c:pt>
                <c:pt idx="4407">
                  <c:v>216.86653153624462</c:v>
                </c:pt>
                <c:pt idx="4408">
                  <c:v>96.55328993109744</c:v>
                </c:pt>
                <c:pt idx="4409">
                  <c:v>104.47922494046526</c:v>
                </c:pt>
                <c:pt idx="4410">
                  <c:v>214.66127983853832</c:v>
                </c:pt>
                <c:pt idx="4411">
                  <c:v>239.67901399643418</c:v>
                </c:pt>
                <c:pt idx="4412">
                  <c:v>136.33224157362773</c:v>
                </c:pt>
                <c:pt idx="4413">
                  <c:v>121.56477357408879</c:v>
                </c:pt>
                <c:pt idx="4414">
                  <c:v>133.49981448400098</c:v>
                </c:pt>
                <c:pt idx="4415">
                  <c:v>110.37196802568775</c:v>
                </c:pt>
                <c:pt idx="4416">
                  <c:v>171.86553148832803</c:v>
                </c:pt>
                <c:pt idx="4417">
                  <c:v>184.4513609519304</c:v>
                </c:pt>
                <c:pt idx="4418">
                  <c:v>95.05803490847406</c:v>
                </c:pt>
                <c:pt idx="4419">
                  <c:v>87.5473330893802</c:v>
                </c:pt>
                <c:pt idx="4420">
                  <c:v>189.80297380835708</c:v>
                </c:pt>
                <c:pt idx="4421">
                  <c:v>233.56027600057305</c:v>
                </c:pt>
                <c:pt idx="4422">
                  <c:v>127.52764034588816</c:v>
                </c:pt>
                <c:pt idx="4423">
                  <c:v>157.88564246792927</c:v>
                </c:pt>
                <c:pt idx="4424">
                  <c:v>141.54001657870444</c:v>
                </c:pt>
                <c:pt idx="4425">
                  <c:v>174.0759433281798</c:v>
                </c:pt>
                <c:pt idx="4426">
                  <c:v>175.15990610897308</c:v>
                </c:pt>
                <c:pt idx="4427">
                  <c:v>189.86156911482823</c:v>
                </c:pt>
                <c:pt idx="4428">
                  <c:v>141.9940292732325</c:v>
                </c:pt>
                <c:pt idx="4429">
                  <c:v>162.49746712320973</c:v>
                </c:pt>
                <c:pt idx="4430">
                  <c:v>170.4483668238229</c:v>
                </c:pt>
                <c:pt idx="4431">
                  <c:v>172.92091565610085</c:v>
                </c:pt>
                <c:pt idx="4432">
                  <c:v>190.3167271392745</c:v>
                </c:pt>
                <c:pt idx="4433">
                  <c:v>91.06133693557315</c:v>
                </c:pt>
                <c:pt idx="4434">
                  <c:v>235.2976758811721</c:v>
                </c:pt>
                <c:pt idx="4435">
                  <c:v>223.28356334068343</c:v>
                </c:pt>
                <c:pt idx="4436">
                  <c:v>113.96883103557255</c:v>
                </c:pt>
                <c:pt idx="4437">
                  <c:v>152.09500027526812</c:v>
                </c:pt>
                <c:pt idx="4438">
                  <c:v>164.14355483393098</c:v>
                </c:pt>
                <c:pt idx="4439">
                  <c:v>132.00099849554755</c:v>
                </c:pt>
                <c:pt idx="4440">
                  <c:v>151.09046526556497</c:v>
                </c:pt>
                <c:pt idx="4441">
                  <c:v>97.7495006828911</c:v>
                </c:pt>
                <c:pt idx="4442">
                  <c:v>128.5078464135143</c:v>
                </c:pt>
                <c:pt idx="4443">
                  <c:v>219.1486199235704</c:v>
                </c:pt>
                <c:pt idx="4444">
                  <c:v>110.38987104200275</c:v>
                </c:pt>
                <c:pt idx="4445">
                  <c:v>223.91175000022238</c:v>
                </c:pt>
                <c:pt idx="4446">
                  <c:v>146.04883192120653</c:v>
                </c:pt>
                <c:pt idx="4447">
                  <c:v>227.7960281087026</c:v>
                </c:pt>
                <c:pt idx="4448">
                  <c:v>198.02784708914422</c:v>
                </c:pt>
                <c:pt idx="4449">
                  <c:v>100.13840302555442</c:v>
                </c:pt>
                <c:pt idx="4450">
                  <c:v>187.36584354173723</c:v>
                </c:pt>
                <c:pt idx="4451">
                  <c:v>110.48140919150862</c:v>
                </c:pt>
                <c:pt idx="4452">
                  <c:v>141.79600011297504</c:v>
                </c:pt>
                <c:pt idx="4453">
                  <c:v>237.67511709411357</c:v>
                </c:pt>
                <c:pt idx="4454">
                  <c:v>111.82197799060525</c:v>
                </c:pt>
                <c:pt idx="4455">
                  <c:v>140.17302661048424</c:v>
                </c:pt>
                <c:pt idx="4456">
                  <c:v>194.54786934911672</c:v>
                </c:pt>
                <c:pt idx="4457">
                  <c:v>220.68875173462942</c:v>
                </c:pt>
                <c:pt idx="4458">
                  <c:v>138.54213375098715</c:v>
                </c:pt>
                <c:pt idx="4459">
                  <c:v>126.00556982547378</c:v>
                </c:pt>
                <c:pt idx="4460">
                  <c:v>170.24945816881407</c:v>
                </c:pt>
                <c:pt idx="4461">
                  <c:v>135.4109542101187</c:v>
                </c:pt>
                <c:pt idx="4462">
                  <c:v>183.88629194005054</c:v>
                </c:pt>
                <c:pt idx="4463">
                  <c:v>216.8812898765941</c:v>
                </c:pt>
                <c:pt idx="4464">
                  <c:v>221.41142926147177</c:v>
                </c:pt>
                <c:pt idx="4465">
                  <c:v>217.79755982744229</c:v>
                </c:pt>
                <c:pt idx="4466">
                  <c:v>86.43770263390154</c:v>
                </c:pt>
                <c:pt idx="4467">
                  <c:v>220.88921199963104</c:v>
                </c:pt>
                <c:pt idx="4468">
                  <c:v>212.04466648736178</c:v>
                </c:pt>
                <c:pt idx="4469">
                  <c:v>102.65346586354953</c:v>
                </c:pt>
                <c:pt idx="4470">
                  <c:v>219.8545260800126</c:v>
                </c:pt>
                <c:pt idx="4471">
                  <c:v>125.71372212378213</c:v>
                </c:pt>
                <c:pt idx="4472">
                  <c:v>196.17003312503488</c:v>
                </c:pt>
                <c:pt idx="4473">
                  <c:v>220.4689000930573</c:v>
                </c:pt>
                <c:pt idx="4474">
                  <c:v>175.36777328293965</c:v>
                </c:pt>
                <c:pt idx="4475">
                  <c:v>99.58452103090931</c:v>
                </c:pt>
                <c:pt idx="4476">
                  <c:v>190.5127274766729</c:v>
                </c:pt>
                <c:pt idx="4477">
                  <c:v>102.4437560651152</c:v>
                </c:pt>
                <c:pt idx="4478">
                  <c:v>225.32667587118067</c:v>
                </c:pt>
                <c:pt idx="4479">
                  <c:v>134.3231613559386</c:v>
                </c:pt>
                <c:pt idx="4480">
                  <c:v>130.53329447616022</c:v>
                </c:pt>
                <c:pt idx="4481">
                  <c:v>191.22743914764735</c:v>
                </c:pt>
                <c:pt idx="4482">
                  <c:v>172.42269181274983</c:v>
                </c:pt>
                <c:pt idx="4483">
                  <c:v>174.71279278062485</c:v>
                </c:pt>
                <c:pt idx="4484">
                  <c:v>168.19345584310403</c:v>
                </c:pt>
                <c:pt idx="4485">
                  <c:v>216.50373702687335</c:v>
                </c:pt>
                <c:pt idx="4486">
                  <c:v>198.9793985771329</c:v>
                </c:pt>
                <c:pt idx="4487">
                  <c:v>154.38500344679</c:v>
                </c:pt>
                <c:pt idx="4488">
                  <c:v>104.91820722393973</c:v>
                </c:pt>
                <c:pt idx="4489">
                  <c:v>105.87358752381834</c:v>
                </c:pt>
                <c:pt idx="4490">
                  <c:v>129.24881308861148</c:v>
                </c:pt>
                <c:pt idx="4491">
                  <c:v>112.16119936349044</c:v>
                </c:pt>
                <c:pt idx="4492">
                  <c:v>195.2513332738075</c:v>
                </c:pt>
                <c:pt idx="4493">
                  <c:v>227.75015137539327</c:v>
                </c:pt>
                <c:pt idx="4494">
                  <c:v>145.46186384368468</c:v>
                </c:pt>
                <c:pt idx="4495">
                  <c:v>219.01476753767278</c:v>
                </c:pt>
                <c:pt idx="4496">
                  <c:v>141.5567464872843</c:v>
                </c:pt>
                <c:pt idx="4497">
                  <c:v>179.907012701867</c:v>
                </c:pt>
                <c:pt idx="4498">
                  <c:v>187.6483451809205</c:v>
                </c:pt>
                <c:pt idx="4499">
                  <c:v>151.85310106507222</c:v>
                </c:pt>
                <c:pt idx="4500">
                  <c:v>142.03030614944885</c:v>
                </c:pt>
                <c:pt idx="4501">
                  <c:v>97.31423354403455</c:v>
                </c:pt>
                <c:pt idx="4502">
                  <c:v>138.59622165139893</c:v>
                </c:pt>
                <c:pt idx="4503">
                  <c:v>243.93800508461283</c:v>
                </c:pt>
                <c:pt idx="4504">
                  <c:v>238.18766797873312</c:v>
                </c:pt>
                <c:pt idx="4505">
                  <c:v>127.38457631031488</c:v>
                </c:pt>
                <c:pt idx="4506">
                  <c:v>204.04331930690887</c:v>
                </c:pt>
                <c:pt idx="4507">
                  <c:v>237.5261263336313</c:v>
                </c:pt>
                <c:pt idx="4508">
                  <c:v>102.71439218153992</c:v>
                </c:pt>
                <c:pt idx="4509">
                  <c:v>124.13014423135962</c:v>
                </c:pt>
                <c:pt idx="4510">
                  <c:v>196.09362820473746</c:v>
                </c:pt>
                <c:pt idx="4511">
                  <c:v>121.9468264922983</c:v>
                </c:pt>
                <c:pt idx="4512">
                  <c:v>102.42641770103204</c:v>
                </c:pt>
                <c:pt idx="4513">
                  <c:v>193.14594229771114</c:v>
                </c:pt>
                <c:pt idx="4514">
                  <c:v>242.26883516562293</c:v>
                </c:pt>
                <c:pt idx="4515">
                  <c:v>189.62939577756012</c:v>
                </c:pt>
                <c:pt idx="4516">
                  <c:v>114.2309321234133</c:v>
                </c:pt>
                <c:pt idx="4517">
                  <c:v>126.03419156026483</c:v>
                </c:pt>
                <c:pt idx="4518">
                  <c:v>141.8197659153933</c:v>
                </c:pt>
                <c:pt idx="4519">
                  <c:v>176.5813879569345</c:v>
                </c:pt>
                <c:pt idx="4520">
                  <c:v>187.9390407178788</c:v>
                </c:pt>
                <c:pt idx="4521">
                  <c:v>108.02145248955523</c:v>
                </c:pt>
                <c:pt idx="4522">
                  <c:v>233.92649477366518</c:v>
                </c:pt>
                <c:pt idx="4523">
                  <c:v>96.56511170523115</c:v>
                </c:pt>
                <c:pt idx="4524">
                  <c:v>120.13818288223162</c:v>
                </c:pt>
                <c:pt idx="4525">
                  <c:v>98.5210569605408</c:v>
                </c:pt>
                <c:pt idx="4526">
                  <c:v>140.6521040855156</c:v>
                </c:pt>
                <c:pt idx="4527">
                  <c:v>173.9983525457879</c:v>
                </c:pt>
                <c:pt idx="4528">
                  <c:v>133.79326102078224</c:v>
                </c:pt>
                <c:pt idx="4529">
                  <c:v>120.8330891033845</c:v>
                </c:pt>
                <c:pt idx="4530">
                  <c:v>196.00542785399634</c:v>
                </c:pt>
                <c:pt idx="4531">
                  <c:v>73.8661848867549</c:v>
                </c:pt>
                <c:pt idx="4532">
                  <c:v>196.9101204234602</c:v>
                </c:pt>
                <c:pt idx="4533">
                  <c:v>235.48516396412563</c:v>
                </c:pt>
                <c:pt idx="4534">
                  <c:v>138.17169341710365</c:v>
                </c:pt>
                <c:pt idx="4535">
                  <c:v>173.52575986939598</c:v>
                </c:pt>
                <c:pt idx="4536">
                  <c:v>141.93635041170322</c:v>
                </c:pt>
                <c:pt idx="4537">
                  <c:v>82.9306575857844</c:v>
                </c:pt>
                <c:pt idx="4538">
                  <c:v>138.9051592032918</c:v>
                </c:pt>
                <c:pt idx="4539">
                  <c:v>221.24119623830154</c:v>
                </c:pt>
                <c:pt idx="4540">
                  <c:v>202.1853456943431</c:v>
                </c:pt>
                <c:pt idx="4541">
                  <c:v>105.22233437932057</c:v>
                </c:pt>
                <c:pt idx="4542">
                  <c:v>221.80795034184092</c:v>
                </c:pt>
                <c:pt idx="4543">
                  <c:v>164.0470256538527</c:v>
                </c:pt>
                <c:pt idx="4544">
                  <c:v>234.4971164467734</c:v>
                </c:pt>
                <c:pt idx="4545">
                  <c:v>189.0341813494737</c:v>
                </c:pt>
                <c:pt idx="4546">
                  <c:v>150.36730868768015</c:v>
                </c:pt>
                <c:pt idx="4547">
                  <c:v>86.72796395595209</c:v>
                </c:pt>
                <c:pt idx="4548">
                  <c:v>96.75561074416343</c:v>
                </c:pt>
                <c:pt idx="4549">
                  <c:v>226.2710232463315</c:v>
                </c:pt>
                <c:pt idx="4550">
                  <c:v>128.35456125809043</c:v>
                </c:pt>
                <c:pt idx="4551">
                  <c:v>209.68834393122134</c:v>
                </c:pt>
                <c:pt idx="4552">
                  <c:v>170.37577694987283</c:v>
                </c:pt>
                <c:pt idx="4553">
                  <c:v>154.30739871595796</c:v>
                </c:pt>
                <c:pt idx="4554">
                  <c:v>176.40209729350755</c:v>
                </c:pt>
                <c:pt idx="4555">
                  <c:v>96.80761800800565</c:v>
                </c:pt>
                <c:pt idx="4556">
                  <c:v>226.4731522928915</c:v>
                </c:pt>
                <c:pt idx="4557">
                  <c:v>173.62732990551103</c:v>
                </c:pt>
                <c:pt idx="4558">
                  <c:v>150.15144765570824</c:v>
                </c:pt>
                <c:pt idx="4559">
                  <c:v>142.4873357016858</c:v>
                </c:pt>
                <c:pt idx="4560">
                  <c:v>117.21707225197422</c:v>
                </c:pt>
                <c:pt idx="4561">
                  <c:v>155.61228186955495</c:v>
                </c:pt>
                <c:pt idx="4562">
                  <c:v>106.43565805202292</c:v>
                </c:pt>
                <c:pt idx="4563">
                  <c:v>219.63093193134063</c:v>
                </c:pt>
                <c:pt idx="4564">
                  <c:v>185.33976411799924</c:v>
                </c:pt>
                <c:pt idx="4565">
                  <c:v>178.64281549020916</c:v>
                </c:pt>
                <c:pt idx="4566">
                  <c:v>186.68110454616698</c:v>
                </c:pt>
                <c:pt idx="4567">
                  <c:v>99.57246541601171</c:v>
                </c:pt>
                <c:pt idx="4568">
                  <c:v>237.96352487618847</c:v>
                </c:pt>
                <c:pt idx="4569">
                  <c:v>172.62139293408453</c:v>
                </c:pt>
                <c:pt idx="4570">
                  <c:v>97.29119291337305</c:v>
                </c:pt>
                <c:pt idx="4571">
                  <c:v>195.30407524900653</c:v>
                </c:pt>
                <c:pt idx="4572">
                  <c:v>107.14116856332471</c:v>
                </c:pt>
                <c:pt idx="4573">
                  <c:v>70.76983571414134</c:v>
                </c:pt>
                <c:pt idx="4574">
                  <c:v>161.7020083518527</c:v>
                </c:pt>
                <c:pt idx="4575">
                  <c:v>246.8243971008429</c:v>
                </c:pt>
                <c:pt idx="4576">
                  <c:v>245.58310510206476</c:v>
                </c:pt>
                <c:pt idx="4577">
                  <c:v>195.44223705325282</c:v>
                </c:pt>
                <c:pt idx="4578">
                  <c:v>217.50507460793864</c:v>
                </c:pt>
                <c:pt idx="4579">
                  <c:v>105.80270038123257</c:v>
                </c:pt>
                <c:pt idx="4580">
                  <c:v>133.58019766112187</c:v>
                </c:pt>
                <c:pt idx="4581">
                  <c:v>201.55392472167597</c:v>
                </c:pt>
                <c:pt idx="4582">
                  <c:v>128.70831977339577</c:v>
                </c:pt>
                <c:pt idx="4583">
                  <c:v>234.12523428340927</c:v>
                </c:pt>
                <c:pt idx="4584">
                  <c:v>219.3204972415622</c:v>
                </c:pt>
                <c:pt idx="4585">
                  <c:v>103.7786381795765</c:v>
                </c:pt>
                <c:pt idx="4586">
                  <c:v>175.01059847012414</c:v>
                </c:pt>
                <c:pt idx="4587">
                  <c:v>192.28776111899487</c:v>
                </c:pt>
                <c:pt idx="4588">
                  <c:v>88.90088425658034</c:v>
                </c:pt>
                <c:pt idx="4589">
                  <c:v>237.9522348250829</c:v>
                </c:pt>
                <c:pt idx="4590">
                  <c:v>173.24687521194005</c:v>
                </c:pt>
                <c:pt idx="4591">
                  <c:v>196.79484624333415</c:v>
                </c:pt>
                <c:pt idx="4592">
                  <c:v>195.9185760620617</c:v>
                </c:pt>
                <c:pt idx="4593">
                  <c:v>219.85355923631502</c:v>
                </c:pt>
                <c:pt idx="4594">
                  <c:v>113.75186842949259</c:v>
                </c:pt>
                <c:pt idx="4595">
                  <c:v>212.2511918774231</c:v>
                </c:pt>
                <c:pt idx="4596">
                  <c:v>128.6059196002292</c:v>
                </c:pt>
                <c:pt idx="4597">
                  <c:v>180.27118146492427</c:v>
                </c:pt>
                <c:pt idx="4598">
                  <c:v>217.04444695147652</c:v>
                </c:pt>
                <c:pt idx="4599">
                  <c:v>131.8914750091348</c:v>
                </c:pt>
                <c:pt idx="4600">
                  <c:v>114.80825655589793</c:v>
                </c:pt>
                <c:pt idx="4601">
                  <c:v>219.9020745717912</c:v>
                </c:pt>
                <c:pt idx="4602">
                  <c:v>173.75155593695646</c:v>
                </c:pt>
                <c:pt idx="4603">
                  <c:v>141.71930272463507</c:v>
                </c:pt>
                <c:pt idx="4604">
                  <c:v>122.42586687055501</c:v>
                </c:pt>
                <c:pt idx="4605">
                  <c:v>236.59077000197053</c:v>
                </c:pt>
                <c:pt idx="4606">
                  <c:v>207.37047269188096</c:v>
                </c:pt>
                <c:pt idx="4607">
                  <c:v>236.29098310319262</c:v>
                </c:pt>
                <c:pt idx="4608">
                  <c:v>110.79555309378632</c:v>
                </c:pt>
                <c:pt idx="4609">
                  <c:v>156.53101044792064</c:v>
                </c:pt>
                <c:pt idx="4610">
                  <c:v>199.0940155249372</c:v>
                </c:pt>
                <c:pt idx="4611">
                  <c:v>124.99376513620486</c:v>
                </c:pt>
                <c:pt idx="4612">
                  <c:v>169.68520699896806</c:v>
                </c:pt>
                <c:pt idx="4613">
                  <c:v>87.7059913166473</c:v>
                </c:pt>
                <c:pt idx="4614">
                  <c:v>218.88007179428652</c:v>
                </c:pt>
                <c:pt idx="4615">
                  <c:v>176.54591384177746</c:v>
                </c:pt>
                <c:pt idx="4616">
                  <c:v>112.53056701946957</c:v>
                </c:pt>
                <c:pt idx="4617">
                  <c:v>193.29636656355424</c:v>
                </c:pt>
                <c:pt idx="4618">
                  <c:v>161.1489291603113</c:v>
                </c:pt>
                <c:pt idx="4619">
                  <c:v>101.02704419113866</c:v>
                </c:pt>
                <c:pt idx="4620">
                  <c:v>216.05307584189936</c:v>
                </c:pt>
                <c:pt idx="4621">
                  <c:v>207.70137376437077</c:v>
                </c:pt>
                <c:pt idx="4622">
                  <c:v>188.9292046272457</c:v>
                </c:pt>
                <c:pt idx="4623">
                  <c:v>106.2598182688072</c:v>
                </c:pt>
                <c:pt idx="4624">
                  <c:v>212.6250311651592</c:v>
                </c:pt>
                <c:pt idx="4625">
                  <c:v>112.53646032122143</c:v>
                </c:pt>
                <c:pt idx="4626">
                  <c:v>132.64675202894475</c:v>
                </c:pt>
                <c:pt idx="4627">
                  <c:v>170.53265074026714</c:v>
                </c:pt>
                <c:pt idx="4628">
                  <c:v>209.2969649115944</c:v>
                </c:pt>
                <c:pt idx="4629">
                  <c:v>183.91300010396512</c:v>
                </c:pt>
                <c:pt idx="4630">
                  <c:v>204.55756270638201</c:v>
                </c:pt>
                <c:pt idx="4631">
                  <c:v>188.12613779554937</c:v>
                </c:pt>
                <c:pt idx="4632">
                  <c:v>234.31075919701726</c:v>
                </c:pt>
                <c:pt idx="4633">
                  <c:v>133.3060183937676</c:v>
                </c:pt>
                <c:pt idx="4634">
                  <c:v>160.32359556049465</c:v>
                </c:pt>
                <c:pt idx="4635">
                  <c:v>232.8029294879838</c:v>
                </c:pt>
                <c:pt idx="4636">
                  <c:v>195.24128731685877</c:v>
                </c:pt>
                <c:pt idx="4637">
                  <c:v>134.8135680462132</c:v>
                </c:pt>
                <c:pt idx="4638">
                  <c:v>150.95257873141855</c:v>
                </c:pt>
                <c:pt idx="4639">
                  <c:v>204.63434651350852</c:v>
                </c:pt>
                <c:pt idx="4640">
                  <c:v>233.61400034500184</c:v>
                </c:pt>
                <c:pt idx="4641">
                  <c:v>135.21436276604624</c:v>
                </c:pt>
                <c:pt idx="4642">
                  <c:v>228.1039579088705</c:v>
                </c:pt>
                <c:pt idx="4643">
                  <c:v>105.69258224968794</c:v>
                </c:pt>
                <c:pt idx="4644">
                  <c:v>84.21215712198322</c:v>
                </c:pt>
                <c:pt idx="4645">
                  <c:v>143.4714151303029</c:v>
                </c:pt>
                <c:pt idx="4646">
                  <c:v>126.56157628813001</c:v>
                </c:pt>
                <c:pt idx="4647">
                  <c:v>125.27079859489999</c:v>
                </c:pt>
                <c:pt idx="4648">
                  <c:v>134.5436078224655</c:v>
                </c:pt>
                <c:pt idx="4649">
                  <c:v>123.66303907139061</c:v>
                </c:pt>
                <c:pt idx="4650">
                  <c:v>85.01458280696205</c:v>
                </c:pt>
                <c:pt idx="4651">
                  <c:v>247.06825738000694</c:v>
                </c:pt>
                <c:pt idx="4652">
                  <c:v>128.2337863519099</c:v>
                </c:pt>
                <c:pt idx="4653">
                  <c:v>185.9429759260066</c:v>
                </c:pt>
                <c:pt idx="4654">
                  <c:v>224.30029715248176</c:v>
                </c:pt>
                <c:pt idx="4655">
                  <c:v>227.26501547747728</c:v>
                </c:pt>
                <c:pt idx="4656">
                  <c:v>90.56574461857983</c:v>
                </c:pt>
                <c:pt idx="4657">
                  <c:v>195.46154701338514</c:v>
                </c:pt>
                <c:pt idx="4658">
                  <c:v>194.86841513857652</c:v>
                </c:pt>
                <c:pt idx="4659">
                  <c:v>196.26456758308194</c:v>
                </c:pt>
                <c:pt idx="4660">
                  <c:v>191.3607970240623</c:v>
                </c:pt>
                <c:pt idx="4661">
                  <c:v>210.1675602082036</c:v>
                </c:pt>
                <c:pt idx="4662">
                  <c:v>131.70821018068688</c:v>
                </c:pt>
                <c:pt idx="4663">
                  <c:v>179.09399598498916</c:v>
                </c:pt>
                <c:pt idx="4664">
                  <c:v>189.08012232375057</c:v>
                </c:pt>
                <c:pt idx="4665">
                  <c:v>225.50096971717332</c:v>
                </c:pt>
                <c:pt idx="4666">
                  <c:v>231.2750137882875</c:v>
                </c:pt>
                <c:pt idx="4667">
                  <c:v>108.19564865920599</c:v>
                </c:pt>
                <c:pt idx="4668">
                  <c:v>148.3846344527151</c:v>
                </c:pt>
                <c:pt idx="4669">
                  <c:v>89.37446144078793</c:v>
                </c:pt>
                <c:pt idx="4670">
                  <c:v>65.00158740555588</c:v>
                </c:pt>
                <c:pt idx="4671">
                  <c:v>104.90119695252677</c:v>
                </c:pt>
                <c:pt idx="4672">
                  <c:v>116.90304806644579</c:v>
                </c:pt>
                <c:pt idx="4673">
                  <c:v>210.50847410325494</c:v>
                </c:pt>
                <c:pt idx="4674">
                  <c:v>78.59874652008111</c:v>
                </c:pt>
                <c:pt idx="4675">
                  <c:v>86.73738253507076</c:v>
                </c:pt>
                <c:pt idx="4676">
                  <c:v>229.82833580799348</c:v>
                </c:pt>
                <c:pt idx="4677">
                  <c:v>221.17325004896134</c:v>
                </c:pt>
                <c:pt idx="4678">
                  <c:v>228.47674986673113</c:v>
                </c:pt>
                <c:pt idx="4679">
                  <c:v>221.76206878770822</c:v>
                </c:pt>
                <c:pt idx="4680">
                  <c:v>191.6766226500415</c:v>
                </c:pt>
                <c:pt idx="4681">
                  <c:v>110.16345013251785</c:v>
                </c:pt>
                <c:pt idx="4682">
                  <c:v>236.78584235532918</c:v>
                </c:pt>
                <c:pt idx="4683">
                  <c:v>129.0591502795158</c:v>
                </c:pt>
                <c:pt idx="4684">
                  <c:v>122.11569016304888</c:v>
                </c:pt>
                <c:pt idx="4685">
                  <c:v>213.52030676297085</c:v>
                </c:pt>
                <c:pt idx="4686">
                  <c:v>100.20848105049176</c:v>
                </c:pt>
                <c:pt idx="4687">
                  <c:v>138.25347340653687</c:v>
                </c:pt>
                <c:pt idx="4688">
                  <c:v>157.33292504243053</c:v>
                </c:pt>
                <c:pt idx="4689">
                  <c:v>191.24717512620782</c:v>
                </c:pt>
                <c:pt idx="4690">
                  <c:v>194.1808634317438</c:v>
                </c:pt>
                <c:pt idx="4691">
                  <c:v>220.51500425410129</c:v>
                </c:pt>
                <c:pt idx="4692">
                  <c:v>86.77442112383675</c:v>
                </c:pt>
                <c:pt idx="4693">
                  <c:v>99.74006916287193</c:v>
                </c:pt>
                <c:pt idx="4694">
                  <c:v>219.13936570136954</c:v>
                </c:pt>
                <c:pt idx="4695">
                  <c:v>209.0626481368304</c:v>
                </c:pt>
                <c:pt idx="4696">
                  <c:v>112.08664317802325</c:v>
                </c:pt>
                <c:pt idx="4697">
                  <c:v>199.51765201906696</c:v>
                </c:pt>
                <c:pt idx="4698">
                  <c:v>139.08213126799853</c:v>
                </c:pt>
                <c:pt idx="4699">
                  <c:v>169.7760355672368</c:v>
                </c:pt>
                <c:pt idx="4700">
                  <c:v>84.3887094870295</c:v>
                </c:pt>
                <c:pt idx="4701">
                  <c:v>185.54351423145948</c:v>
                </c:pt>
                <c:pt idx="4702">
                  <c:v>230.01080687184532</c:v>
                </c:pt>
                <c:pt idx="4703">
                  <c:v>110.08870184127171</c:v>
                </c:pt>
                <c:pt idx="4704">
                  <c:v>236.13586376066573</c:v>
                </c:pt>
                <c:pt idx="4705">
                  <c:v>142.4723247820607</c:v>
                </c:pt>
                <c:pt idx="4706">
                  <c:v>193.12526726167164</c:v>
                </c:pt>
                <c:pt idx="4707">
                  <c:v>106.14707846911766</c:v>
                </c:pt>
                <c:pt idx="4708">
                  <c:v>131.44779463807728</c:v>
                </c:pt>
                <c:pt idx="4709">
                  <c:v>88.1937460098619</c:v>
                </c:pt>
                <c:pt idx="4710">
                  <c:v>192.52075551044626</c:v>
                </c:pt>
                <c:pt idx="4711">
                  <c:v>206.75752702752618</c:v>
                </c:pt>
                <c:pt idx="4712">
                  <c:v>189.19710848971562</c:v>
                </c:pt>
                <c:pt idx="4713">
                  <c:v>127.74200765104406</c:v>
                </c:pt>
                <c:pt idx="4714">
                  <c:v>98.46373068016821</c:v>
                </c:pt>
                <c:pt idx="4715">
                  <c:v>113.1664126955792</c:v>
                </c:pt>
                <c:pt idx="4716">
                  <c:v>142.34365750045808</c:v>
                </c:pt>
                <c:pt idx="4717">
                  <c:v>233.59363711409398</c:v>
                </c:pt>
                <c:pt idx="4718">
                  <c:v>113.0545811087284</c:v>
                </c:pt>
                <c:pt idx="4719">
                  <c:v>216.48231535449312</c:v>
                </c:pt>
                <c:pt idx="4720">
                  <c:v>220.22212167627922</c:v>
                </c:pt>
                <c:pt idx="4721">
                  <c:v>145.63467246527327</c:v>
                </c:pt>
                <c:pt idx="4722">
                  <c:v>194.7092270466482</c:v>
                </c:pt>
                <c:pt idx="4723">
                  <c:v>196.98127247391486</c:v>
                </c:pt>
                <c:pt idx="4724">
                  <c:v>211.45684437305127</c:v>
                </c:pt>
                <c:pt idx="4725">
                  <c:v>183.3457356077917</c:v>
                </c:pt>
                <c:pt idx="4726">
                  <c:v>187.88844130927998</c:v>
                </c:pt>
                <c:pt idx="4727">
                  <c:v>134.27133209543842</c:v>
                </c:pt>
                <c:pt idx="4728">
                  <c:v>132.34159559750077</c:v>
                </c:pt>
                <c:pt idx="4729">
                  <c:v>134.15761115785966</c:v>
                </c:pt>
                <c:pt idx="4730">
                  <c:v>224.4100288205641</c:v>
                </c:pt>
                <c:pt idx="4731">
                  <c:v>79.7065340119055</c:v>
                </c:pt>
                <c:pt idx="4732">
                  <c:v>218.04047409369505</c:v>
                </c:pt>
                <c:pt idx="4733">
                  <c:v>234.2699738566429</c:v>
                </c:pt>
                <c:pt idx="4734">
                  <c:v>117.81400672554912</c:v>
                </c:pt>
                <c:pt idx="4735">
                  <c:v>104.72657422760248</c:v>
                </c:pt>
                <c:pt idx="4736">
                  <c:v>233.19217363052064</c:v>
                </c:pt>
                <c:pt idx="4737">
                  <c:v>196.13399428762614</c:v>
                </c:pt>
                <c:pt idx="4738">
                  <c:v>208.91237582075217</c:v>
                </c:pt>
                <c:pt idx="4739">
                  <c:v>109.18674996086308</c:v>
                </c:pt>
                <c:pt idx="4740">
                  <c:v>140.34390774215538</c:v>
                </c:pt>
                <c:pt idx="4741">
                  <c:v>108.88760273788992</c:v>
                </c:pt>
                <c:pt idx="4742">
                  <c:v>194.26783118162862</c:v>
                </c:pt>
                <c:pt idx="4743">
                  <c:v>220.06242101812984</c:v>
                </c:pt>
                <c:pt idx="4744">
                  <c:v>206.04637382820638</c:v>
                </c:pt>
                <c:pt idx="4745">
                  <c:v>124.851763077346</c:v>
                </c:pt>
                <c:pt idx="4746">
                  <c:v>197.1525936086601</c:v>
                </c:pt>
                <c:pt idx="4747">
                  <c:v>198.46543881087604</c:v>
                </c:pt>
                <c:pt idx="4748">
                  <c:v>134.7317286269274</c:v>
                </c:pt>
                <c:pt idx="4749">
                  <c:v>134.594910861422</c:v>
                </c:pt>
                <c:pt idx="4750">
                  <c:v>239.7994150735347</c:v>
                </c:pt>
                <c:pt idx="4751">
                  <c:v>100.8999889989909</c:v>
                </c:pt>
                <c:pt idx="4752">
                  <c:v>216.08342056724405</c:v>
                </c:pt>
                <c:pt idx="4753">
                  <c:v>210.8206674138119</c:v>
                </c:pt>
                <c:pt idx="4754">
                  <c:v>107.58289031021937</c:v>
                </c:pt>
                <c:pt idx="4755">
                  <c:v>132.46073579779934</c:v>
                </c:pt>
                <c:pt idx="4756">
                  <c:v>171.45673951290337</c:v>
                </c:pt>
                <c:pt idx="4757">
                  <c:v>179.69437081710805</c:v>
                </c:pt>
                <c:pt idx="4758">
                  <c:v>234.62529732158634</c:v>
                </c:pt>
                <c:pt idx="4759">
                  <c:v>227.7719616967814</c:v>
                </c:pt>
                <c:pt idx="4760">
                  <c:v>111.32476997782894</c:v>
                </c:pt>
                <c:pt idx="4761">
                  <c:v>154.85861621534997</c:v>
                </c:pt>
                <c:pt idx="4762">
                  <c:v>144.93619282423631</c:v>
                </c:pt>
                <c:pt idx="4763">
                  <c:v>187.21969974028997</c:v>
                </c:pt>
                <c:pt idx="4764">
                  <c:v>96.15869339545404</c:v>
                </c:pt>
                <c:pt idx="4765">
                  <c:v>102.00670810308611</c:v>
                </c:pt>
                <c:pt idx="4766">
                  <c:v>192.23976219265782</c:v>
                </c:pt>
                <c:pt idx="4767">
                  <c:v>238.3370101487011</c:v>
                </c:pt>
                <c:pt idx="4768">
                  <c:v>239.70572584868273</c:v>
                </c:pt>
                <c:pt idx="4769">
                  <c:v>195.81172770634157</c:v>
                </c:pt>
                <c:pt idx="4770">
                  <c:v>102.58893642357374</c:v>
                </c:pt>
                <c:pt idx="4771">
                  <c:v>126.47909009562325</c:v>
                </c:pt>
                <c:pt idx="4772">
                  <c:v>197.76807653151914</c:v>
                </c:pt>
                <c:pt idx="4773">
                  <c:v>114.64045256380489</c:v>
                </c:pt>
                <c:pt idx="4774">
                  <c:v>162.07390562758692</c:v>
                </c:pt>
                <c:pt idx="4775">
                  <c:v>82.27563607005473</c:v>
                </c:pt>
                <c:pt idx="4776">
                  <c:v>202.93250901178817</c:v>
                </c:pt>
                <c:pt idx="4777">
                  <c:v>206.71986081950607</c:v>
                </c:pt>
                <c:pt idx="4778">
                  <c:v>110.47371272856576</c:v>
                </c:pt>
                <c:pt idx="4779">
                  <c:v>190.1315127792062</c:v>
                </c:pt>
                <c:pt idx="4780">
                  <c:v>184.2719799521377</c:v>
                </c:pt>
                <c:pt idx="4781">
                  <c:v>222.81587880158628</c:v>
                </c:pt>
                <c:pt idx="4782">
                  <c:v>114.85342938467006</c:v>
                </c:pt>
                <c:pt idx="4783">
                  <c:v>176.64748604985346</c:v>
                </c:pt>
                <c:pt idx="4784">
                  <c:v>141.69107949143276</c:v>
                </c:pt>
                <c:pt idx="4785">
                  <c:v>148.69840605870593</c:v>
                </c:pt>
                <c:pt idx="4786">
                  <c:v>182.63061990016234</c:v>
                </c:pt>
                <c:pt idx="4787">
                  <c:v>109.56749230594798</c:v>
                </c:pt>
                <c:pt idx="4788">
                  <c:v>192.32144652283944</c:v>
                </c:pt>
                <c:pt idx="4789">
                  <c:v>188.03102091651124</c:v>
                </c:pt>
                <c:pt idx="4790">
                  <c:v>97.62505714000272</c:v>
                </c:pt>
                <c:pt idx="4791">
                  <c:v>234.71125461601792</c:v>
                </c:pt>
                <c:pt idx="4792">
                  <c:v>117.25154888023242</c:v>
                </c:pt>
                <c:pt idx="4793">
                  <c:v>144.16931435613017</c:v>
                </c:pt>
                <c:pt idx="4794">
                  <c:v>125.32666055775638</c:v>
                </c:pt>
                <c:pt idx="4795">
                  <c:v>181.22098305977389</c:v>
                </c:pt>
                <c:pt idx="4796">
                  <c:v>155.85886135798253</c:v>
                </c:pt>
                <c:pt idx="4797">
                  <c:v>221.98215668409995</c:v>
                </c:pt>
                <c:pt idx="4798">
                  <c:v>196.01184266798919</c:v>
                </c:pt>
                <c:pt idx="4799">
                  <c:v>176.16426357775353</c:v>
                </c:pt>
                <c:pt idx="4800">
                  <c:v>222.40631127375508</c:v>
                </c:pt>
                <c:pt idx="4801">
                  <c:v>195.7098326049319</c:v>
                </c:pt>
                <c:pt idx="4802">
                  <c:v>96.97493595165709</c:v>
                </c:pt>
                <c:pt idx="4803">
                  <c:v>141.057925238568</c:v>
                </c:pt>
                <c:pt idx="4804">
                  <c:v>239.49065607021467</c:v>
                </c:pt>
                <c:pt idx="4805">
                  <c:v>110.14354243111023</c:v>
                </c:pt>
                <c:pt idx="4806">
                  <c:v>152.84591557978092</c:v>
                </c:pt>
                <c:pt idx="4807">
                  <c:v>213.7827548271676</c:v>
                </c:pt>
                <c:pt idx="4808">
                  <c:v>97.88240034848914</c:v>
                </c:pt>
                <c:pt idx="4809">
                  <c:v>185.81913090638997</c:v>
                </c:pt>
                <c:pt idx="4810">
                  <c:v>174.7629090879054</c:v>
                </c:pt>
                <c:pt idx="4811">
                  <c:v>147.39894197757303</c:v>
                </c:pt>
                <c:pt idx="4812">
                  <c:v>108.29049963931746</c:v>
                </c:pt>
                <c:pt idx="4813">
                  <c:v>78.70874698417236</c:v>
                </c:pt>
                <c:pt idx="4814">
                  <c:v>175.93321807728924</c:v>
                </c:pt>
                <c:pt idx="4815">
                  <c:v>215.36830811932964</c:v>
                </c:pt>
                <c:pt idx="4816">
                  <c:v>206.8489461779969</c:v>
                </c:pt>
                <c:pt idx="4817">
                  <c:v>176.3236448038058</c:v>
                </c:pt>
                <c:pt idx="4818">
                  <c:v>106.04667826693007</c:v>
                </c:pt>
                <c:pt idx="4819">
                  <c:v>190.32134874171916</c:v>
                </c:pt>
                <c:pt idx="4820">
                  <c:v>136.62995491556728</c:v>
                </c:pt>
                <c:pt idx="4821">
                  <c:v>196.9679343008355</c:v>
                </c:pt>
                <c:pt idx="4822">
                  <c:v>211.36344156824507</c:v>
                </c:pt>
                <c:pt idx="4823">
                  <c:v>190.39565331773133</c:v>
                </c:pt>
                <c:pt idx="4824">
                  <c:v>225.7248864201123</c:v>
                </c:pt>
                <c:pt idx="4825">
                  <c:v>93.72659386453675</c:v>
                </c:pt>
                <c:pt idx="4826">
                  <c:v>216.94957985354847</c:v>
                </c:pt>
                <c:pt idx="4827">
                  <c:v>94.12087653009993</c:v>
                </c:pt>
                <c:pt idx="4828">
                  <c:v>101.47895304099491</c:v>
                </c:pt>
                <c:pt idx="4829">
                  <c:v>127.99676593278406</c:v>
                </c:pt>
                <c:pt idx="4830">
                  <c:v>96.57959491453583</c:v>
                </c:pt>
                <c:pt idx="4831">
                  <c:v>142.99026609220329</c:v>
                </c:pt>
                <c:pt idx="4832">
                  <c:v>214.99755427072418</c:v>
                </c:pt>
                <c:pt idx="4833">
                  <c:v>175.40115417158955</c:v>
                </c:pt>
                <c:pt idx="4834">
                  <c:v>75.97530380128427</c:v>
                </c:pt>
                <c:pt idx="4835">
                  <c:v>120.43326716118881</c:v>
                </c:pt>
                <c:pt idx="4836">
                  <c:v>84.436133214875</c:v>
                </c:pt>
                <c:pt idx="4837">
                  <c:v>93.40987067144195</c:v>
                </c:pt>
                <c:pt idx="4838">
                  <c:v>100.48311377795758</c:v>
                </c:pt>
                <c:pt idx="4839">
                  <c:v>109.80496310944116</c:v>
                </c:pt>
                <c:pt idx="4840">
                  <c:v>195.0696369584748</c:v>
                </c:pt>
                <c:pt idx="4841">
                  <c:v>232.09652715707728</c:v>
                </c:pt>
                <c:pt idx="4842">
                  <c:v>123.88219359317657</c:v>
                </c:pt>
                <c:pt idx="4843">
                  <c:v>163.41712905166574</c:v>
                </c:pt>
                <c:pt idx="4844">
                  <c:v>211.23981806686788</c:v>
                </c:pt>
                <c:pt idx="4845">
                  <c:v>125.73301153519047</c:v>
                </c:pt>
                <c:pt idx="4846">
                  <c:v>102.88267945054369</c:v>
                </c:pt>
                <c:pt idx="4847">
                  <c:v>192.34502860401452</c:v>
                </c:pt>
                <c:pt idx="4848">
                  <c:v>82.34253705781717</c:v>
                </c:pt>
                <c:pt idx="4849">
                  <c:v>167.71686074094103</c:v>
                </c:pt>
                <c:pt idx="4850">
                  <c:v>212.83687841715323</c:v>
                </c:pt>
                <c:pt idx="4851">
                  <c:v>127.78791402185067</c:v>
                </c:pt>
                <c:pt idx="4852">
                  <c:v>128.34569634237224</c:v>
                </c:pt>
                <c:pt idx="4853">
                  <c:v>176.8007853341556</c:v>
                </c:pt>
                <c:pt idx="4854">
                  <c:v>105.4900971320755</c:v>
                </c:pt>
                <c:pt idx="4855">
                  <c:v>116.24416584861669</c:v>
                </c:pt>
                <c:pt idx="4856">
                  <c:v>183.92582285689704</c:v>
                </c:pt>
                <c:pt idx="4857">
                  <c:v>146.01662810474897</c:v>
                </c:pt>
                <c:pt idx="4858">
                  <c:v>79.85427039251316</c:v>
                </c:pt>
                <c:pt idx="4859">
                  <c:v>198.20654712117386</c:v>
                </c:pt>
                <c:pt idx="4860">
                  <c:v>131.89621962129985</c:v>
                </c:pt>
                <c:pt idx="4861">
                  <c:v>188.90834870601432</c:v>
                </c:pt>
                <c:pt idx="4862">
                  <c:v>186.98883266167758</c:v>
                </c:pt>
                <c:pt idx="4863">
                  <c:v>143.69389176013792</c:v>
                </c:pt>
                <c:pt idx="4864">
                  <c:v>143.27571680264148</c:v>
                </c:pt>
                <c:pt idx="4865">
                  <c:v>181.54500636880587</c:v>
                </c:pt>
                <c:pt idx="4866">
                  <c:v>171.43210942419327</c:v>
                </c:pt>
                <c:pt idx="4867">
                  <c:v>192.17837445981934</c:v>
                </c:pt>
                <c:pt idx="4868">
                  <c:v>104.89258250954286</c:v>
                </c:pt>
                <c:pt idx="4869">
                  <c:v>131.71578191136481</c:v>
                </c:pt>
                <c:pt idx="4870">
                  <c:v>107.82325930027216</c:v>
                </c:pt>
                <c:pt idx="4871">
                  <c:v>189.47727851315472</c:v>
                </c:pt>
                <c:pt idx="4872">
                  <c:v>188.8408673558305</c:v>
                </c:pt>
                <c:pt idx="4873">
                  <c:v>99.44776946269191</c:v>
                </c:pt>
                <c:pt idx="4874">
                  <c:v>96.95841956827566</c:v>
                </c:pt>
                <c:pt idx="4875">
                  <c:v>180.6147750919667</c:v>
                </c:pt>
                <c:pt idx="4876">
                  <c:v>150.51144226832182</c:v>
                </c:pt>
                <c:pt idx="4877">
                  <c:v>107.62832604110582</c:v>
                </c:pt>
                <c:pt idx="4878">
                  <c:v>194.17460389662244</c:v>
                </c:pt>
                <c:pt idx="4879">
                  <c:v>90.26730984149106</c:v>
                </c:pt>
                <c:pt idx="4880">
                  <c:v>137.98146932058205</c:v>
                </c:pt>
                <c:pt idx="4881">
                  <c:v>128.52497967562547</c:v>
                </c:pt>
                <c:pt idx="4882">
                  <c:v>102.97097433962628</c:v>
                </c:pt>
                <c:pt idx="4883">
                  <c:v>165.30979403188547</c:v>
                </c:pt>
                <c:pt idx="4884">
                  <c:v>192.1173132152041</c:v>
                </c:pt>
                <c:pt idx="4885">
                  <c:v>167.21598208007208</c:v>
                </c:pt>
                <c:pt idx="4886">
                  <c:v>167.2451836502878</c:v>
                </c:pt>
                <c:pt idx="4887">
                  <c:v>105.35929109734664</c:v>
                </c:pt>
                <c:pt idx="4888">
                  <c:v>205.94833588155373</c:v>
                </c:pt>
                <c:pt idx="4889">
                  <c:v>135.39975903204356</c:v>
                </c:pt>
                <c:pt idx="4890">
                  <c:v>74.83121624692215</c:v>
                </c:pt>
                <c:pt idx="4891">
                  <c:v>178.10414142557659</c:v>
                </c:pt>
                <c:pt idx="4892">
                  <c:v>114.97781315661497</c:v>
                </c:pt>
                <c:pt idx="4893">
                  <c:v>101.96268242653076</c:v>
                </c:pt>
                <c:pt idx="4894">
                  <c:v>147.94735638385825</c:v>
                </c:pt>
                <c:pt idx="4895">
                  <c:v>106.39586514477753</c:v>
                </c:pt>
                <c:pt idx="4896">
                  <c:v>173.68135343249105</c:v>
                </c:pt>
                <c:pt idx="4897">
                  <c:v>124.07698054219318</c:v>
                </c:pt>
                <c:pt idx="4898">
                  <c:v>180.06363867073745</c:v>
                </c:pt>
                <c:pt idx="4899">
                  <c:v>101.02788041543819</c:v>
                </c:pt>
                <c:pt idx="4900">
                  <c:v>135.6633368570837</c:v>
                </c:pt>
                <c:pt idx="4901">
                  <c:v>159.2842925487915</c:v>
                </c:pt>
                <c:pt idx="4902">
                  <c:v>188.60965686896023</c:v>
                </c:pt>
                <c:pt idx="4903">
                  <c:v>160.93553776480766</c:v>
                </c:pt>
                <c:pt idx="4904">
                  <c:v>131.88907098680835</c:v>
                </c:pt>
                <c:pt idx="4905">
                  <c:v>191.80955462377494</c:v>
                </c:pt>
                <c:pt idx="4906">
                  <c:v>182.76039300548948</c:v>
                </c:pt>
                <c:pt idx="4907">
                  <c:v>217.05517743193337</c:v>
                </c:pt>
                <c:pt idx="4908">
                  <c:v>189.0427456484943</c:v>
                </c:pt>
                <c:pt idx="4909">
                  <c:v>65.4390345652191</c:v>
                </c:pt>
                <c:pt idx="4910">
                  <c:v>85.69920260775105</c:v>
                </c:pt>
                <c:pt idx="4911">
                  <c:v>171.17512227583435</c:v>
                </c:pt>
                <c:pt idx="4912">
                  <c:v>112.99483105771259</c:v>
                </c:pt>
                <c:pt idx="4913">
                  <c:v>119.75185861310659</c:v>
                </c:pt>
                <c:pt idx="4914">
                  <c:v>197.6025380784348</c:v>
                </c:pt>
                <c:pt idx="4915">
                  <c:v>157.67596045337638</c:v>
                </c:pt>
                <c:pt idx="4916">
                  <c:v>221.6430109218669</c:v>
                </c:pt>
                <c:pt idx="4917">
                  <c:v>171.55055596210457</c:v>
                </c:pt>
                <c:pt idx="4918">
                  <c:v>158.65860379229406</c:v>
                </c:pt>
                <c:pt idx="4919">
                  <c:v>97.73868330591996</c:v>
                </c:pt>
                <c:pt idx="4920">
                  <c:v>140.86544289701436</c:v>
                </c:pt>
                <c:pt idx="4921">
                  <c:v>104.68859166933645</c:v>
                </c:pt>
                <c:pt idx="4922">
                  <c:v>132.63346630516972</c:v>
                </c:pt>
                <c:pt idx="4923">
                  <c:v>184.44037482998544</c:v>
                </c:pt>
                <c:pt idx="4924">
                  <c:v>134.71346097635725</c:v>
                </c:pt>
                <c:pt idx="4925">
                  <c:v>122.70013449394149</c:v>
                </c:pt>
                <c:pt idx="4926">
                  <c:v>135.0677117670899</c:v>
                </c:pt>
                <c:pt idx="4927">
                  <c:v>101.20899758216119</c:v>
                </c:pt>
                <c:pt idx="4928">
                  <c:v>113.76284653963172</c:v>
                </c:pt>
                <c:pt idx="4929">
                  <c:v>102.2891386748788</c:v>
                </c:pt>
                <c:pt idx="4930">
                  <c:v>121.30578567603496</c:v>
                </c:pt>
                <c:pt idx="4931">
                  <c:v>84.60849385042174</c:v>
                </c:pt>
                <c:pt idx="4932">
                  <c:v>135.69498513964436</c:v>
                </c:pt>
                <c:pt idx="4933">
                  <c:v>201.4407404418646</c:v>
                </c:pt>
                <c:pt idx="4934">
                  <c:v>126.47088463915432</c:v>
                </c:pt>
                <c:pt idx="4935">
                  <c:v>100.35137160305852</c:v>
                </c:pt>
                <c:pt idx="4936">
                  <c:v>164.54665499866792</c:v>
                </c:pt>
                <c:pt idx="4937">
                  <c:v>109.99477613742357</c:v>
                </c:pt>
                <c:pt idx="4938">
                  <c:v>186.7779439615746</c:v>
                </c:pt>
                <c:pt idx="4939">
                  <c:v>166.82301427248078</c:v>
                </c:pt>
                <c:pt idx="4940">
                  <c:v>170.72390578865563</c:v>
                </c:pt>
                <c:pt idx="4941">
                  <c:v>153.1141139997674</c:v>
                </c:pt>
                <c:pt idx="4942">
                  <c:v>111.43995050218938</c:v>
                </c:pt>
                <c:pt idx="4943">
                  <c:v>155.9982956404764</c:v>
                </c:pt>
                <c:pt idx="4944">
                  <c:v>126.82791023885797</c:v>
                </c:pt>
                <c:pt idx="4945">
                  <c:v>230.75117849414667</c:v>
                </c:pt>
                <c:pt idx="4946">
                  <c:v>160.90508191396552</c:v>
                </c:pt>
                <c:pt idx="4947">
                  <c:v>81.26018065849937</c:v>
                </c:pt>
                <c:pt idx="4948">
                  <c:v>116.54072969097496</c:v>
                </c:pt>
                <c:pt idx="4949">
                  <c:v>189.89089266567956</c:v>
                </c:pt>
                <c:pt idx="4950">
                  <c:v>170.3777346500369</c:v>
                </c:pt>
                <c:pt idx="4951">
                  <c:v>118.07589919233651</c:v>
                </c:pt>
                <c:pt idx="4952">
                  <c:v>206.6522843514009</c:v>
                </c:pt>
                <c:pt idx="4953">
                  <c:v>171.1379194070914</c:v>
                </c:pt>
                <c:pt idx="4954">
                  <c:v>185.42927528037836</c:v>
                </c:pt>
                <c:pt idx="4955">
                  <c:v>105.57203142791917</c:v>
                </c:pt>
                <c:pt idx="4956">
                  <c:v>202.29809884353242</c:v>
                </c:pt>
                <c:pt idx="4957">
                  <c:v>121.85824965316722</c:v>
                </c:pt>
                <c:pt idx="4958">
                  <c:v>161.5133486772015</c:v>
                </c:pt>
                <c:pt idx="4959">
                  <c:v>167.81936779483192</c:v>
                </c:pt>
                <c:pt idx="4960">
                  <c:v>106.4173943437854</c:v>
                </c:pt>
                <c:pt idx="4961">
                  <c:v>167.6094972164072</c:v>
                </c:pt>
                <c:pt idx="4962">
                  <c:v>139.38102717738573</c:v>
                </c:pt>
                <c:pt idx="4963">
                  <c:v>137.58961056952722</c:v>
                </c:pt>
                <c:pt idx="4964">
                  <c:v>215.84576304223842</c:v>
                </c:pt>
                <c:pt idx="4965">
                  <c:v>178.0325459552834</c:v>
                </c:pt>
                <c:pt idx="4966">
                  <c:v>74.42777053206798</c:v>
                </c:pt>
                <c:pt idx="4967">
                  <c:v>222.91193946955295</c:v>
                </c:pt>
                <c:pt idx="4968">
                  <c:v>158.06385069581845</c:v>
                </c:pt>
                <c:pt idx="4969">
                  <c:v>82.03311137540453</c:v>
                </c:pt>
                <c:pt idx="4970">
                  <c:v>195.8494019528522</c:v>
                </c:pt>
                <c:pt idx="4971">
                  <c:v>108.81122649428413</c:v>
                </c:pt>
                <c:pt idx="4972">
                  <c:v>226.09070948604008</c:v>
                </c:pt>
                <c:pt idx="4973">
                  <c:v>140.7228006072818</c:v>
                </c:pt>
                <c:pt idx="4974">
                  <c:v>128.52313033041247</c:v>
                </c:pt>
                <c:pt idx="4975">
                  <c:v>193.72327539331363</c:v>
                </c:pt>
                <c:pt idx="4976">
                  <c:v>85.12209270971488</c:v>
                </c:pt>
                <c:pt idx="4977">
                  <c:v>205.60119978245658</c:v>
                </c:pt>
                <c:pt idx="4978">
                  <c:v>204.81638452835722</c:v>
                </c:pt>
                <c:pt idx="4979">
                  <c:v>208.1165863643062</c:v>
                </c:pt>
                <c:pt idx="4980">
                  <c:v>156.51560781307404</c:v>
                </c:pt>
                <c:pt idx="4981">
                  <c:v>142.78762148982509</c:v>
                </c:pt>
                <c:pt idx="4982">
                  <c:v>105.44138388375538</c:v>
                </c:pt>
                <c:pt idx="4983">
                  <c:v>186.84260137849608</c:v>
                </c:pt>
                <c:pt idx="4984">
                  <c:v>227.65178220228108</c:v>
                </c:pt>
                <c:pt idx="4985">
                  <c:v>169.48619745922392</c:v>
                </c:pt>
                <c:pt idx="4986">
                  <c:v>97.81920330060362</c:v>
                </c:pt>
                <c:pt idx="4987">
                  <c:v>102.42165853593899</c:v>
                </c:pt>
                <c:pt idx="4988">
                  <c:v>110.27955273861049</c:v>
                </c:pt>
                <c:pt idx="4989">
                  <c:v>190.42309402297712</c:v>
                </c:pt>
                <c:pt idx="4990">
                  <c:v>139.75080349961328</c:v>
                </c:pt>
                <c:pt idx="4991">
                  <c:v>182.487515700466</c:v>
                </c:pt>
                <c:pt idx="4992">
                  <c:v>194.99132890643787</c:v>
                </c:pt>
                <c:pt idx="4993">
                  <c:v>107.2478901405123</c:v>
                </c:pt>
                <c:pt idx="4994">
                  <c:v>163.41493926816207</c:v>
                </c:pt>
                <c:pt idx="4995">
                  <c:v>122.02300015550344</c:v>
                </c:pt>
                <c:pt idx="4996">
                  <c:v>146.6772828373244</c:v>
                </c:pt>
                <c:pt idx="4997">
                  <c:v>198.15799356595164</c:v>
                </c:pt>
                <c:pt idx="4998">
                  <c:v>177.8847608490727</c:v>
                </c:pt>
                <c:pt idx="4999">
                  <c:v>191.30169002415533</c:v>
                </c:pt>
                <c:pt idx="5000">
                  <c:v>87.97516926401202</c:v>
                </c:pt>
                <c:pt idx="5001">
                  <c:v>89.85508179947085</c:v>
                </c:pt>
                <c:pt idx="5002">
                  <c:v>227.09866427746826</c:v>
                </c:pt>
                <c:pt idx="5003">
                  <c:v>87.13774904525123</c:v>
                </c:pt>
                <c:pt idx="5004">
                  <c:v>115.88180736086785</c:v>
                </c:pt>
                <c:pt idx="5005">
                  <c:v>127.7689708086124</c:v>
                </c:pt>
                <c:pt idx="5006">
                  <c:v>212.29287127986348</c:v>
                </c:pt>
                <c:pt idx="5007">
                  <c:v>105.42839645879683</c:v>
                </c:pt>
                <c:pt idx="5008">
                  <c:v>178.29608698248097</c:v>
                </c:pt>
                <c:pt idx="5009">
                  <c:v>203.25849566749253</c:v>
                </c:pt>
                <c:pt idx="5010">
                  <c:v>106.01365677823547</c:v>
                </c:pt>
                <c:pt idx="5011">
                  <c:v>107.0702926532592</c:v>
                </c:pt>
                <c:pt idx="5012">
                  <c:v>131.05008781715352</c:v>
                </c:pt>
                <c:pt idx="5013">
                  <c:v>191.96165003655412</c:v>
                </c:pt>
                <c:pt idx="5014">
                  <c:v>114.27754385233952</c:v>
                </c:pt>
                <c:pt idx="5015">
                  <c:v>139.3178407244143</c:v>
                </c:pt>
                <c:pt idx="5016">
                  <c:v>96.1227544241935</c:v>
                </c:pt>
                <c:pt idx="5017">
                  <c:v>194.16516009965054</c:v>
                </c:pt>
                <c:pt idx="5018">
                  <c:v>141.83459882299843</c:v>
                </c:pt>
                <c:pt idx="5019">
                  <c:v>178.16800510991922</c:v>
                </c:pt>
                <c:pt idx="5020">
                  <c:v>181.0566252260653</c:v>
                </c:pt>
                <c:pt idx="5021">
                  <c:v>115.1093399035886</c:v>
                </c:pt>
                <c:pt idx="5022">
                  <c:v>216.75953174347097</c:v>
                </c:pt>
                <c:pt idx="5023">
                  <c:v>98.09953622718227</c:v>
                </c:pt>
                <c:pt idx="5024">
                  <c:v>213.4654656536005</c:v>
                </c:pt>
                <c:pt idx="5025">
                  <c:v>145.31394572434354</c:v>
                </c:pt>
                <c:pt idx="5026">
                  <c:v>193.84671570919838</c:v>
                </c:pt>
                <c:pt idx="5027">
                  <c:v>84.8446564681687</c:v>
                </c:pt>
                <c:pt idx="5028">
                  <c:v>124.93760616240647</c:v>
                </c:pt>
                <c:pt idx="5029">
                  <c:v>107.2907062308016</c:v>
                </c:pt>
                <c:pt idx="5030">
                  <c:v>133.65085373632596</c:v>
                </c:pt>
                <c:pt idx="5031">
                  <c:v>101.42313315545681</c:v>
                </c:pt>
                <c:pt idx="5032">
                  <c:v>133.75050233468653</c:v>
                </c:pt>
                <c:pt idx="5033">
                  <c:v>98.42061220876275</c:v>
                </c:pt>
                <c:pt idx="5034">
                  <c:v>139.96911934702993</c:v>
                </c:pt>
                <c:pt idx="5035">
                  <c:v>209.5284038369219</c:v>
                </c:pt>
                <c:pt idx="5036">
                  <c:v>172.39500169919822</c:v>
                </c:pt>
                <c:pt idx="5037">
                  <c:v>62.09688240414745</c:v>
                </c:pt>
                <c:pt idx="5038">
                  <c:v>98.14143387118605</c:v>
                </c:pt>
                <c:pt idx="5039">
                  <c:v>94.78192950246566</c:v>
                </c:pt>
                <c:pt idx="5040">
                  <c:v>208.5505856277043</c:v>
                </c:pt>
                <c:pt idx="5041">
                  <c:v>97.3418079101217</c:v>
                </c:pt>
                <c:pt idx="5042">
                  <c:v>201.00275097642736</c:v>
                </c:pt>
                <c:pt idx="5043">
                  <c:v>215.07439626381085</c:v>
                </c:pt>
                <c:pt idx="5044">
                  <c:v>191.48701866220333</c:v>
                </c:pt>
                <c:pt idx="5045">
                  <c:v>186.77226009805273</c:v>
                </c:pt>
                <c:pt idx="5046">
                  <c:v>191.28079508745074</c:v>
                </c:pt>
                <c:pt idx="5047">
                  <c:v>170.4735429244992</c:v>
                </c:pt>
                <c:pt idx="5048">
                  <c:v>177.80526830751063</c:v>
                </c:pt>
                <c:pt idx="5049">
                  <c:v>129.20148648191912</c:v>
                </c:pt>
                <c:pt idx="5050">
                  <c:v>149.42943997676</c:v>
                </c:pt>
                <c:pt idx="5051">
                  <c:v>131.8603592667327</c:v>
                </c:pt>
                <c:pt idx="5052">
                  <c:v>111.81073074424671</c:v>
                </c:pt>
                <c:pt idx="5053">
                  <c:v>184.09220142556194</c:v>
                </c:pt>
                <c:pt idx="5054">
                  <c:v>220.67934567461518</c:v>
                </c:pt>
                <c:pt idx="5055">
                  <c:v>109.93787680966166</c:v>
                </c:pt>
                <c:pt idx="5056">
                  <c:v>98.14315745533617</c:v>
                </c:pt>
                <c:pt idx="5057">
                  <c:v>100.0267036432001</c:v>
                </c:pt>
                <c:pt idx="5058">
                  <c:v>60.95390485466012</c:v>
                </c:pt>
                <c:pt idx="5059">
                  <c:v>130.336096205203</c:v>
                </c:pt>
                <c:pt idx="5060">
                  <c:v>131.56737517537667</c:v>
                </c:pt>
                <c:pt idx="5061">
                  <c:v>201.26396452644332</c:v>
                </c:pt>
                <c:pt idx="5062">
                  <c:v>75.53631262312328</c:v>
                </c:pt>
                <c:pt idx="5063">
                  <c:v>122.14409796016275</c:v>
                </c:pt>
                <c:pt idx="5064">
                  <c:v>209.53374838431634</c:v>
                </c:pt>
                <c:pt idx="5065">
                  <c:v>189.22347512662438</c:v>
                </c:pt>
                <c:pt idx="5066">
                  <c:v>94.68684610288203</c:v>
                </c:pt>
                <c:pt idx="5067">
                  <c:v>229.9753108723917</c:v>
                </c:pt>
                <c:pt idx="5068">
                  <c:v>228.41085166770867</c:v>
                </c:pt>
                <c:pt idx="5069">
                  <c:v>126.2336221151444</c:v>
                </c:pt>
                <c:pt idx="5070">
                  <c:v>111.28840045928449</c:v>
                </c:pt>
                <c:pt idx="5071">
                  <c:v>183.7489162069363</c:v>
                </c:pt>
                <c:pt idx="5072">
                  <c:v>187.2372182088997</c:v>
                </c:pt>
                <c:pt idx="5073">
                  <c:v>159.88034279124943</c:v>
                </c:pt>
                <c:pt idx="5074">
                  <c:v>213.49935049790125</c:v>
                </c:pt>
                <c:pt idx="5075">
                  <c:v>126.24953370587893</c:v>
                </c:pt>
                <c:pt idx="5076">
                  <c:v>119.33023713789875</c:v>
                </c:pt>
                <c:pt idx="5077">
                  <c:v>127.84813777553897</c:v>
                </c:pt>
                <c:pt idx="5078">
                  <c:v>197.8311944750015</c:v>
                </c:pt>
                <c:pt idx="5079">
                  <c:v>171.9178371835872</c:v>
                </c:pt>
                <c:pt idx="5080">
                  <c:v>180.92965656111258</c:v>
                </c:pt>
                <c:pt idx="5081">
                  <c:v>103.61139071695533</c:v>
                </c:pt>
                <c:pt idx="5082">
                  <c:v>129.74491916705182</c:v>
                </c:pt>
                <c:pt idx="5083">
                  <c:v>141.4250029243361</c:v>
                </c:pt>
                <c:pt idx="5084">
                  <c:v>186.69011045983007</c:v>
                </c:pt>
                <c:pt idx="5085">
                  <c:v>172.7438637395732</c:v>
                </c:pt>
                <c:pt idx="5086">
                  <c:v>96.12670042802097</c:v>
                </c:pt>
                <c:pt idx="5087">
                  <c:v>178.1825524215945</c:v>
                </c:pt>
                <c:pt idx="5088">
                  <c:v>90.12825002338208</c:v>
                </c:pt>
                <c:pt idx="5089">
                  <c:v>157.11586495103822</c:v>
                </c:pt>
                <c:pt idx="5090">
                  <c:v>76.14624912447239</c:v>
                </c:pt>
                <c:pt idx="5091">
                  <c:v>178.48321151108865</c:v>
                </c:pt>
                <c:pt idx="5092">
                  <c:v>99.4883937913381</c:v>
                </c:pt>
                <c:pt idx="5093">
                  <c:v>164.22453420059472</c:v>
                </c:pt>
                <c:pt idx="5094">
                  <c:v>170.48351481057057</c:v>
                </c:pt>
                <c:pt idx="5095">
                  <c:v>99.08014285539323</c:v>
                </c:pt>
                <c:pt idx="5096">
                  <c:v>130.57253088989688</c:v>
                </c:pt>
                <c:pt idx="5097">
                  <c:v>104.84742890085201</c:v>
                </c:pt>
                <c:pt idx="5098">
                  <c:v>116.05788856437039</c:v>
                </c:pt>
                <c:pt idx="5099">
                  <c:v>188.28899885593066</c:v>
                </c:pt>
                <c:pt idx="5100">
                  <c:v>171.89437693650817</c:v>
                </c:pt>
                <c:pt idx="5101">
                  <c:v>194.01425020246927</c:v>
                </c:pt>
                <c:pt idx="5102">
                  <c:v>176.7032019182857</c:v>
                </c:pt>
                <c:pt idx="5103">
                  <c:v>179.29695162303977</c:v>
                </c:pt>
                <c:pt idx="5104">
                  <c:v>98.59220567421981</c:v>
                </c:pt>
                <c:pt idx="5105">
                  <c:v>104.29505780459453</c:v>
                </c:pt>
                <c:pt idx="5106">
                  <c:v>191.25460432695257</c:v>
                </c:pt>
                <c:pt idx="5107">
                  <c:v>214.3049744296277</c:v>
                </c:pt>
                <c:pt idx="5108">
                  <c:v>135.57227329102494</c:v>
                </c:pt>
                <c:pt idx="5109">
                  <c:v>108.72810289355934</c:v>
                </c:pt>
                <c:pt idx="5110">
                  <c:v>134.69394231722407</c:v>
                </c:pt>
                <c:pt idx="5111">
                  <c:v>202.38452133731704</c:v>
                </c:pt>
                <c:pt idx="5112">
                  <c:v>104.64391134943425</c:v>
                </c:pt>
                <c:pt idx="5113">
                  <c:v>141.44145583661071</c:v>
                </c:pt>
                <c:pt idx="5114">
                  <c:v>185.22201060009246</c:v>
                </c:pt>
                <c:pt idx="5115">
                  <c:v>80.5117606948109</c:v>
                </c:pt>
                <c:pt idx="5116">
                  <c:v>95.08896637100058</c:v>
                </c:pt>
                <c:pt idx="5117">
                  <c:v>177.09619532816666</c:v>
                </c:pt>
                <c:pt idx="5118">
                  <c:v>229.43521047555956</c:v>
                </c:pt>
                <c:pt idx="5119">
                  <c:v>116.42193086694802</c:v>
                </c:pt>
                <c:pt idx="5120">
                  <c:v>151.6523052349604</c:v>
                </c:pt>
                <c:pt idx="5121">
                  <c:v>148.5668862586085</c:v>
                </c:pt>
                <c:pt idx="5122">
                  <c:v>159.7192472526536</c:v>
                </c:pt>
                <c:pt idx="5123">
                  <c:v>180.28057348994693</c:v>
                </c:pt>
                <c:pt idx="5124">
                  <c:v>172.1249036430254</c:v>
                </c:pt>
                <c:pt idx="5125">
                  <c:v>147.88189369697872</c:v>
                </c:pt>
                <c:pt idx="5126">
                  <c:v>141.90632558533753</c:v>
                </c:pt>
                <c:pt idx="5127">
                  <c:v>133.16814101002976</c:v>
                </c:pt>
                <c:pt idx="5128">
                  <c:v>164.95110078807795</c:v>
                </c:pt>
                <c:pt idx="5129">
                  <c:v>188.17462784088994</c:v>
                </c:pt>
                <c:pt idx="5130">
                  <c:v>96.03464026174704</c:v>
                </c:pt>
                <c:pt idx="5131">
                  <c:v>225.5573626275883</c:v>
                </c:pt>
                <c:pt idx="5132">
                  <c:v>182.21447234152456</c:v>
                </c:pt>
                <c:pt idx="5133">
                  <c:v>104.4598552069543</c:v>
                </c:pt>
                <c:pt idx="5134">
                  <c:v>148.15697362689872</c:v>
                </c:pt>
                <c:pt idx="5135">
                  <c:v>128.91106361317617</c:v>
                </c:pt>
                <c:pt idx="5136">
                  <c:v>212.9546259223232</c:v>
                </c:pt>
                <c:pt idx="5137">
                  <c:v>104.85767311392571</c:v>
                </c:pt>
                <c:pt idx="5138">
                  <c:v>90.84741595462772</c:v>
                </c:pt>
                <c:pt idx="5139">
                  <c:v>112.78594486533082</c:v>
                </c:pt>
                <c:pt idx="5140">
                  <c:v>184.19774309907106</c:v>
                </c:pt>
                <c:pt idx="5141">
                  <c:v>105.11698523062383</c:v>
                </c:pt>
                <c:pt idx="5142">
                  <c:v>207.9709712176373</c:v>
                </c:pt>
                <c:pt idx="5143">
                  <c:v>151.72784125629533</c:v>
                </c:pt>
                <c:pt idx="5144">
                  <c:v>229.257449491067</c:v>
                </c:pt>
                <c:pt idx="5145">
                  <c:v>123.99410228245334</c:v>
                </c:pt>
                <c:pt idx="5146">
                  <c:v>78.58542508315867</c:v>
                </c:pt>
                <c:pt idx="5147">
                  <c:v>173.5085421563843</c:v>
                </c:pt>
                <c:pt idx="5148">
                  <c:v>107.66052120617246</c:v>
                </c:pt>
                <c:pt idx="5149">
                  <c:v>167.83714383462734</c:v>
                </c:pt>
                <c:pt idx="5150">
                  <c:v>190.88597504097854</c:v>
                </c:pt>
                <c:pt idx="5151">
                  <c:v>113.86677049109812</c:v>
                </c:pt>
                <c:pt idx="5152">
                  <c:v>147.67705627824182</c:v>
                </c:pt>
                <c:pt idx="5153">
                  <c:v>133.43387040696342</c:v>
                </c:pt>
                <c:pt idx="5154">
                  <c:v>208.9704650892978</c:v>
                </c:pt>
                <c:pt idx="5155">
                  <c:v>178.4385889628541</c:v>
                </c:pt>
                <c:pt idx="5156">
                  <c:v>111.45240514527767</c:v>
                </c:pt>
                <c:pt idx="5157">
                  <c:v>118.86126782910112</c:v>
                </c:pt>
                <c:pt idx="5158">
                  <c:v>168.92896904769862</c:v>
                </c:pt>
                <c:pt idx="5159">
                  <c:v>199.50055126896626</c:v>
                </c:pt>
                <c:pt idx="5160">
                  <c:v>184.9637297381134</c:v>
                </c:pt>
                <c:pt idx="5161">
                  <c:v>71.31668812681126</c:v>
                </c:pt>
                <c:pt idx="5162">
                  <c:v>187.49537462595245</c:v>
                </c:pt>
                <c:pt idx="5163">
                  <c:v>229.36717461984983</c:v>
                </c:pt>
                <c:pt idx="5164">
                  <c:v>79.45262514725951</c:v>
                </c:pt>
                <c:pt idx="5165">
                  <c:v>192.4074620971455</c:v>
                </c:pt>
                <c:pt idx="5166">
                  <c:v>100.5205701311237</c:v>
                </c:pt>
                <c:pt idx="5167">
                  <c:v>208.92229987843058</c:v>
                </c:pt>
                <c:pt idx="5168">
                  <c:v>199.3825079457382</c:v>
                </c:pt>
                <c:pt idx="5169">
                  <c:v>169.28188017333625</c:v>
                </c:pt>
                <c:pt idx="5170">
                  <c:v>83.56228407095296</c:v>
                </c:pt>
                <c:pt idx="5171">
                  <c:v>193.37273301110042</c:v>
                </c:pt>
                <c:pt idx="5172">
                  <c:v>123.63132614356529</c:v>
                </c:pt>
                <c:pt idx="5173">
                  <c:v>227.30526761918694</c:v>
                </c:pt>
                <c:pt idx="5174">
                  <c:v>123.74751503883472</c:v>
                </c:pt>
                <c:pt idx="5175">
                  <c:v>113.77048525487713</c:v>
                </c:pt>
                <c:pt idx="5176">
                  <c:v>179.15959862094857</c:v>
                </c:pt>
                <c:pt idx="5177">
                  <c:v>147.5778032422734</c:v>
                </c:pt>
                <c:pt idx="5178">
                  <c:v>169.67257965382922</c:v>
                </c:pt>
                <c:pt idx="5179">
                  <c:v>161.08353230498037</c:v>
                </c:pt>
                <c:pt idx="5180">
                  <c:v>177.21869349660506</c:v>
                </c:pt>
                <c:pt idx="5181">
                  <c:v>180.02881856121206</c:v>
                </c:pt>
                <c:pt idx="5182">
                  <c:v>170.64002230576472</c:v>
                </c:pt>
                <c:pt idx="5183">
                  <c:v>98.00630838758089</c:v>
                </c:pt>
                <c:pt idx="5184">
                  <c:v>81.05149689801561</c:v>
                </c:pt>
                <c:pt idx="5185">
                  <c:v>110.47295639432281</c:v>
                </c:pt>
                <c:pt idx="5186">
                  <c:v>101.62607543359661</c:v>
                </c:pt>
                <c:pt idx="5187">
                  <c:v>184.60232926787708</c:v>
                </c:pt>
                <c:pt idx="5188">
                  <c:v>189.19343302864954</c:v>
                </c:pt>
                <c:pt idx="5189">
                  <c:v>145.81892665226368</c:v>
                </c:pt>
                <c:pt idx="5190">
                  <c:v>189.3442614965755</c:v>
                </c:pt>
                <c:pt idx="5191">
                  <c:v>177.97650397067653</c:v>
                </c:pt>
                <c:pt idx="5192">
                  <c:v>177.54222791653848</c:v>
                </c:pt>
                <c:pt idx="5193">
                  <c:v>187.75782010855912</c:v>
                </c:pt>
                <c:pt idx="5194">
                  <c:v>150.88062381000822</c:v>
                </c:pt>
                <c:pt idx="5195">
                  <c:v>138.3700283018124</c:v>
                </c:pt>
                <c:pt idx="5196">
                  <c:v>103.72040848462036</c:v>
                </c:pt>
                <c:pt idx="5197">
                  <c:v>145.99114418978044</c:v>
                </c:pt>
                <c:pt idx="5198">
                  <c:v>176.0561786802747</c:v>
                </c:pt>
                <c:pt idx="5199">
                  <c:v>193.5525666175114</c:v>
                </c:pt>
                <c:pt idx="5200">
                  <c:v>110.62409661897813</c:v>
                </c:pt>
                <c:pt idx="5201">
                  <c:v>188.56638474268905</c:v>
                </c:pt>
                <c:pt idx="5202">
                  <c:v>211.8805426049743</c:v>
                </c:pt>
                <c:pt idx="5203">
                  <c:v>70.58138616550535</c:v>
                </c:pt>
                <c:pt idx="5204">
                  <c:v>119.20291921239271</c:v>
                </c:pt>
                <c:pt idx="5205">
                  <c:v>129.24951930971764</c:v>
                </c:pt>
                <c:pt idx="5206">
                  <c:v>83.30911959369244</c:v>
                </c:pt>
                <c:pt idx="5207">
                  <c:v>165.49649023585425</c:v>
                </c:pt>
                <c:pt idx="5208">
                  <c:v>189.7766746541974</c:v>
                </c:pt>
                <c:pt idx="5209">
                  <c:v>195.11701270413417</c:v>
                </c:pt>
                <c:pt idx="5210">
                  <c:v>107.12126547449546</c:v>
                </c:pt>
                <c:pt idx="5211">
                  <c:v>112.08203691902702</c:v>
                </c:pt>
                <c:pt idx="5212">
                  <c:v>152.50631238657078</c:v>
                </c:pt>
                <c:pt idx="5213">
                  <c:v>174.61342493159472</c:v>
                </c:pt>
                <c:pt idx="5214">
                  <c:v>189.99054394608135</c:v>
                </c:pt>
                <c:pt idx="5215">
                  <c:v>96.94168846797636</c:v>
                </c:pt>
                <c:pt idx="5216">
                  <c:v>213.28838677693693</c:v>
                </c:pt>
                <c:pt idx="5217">
                  <c:v>68.76543207539947</c:v>
                </c:pt>
                <c:pt idx="5218">
                  <c:v>111.56921925694742</c:v>
                </c:pt>
                <c:pt idx="5219">
                  <c:v>85.14216223968148</c:v>
                </c:pt>
                <c:pt idx="5220">
                  <c:v>123.90185752207712</c:v>
                </c:pt>
                <c:pt idx="5221">
                  <c:v>164.7257658531593</c:v>
                </c:pt>
                <c:pt idx="5222">
                  <c:v>150.4182557432817</c:v>
                </c:pt>
                <c:pt idx="5223">
                  <c:v>109.35998765304255</c:v>
                </c:pt>
                <c:pt idx="5224">
                  <c:v>180.32647608632388</c:v>
                </c:pt>
                <c:pt idx="5225">
                  <c:v>72.05408576621596</c:v>
                </c:pt>
                <c:pt idx="5226">
                  <c:v>176.3217701412201</c:v>
                </c:pt>
                <c:pt idx="5227">
                  <c:v>231.72189189016484</c:v>
                </c:pt>
                <c:pt idx="5228">
                  <c:v>128.34978846926217</c:v>
                </c:pt>
                <c:pt idx="5229">
                  <c:v>131.67037828779138</c:v>
                </c:pt>
                <c:pt idx="5230">
                  <c:v>132.28295840233886</c:v>
                </c:pt>
                <c:pt idx="5231">
                  <c:v>95.2409968476354</c:v>
                </c:pt>
                <c:pt idx="5232">
                  <c:v>140.03234341172697</c:v>
                </c:pt>
                <c:pt idx="5233">
                  <c:v>203.77924147998993</c:v>
                </c:pt>
                <c:pt idx="5234">
                  <c:v>178.68640663546464</c:v>
                </c:pt>
                <c:pt idx="5235">
                  <c:v>100.29684145905522</c:v>
                </c:pt>
                <c:pt idx="5236">
                  <c:v>184.48367360637687</c:v>
                </c:pt>
                <c:pt idx="5237">
                  <c:v>137.3913463648097</c:v>
                </c:pt>
                <c:pt idx="5238">
                  <c:v>131.76343950916495</c:v>
                </c:pt>
                <c:pt idx="5239">
                  <c:v>127.09118910728046</c:v>
                </c:pt>
                <c:pt idx="5240">
                  <c:v>172.0899063631061</c:v>
                </c:pt>
                <c:pt idx="5241">
                  <c:v>62.59589586384898</c:v>
                </c:pt>
                <c:pt idx="5242">
                  <c:v>90.13890798102794</c:v>
                </c:pt>
                <c:pt idx="5243">
                  <c:v>215.06404052252617</c:v>
                </c:pt>
                <c:pt idx="5244">
                  <c:v>80.74018006933478</c:v>
                </c:pt>
                <c:pt idx="5245">
                  <c:v>198.2695653410874</c:v>
                </c:pt>
                <c:pt idx="5246">
                  <c:v>165.39407280868605</c:v>
                </c:pt>
                <c:pt idx="5247">
                  <c:v>134.1265079420531</c:v>
                </c:pt>
                <c:pt idx="5248">
                  <c:v>88.14034505811273</c:v>
                </c:pt>
                <c:pt idx="5249">
                  <c:v>95.97335415550778</c:v>
                </c:pt>
                <c:pt idx="5250">
                  <c:v>193.42344371443397</c:v>
                </c:pt>
                <c:pt idx="5251">
                  <c:v>162.93677775664202</c:v>
                </c:pt>
                <c:pt idx="5252">
                  <c:v>136.99574785208924</c:v>
                </c:pt>
                <c:pt idx="5253">
                  <c:v>125.70069438996057</c:v>
                </c:pt>
                <c:pt idx="5254">
                  <c:v>111.64923114352581</c:v>
                </c:pt>
                <c:pt idx="5255">
                  <c:v>141.17927593447723</c:v>
                </c:pt>
                <c:pt idx="5256">
                  <c:v>91.49810529536177</c:v>
                </c:pt>
                <c:pt idx="5257">
                  <c:v>186.2365821646421</c:v>
                </c:pt>
                <c:pt idx="5258">
                  <c:v>135.30527722688296</c:v>
                </c:pt>
                <c:pt idx="5259">
                  <c:v>132.35948667675012</c:v>
                </c:pt>
                <c:pt idx="5260">
                  <c:v>172.25385693749027</c:v>
                </c:pt>
                <c:pt idx="5261">
                  <c:v>122.183670705145</c:v>
                </c:pt>
                <c:pt idx="5262">
                  <c:v>207.27012347823282</c:v>
                </c:pt>
                <c:pt idx="5263">
                  <c:v>133.7636846515165</c:v>
                </c:pt>
                <c:pt idx="5264">
                  <c:v>94.51510141929731</c:v>
                </c:pt>
                <c:pt idx="5265">
                  <c:v>179.59380708603146</c:v>
                </c:pt>
                <c:pt idx="5266">
                  <c:v>97.85716282888063</c:v>
                </c:pt>
                <c:pt idx="5267">
                  <c:v>71.89107160613595</c:v>
                </c:pt>
                <c:pt idx="5268">
                  <c:v>172.2225807443201</c:v>
                </c:pt>
                <c:pt idx="5269">
                  <c:v>197.8818466305131</c:v>
                </c:pt>
                <c:pt idx="5270">
                  <c:v>188.67171718531011</c:v>
                </c:pt>
                <c:pt idx="5271">
                  <c:v>134.7489443316707</c:v>
                </c:pt>
                <c:pt idx="5272">
                  <c:v>169.03638063001156</c:v>
                </c:pt>
                <c:pt idx="5273">
                  <c:v>94.37851893207532</c:v>
                </c:pt>
                <c:pt idx="5274">
                  <c:v>121.97856883672102</c:v>
                </c:pt>
                <c:pt idx="5275">
                  <c:v>178.6203248129783</c:v>
                </c:pt>
                <c:pt idx="5276">
                  <c:v>128.10238128660959</c:v>
                </c:pt>
                <c:pt idx="5277">
                  <c:v>186.75889288997635</c:v>
                </c:pt>
                <c:pt idx="5278">
                  <c:v>101.70855912852186</c:v>
                </c:pt>
                <c:pt idx="5279">
                  <c:v>165.50297126025154</c:v>
                </c:pt>
                <c:pt idx="5280">
                  <c:v>187.78518430016737</c:v>
                </c:pt>
                <c:pt idx="5281">
                  <c:v>110.81620650729812</c:v>
                </c:pt>
                <c:pt idx="5282">
                  <c:v>208.9740552783604</c:v>
                </c:pt>
                <c:pt idx="5283">
                  <c:v>132.39635784451843</c:v>
                </c:pt>
                <c:pt idx="5284">
                  <c:v>171.49021649243969</c:v>
                </c:pt>
                <c:pt idx="5285">
                  <c:v>144.62698890145285</c:v>
                </c:pt>
                <c:pt idx="5286">
                  <c:v>225.02659623000363</c:v>
                </c:pt>
                <c:pt idx="5287">
                  <c:v>119.49250113096666</c:v>
                </c:pt>
                <c:pt idx="5288">
                  <c:v>181.04377318117656</c:v>
                </c:pt>
                <c:pt idx="5289">
                  <c:v>108.20295949206056</c:v>
                </c:pt>
                <c:pt idx="5290">
                  <c:v>125.11378512337858</c:v>
                </c:pt>
                <c:pt idx="5291">
                  <c:v>224.09615600525572</c:v>
                </c:pt>
                <c:pt idx="5292">
                  <c:v>114.78441263420932</c:v>
                </c:pt>
                <c:pt idx="5293">
                  <c:v>82.9013978349041</c:v>
                </c:pt>
                <c:pt idx="5294">
                  <c:v>179.8442170544536</c:v>
                </c:pt>
                <c:pt idx="5295">
                  <c:v>140.8838328061164</c:v>
                </c:pt>
                <c:pt idx="5296">
                  <c:v>151.5532942190076</c:v>
                </c:pt>
                <c:pt idx="5297">
                  <c:v>111.22482301110477</c:v>
                </c:pt>
                <c:pt idx="5298">
                  <c:v>227.2020126234373</c:v>
                </c:pt>
                <c:pt idx="5299">
                  <c:v>177.98228783471515</c:v>
                </c:pt>
                <c:pt idx="5300">
                  <c:v>191.767698528609</c:v>
                </c:pt>
                <c:pt idx="5301">
                  <c:v>74.06346427985171</c:v>
                </c:pt>
                <c:pt idx="5302">
                  <c:v>173.7980504680665</c:v>
                </c:pt>
                <c:pt idx="5303">
                  <c:v>153.81079797242054</c:v>
                </c:pt>
                <c:pt idx="5304">
                  <c:v>130.31966574207914</c:v>
                </c:pt>
                <c:pt idx="5305">
                  <c:v>137.41997452547633</c:v>
                </c:pt>
                <c:pt idx="5306">
                  <c:v>61.49365928346661</c:v>
                </c:pt>
                <c:pt idx="5307">
                  <c:v>201.10476173166697</c:v>
                </c:pt>
                <c:pt idx="5308">
                  <c:v>173.71906352843615</c:v>
                </c:pt>
                <c:pt idx="5309">
                  <c:v>100.265455251495</c:v>
                </c:pt>
                <c:pt idx="5310">
                  <c:v>186.83690065302872</c:v>
                </c:pt>
                <c:pt idx="5311">
                  <c:v>154.44063854398507</c:v>
                </c:pt>
                <c:pt idx="5312">
                  <c:v>88.2702988880271</c:v>
                </c:pt>
                <c:pt idx="5313">
                  <c:v>191.4077969043361</c:v>
                </c:pt>
                <c:pt idx="5314">
                  <c:v>210.16154071887928</c:v>
                </c:pt>
                <c:pt idx="5315">
                  <c:v>164.07092315988527</c:v>
                </c:pt>
                <c:pt idx="5316">
                  <c:v>96.21857141204119</c:v>
                </c:pt>
                <c:pt idx="5317">
                  <c:v>184.6251044314921</c:v>
                </c:pt>
                <c:pt idx="5318">
                  <c:v>129.2148930869483</c:v>
                </c:pt>
                <c:pt idx="5319">
                  <c:v>131.69190391513607</c:v>
                </c:pt>
                <c:pt idx="5320">
                  <c:v>136.78867564646092</c:v>
                </c:pt>
                <c:pt idx="5321">
                  <c:v>180.86650294157167</c:v>
                </c:pt>
                <c:pt idx="5322">
                  <c:v>173.37599533038477</c:v>
                </c:pt>
                <c:pt idx="5323">
                  <c:v>173.69538674233928</c:v>
                </c:pt>
                <c:pt idx="5324">
                  <c:v>158.19033863972257</c:v>
                </c:pt>
                <c:pt idx="5325">
                  <c:v>213.15031382243913</c:v>
                </c:pt>
                <c:pt idx="5326">
                  <c:v>121.55227489603793</c:v>
                </c:pt>
                <c:pt idx="5327">
                  <c:v>195.56060121557414</c:v>
                </c:pt>
                <c:pt idx="5328">
                  <c:v>188.98950275663307</c:v>
                </c:pt>
                <c:pt idx="5329">
                  <c:v>178.09942849127762</c:v>
                </c:pt>
                <c:pt idx="5330">
                  <c:v>121.64144104304576</c:v>
                </c:pt>
                <c:pt idx="5331">
                  <c:v>164.58575772945636</c:v>
                </c:pt>
                <c:pt idx="5332">
                  <c:v>179.09431461774923</c:v>
                </c:pt>
                <c:pt idx="5333">
                  <c:v>234.39092744544664</c:v>
                </c:pt>
                <c:pt idx="5334">
                  <c:v>149.80055942705118</c:v>
                </c:pt>
                <c:pt idx="5335">
                  <c:v>229.5903733135949</c:v>
                </c:pt>
                <c:pt idx="5336">
                  <c:v>96.1190056112633</c:v>
                </c:pt>
                <c:pt idx="5337">
                  <c:v>96.21086817923043</c:v>
                </c:pt>
                <c:pt idx="5338">
                  <c:v>141.21008686981202</c:v>
                </c:pt>
                <c:pt idx="5339">
                  <c:v>108.42585588028128</c:v>
                </c:pt>
                <c:pt idx="5340">
                  <c:v>81.54212576103613</c:v>
                </c:pt>
                <c:pt idx="5341">
                  <c:v>86.11606695539818</c:v>
                </c:pt>
                <c:pt idx="5342">
                  <c:v>109.1042696826317</c:v>
                </c:pt>
                <c:pt idx="5343">
                  <c:v>94.35989634389315</c:v>
                </c:pt>
                <c:pt idx="5344">
                  <c:v>214.3199714226117</c:v>
                </c:pt>
                <c:pt idx="5345">
                  <c:v>111.89747777891806</c:v>
                </c:pt>
                <c:pt idx="5346">
                  <c:v>181.49617456268479</c:v>
                </c:pt>
                <c:pt idx="5347">
                  <c:v>186.3473409424635</c:v>
                </c:pt>
                <c:pt idx="5348">
                  <c:v>214.35843826763914</c:v>
                </c:pt>
                <c:pt idx="5349">
                  <c:v>84.54711254782151</c:v>
                </c:pt>
                <c:pt idx="5350">
                  <c:v>192.59440042212861</c:v>
                </c:pt>
                <c:pt idx="5351">
                  <c:v>193.46125510804475</c:v>
                </c:pt>
                <c:pt idx="5352">
                  <c:v>189.7127795060125</c:v>
                </c:pt>
                <c:pt idx="5353">
                  <c:v>195.93493732627002</c:v>
                </c:pt>
                <c:pt idx="5354">
                  <c:v>216.0563502579537</c:v>
                </c:pt>
                <c:pt idx="5355">
                  <c:v>118.6374682988931</c:v>
                </c:pt>
                <c:pt idx="5356">
                  <c:v>176.01148429141642</c:v>
                </c:pt>
                <c:pt idx="5357">
                  <c:v>164.29493758171114</c:v>
                </c:pt>
                <c:pt idx="5358">
                  <c:v>189.71345018152923</c:v>
                </c:pt>
                <c:pt idx="5359">
                  <c:v>231.50302737402404</c:v>
                </c:pt>
                <c:pt idx="5360">
                  <c:v>103.76872983485518</c:v>
                </c:pt>
                <c:pt idx="5361">
                  <c:v>188.33946071603293</c:v>
                </c:pt>
                <c:pt idx="5362">
                  <c:v>67.91998302801599</c:v>
                </c:pt>
                <c:pt idx="5363">
                  <c:v>75.60233071922727</c:v>
                </c:pt>
                <c:pt idx="5364">
                  <c:v>78.16449607646928</c:v>
                </c:pt>
                <c:pt idx="5365">
                  <c:v>76.46793299299158</c:v>
                </c:pt>
                <c:pt idx="5366">
                  <c:v>188.9273553035176</c:v>
                </c:pt>
                <c:pt idx="5367">
                  <c:v>77.48448704702118</c:v>
                </c:pt>
                <c:pt idx="5368">
                  <c:v>80.19180816280684</c:v>
                </c:pt>
                <c:pt idx="5369">
                  <c:v>213.99285176430504</c:v>
                </c:pt>
                <c:pt idx="5370">
                  <c:v>213.5131778847277</c:v>
                </c:pt>
                <c:pt idx="5371">
                  <c:v>182.5598152628581</c:v>
                </c:pt>
                <c:pt idx="5372">
                  <c:v>196.9844235168101</c:v>
                </c:pt>
                <c:pt idx="5373">
                  <c:v>198.9346822384691</c:v>
                </c:pt>
                <c:pt idx="5374">
                  <c:v>112.56771870442958</c:v>
                </c:pt>
                <c:pt idx="5375">
                  <c:v>196.77142503264642</c:v>
                </c:pt>
                <c:pt idx="5376">
                  <c:v>143.2377300950166</c:v>
                </c:pt>
                <c:pt idx="5377">
                  <c:v>90.38555841458165</c:v>
                </c:pt>
                <c:pt idx="5378">
                  <c:v>207.58150729036606</c:v>
                </c:pt>
                <c:pt idx="5379">
                  <c:v>77.14021019404737</c:v>
                </c:pt>
                <c:pt idx="5380">
                  <c:v>127.75821616956792</c:v>
                </c:pt>
                <c:pt idx="5381">
                  <c:v>149.4133531415734</c:v>
                </c:pt>
                <c:pt idx="5382">
                  <c:v>183.02300864648328</c:v>
                </c:pt>
                <c:pt idx="5383">
                  <c:v>180.837310774999</c:v>
                </c:pt>
                <c:pt idx="5384">
                  <c:v>210.39415777111992</c:v>
                </c:pt>
                <c:pt idx="5385">
                  <c:v>100.2674977406965</c:v>
                </c:pt>
                <c:pt idx="5386">
                  <c:v>84.15848865381358</c:v>
                </c:pt>
                <c:pt idx="5387">
                  <c:v>187.7994192730089</c:v>
                </c:pt>
                <c:pt idx="5388">
                  <c:v>98.46922125877599</c:v>
                </c:pt>
                <c:pt idx="5389">
                  <c:v>193.4870393052508</c:v>
                </c:pt>
                <c:pt idx="5390">
                  <c:v>114.75792129060628</c:v>
                </c:pt>
                <c:pt idx="5391">
                  <c:v>172.29503636230942</c:v>
                </c:pt>
                <c:pt idx="5392">
                  <c:v>90.85101724968092</c:v>
                </c:pt>
                <c:pt idx="5393">
                  <c:v>191.72100812905072</c:v>
                </c:pt>
                <c:pt idx="5394">
                  <c:v>182.61672464386535</c:v>
                </c:pt>
                <c:pt idx="5395">
                  <c:v>112.21353533367919</c:v>
                </c:pt>
                <c:pt idx="5396">
                  <c:v>187.1365435158831</c:v>
                </c:pt>
                <c:pt idx="5397">
                  <c:v>164.6214919569291</c:v>
                </c:pt>
                <c:pt idx="5398">
                  <c:v>121.91118604084828</c:v>
                </c:pt>
                <c:pt idx="5399">
                  <c:v>100.19376074011996</c:v>
                </c:pt>
                <c:pt idx="5400">
                  <c:v>117.17355202670478</c:v>
                </c:pt>
                <c:pt idx="5401">
                  <c:v>83.90193868002976</c:v>
                </c:pt>
                <c:pt idx="5402">
                  <c:v>176.92420664260874</c:v>
                </c:pt>
                <c:pt idx="5403">
                  <c:v>191.2429358711323</c:v>
                </c:pt>
                <c:pt idx="5404">
                  <c:v>127.24431731867503</c:v>
                </c:pt>
                <c:pt idx="5405">
                  <c:v>104.47190369996757</c:v>
                </c:pt>
                <c:pt idx="5406">
                  <c:v>91.44956591463253</c:v>
                </c:pt>
                <c:pt idx="5407">
                  <c:v>109.23909653139957</c:v>
                </c:pt>
                <c:pt idx="5408">
                  <c:v>138.92161326255757</c:v>
                </c:pt>
                <c:pt idx="5409">
                  <c:v>177.47220702922746</c:v>
                </c:pt>
                <c:pt idx="5410">
                  <c:v>109.80294351990136</c:v>
                </c:pt>
                <c:pt idx="5411">
                  <c:v>205.76720593193517</c:v>
                </c:pt>
                <c:pt idx="5412">
                  <c:v>220.91484715325825</c:v>
                </c:pt>
                <c:pt idx="5413">
                  <c:v>154.82089018684565</c:v>
                </c:pt>
                <c:pt idx="5414">
                  <c:v>139.07425259095288</c:v>
                </c:pt>
                <c:pt idx="5415">
                  <c:v>187.219373419409</c:v>
                </c:pt>
                <c:pt idx="5416">
                  <c:v>150.05485600903484</c:v>
                </c:pt>
                <c:pt idx="5417">
                  <c:v>155.53036781970968</c:v>
                </c:pt>
                <c:pt idx="5418">
                  <c:v>180.520336552987</c:v>
                </c:pt>
                <c:pt idx="5419">
                  <c:v>121.40545701225116</c:v>
                </c:pt>
                <c:pt idx="5420">
                  <c:v>133.79979802714652</c:v>
                </c:pt>
                <c:pt idx="5421">
                  <c:v>111.29133281319281</c:v>
                </c:pt>
                <c:pt idx="5422">
                  <c:v>189.26081059208957</c:v>
                </c:pt>
                <c:pt idx="5423">
                  <c:v>84.14722622828077</c:v>
                </c:pt>
                <c:pt idx="5424">
                  <c:v>209.18237599361257</c:v>
                </c:pt>
                <c:pt idx="5425">
                  <c:v>203.00739296133898</c:v>
                </c:pt>
                <c:pt idx="5426">
                  <c:v>119.04399359585467</c:v>
                </c:pt>
                <c:pt idx="5427">
                  <c:v>100.36379369457042</c:v>
                </c:pt>
                <c:pt idx="5428">
                  <c:v>182.65642166069995</c:v>
                </c:pt>
                <c:pt idx="5429">
                  <c:v>176.0926572992682</c:v>
                </c:pt>
                <c:pt idx="5430">
                  <c:v>208.9144956882284</c:v>
                </c:pt>
                <c:pt idx="5431">
                  <c:v>110.35540957463418</c:v>
                </c:pt>
                <c:pt idx="5432">
                  <c:v>134.8351294908737</c:v>
                </c:pt>
                <c:pt idx="5433">
                  <c:v>99.39742905879227</c:v>
                </c:pt>
                <c:pt idx="5434">
                  <c:v>162.08238789220516</c:v>
                </c:pt>
                <c:pt idx="5435">
                  <c:v>202.1650163578524</c:v>
                </c:pt>
                <c:pt idx="5436">
                  <c:v>183.9288928339046</c:v>
                </c:pt>
                <c:pt idx="5437">
                  <c:v>135.19700670481956</c:v>
                </c:pt>
                <c:pt idx="5438">
                  <c:v>177.83846594133973</c:v>
                </c:pt>
                <c:pt idx="5439">
                  <c:v>168.80072378172918</c:v>
                </c:pt>
                <c:pt idx="5440">
                  <c:v>136.2624697884262</c:v>
                </c:pt>
                <c:pt idx="5441">
                  <c:v>135.1353349594442</c:v>
                </c:pt>
                <c:pt idx="5442">
                  <c:v>231.77494917425778</c:v>
                </c:pt>
                <c:pt idx="5443">
                  <c:v>87.86451228401181</c:v>
                </c:pt>
                <c:pt idx="5444">
                  <c:v>208.74899920046903</c:v>
                </c:pt>
                <c:pt idx="5445">
                  <c:v>177.8204956553745</c:v>
                </c:pt>
                <c:pt idx="5446">
                  <c:v>103.25560006011465</c:v>
                </c:pt>
                <c:pt idx="5447">
                  <c:v>121.35430263979693</c:v>
                </c:pt>
                <c:pt idx="5448">
                  <c:v>164.38767104827582</c:v>
                </c:pt>
                <c:pt idx="5449">
                  <c:v>125.07030476374861</c:v>
                </c:pt>
                <c:pt idx="5450">
                  <c:v>135.3961568659819</c:v>
                </c:pt>
                <c:pt idx="5451">
                  <c:v>231.90242519447426</c:v>
                </c:pt>
                <c:pt idx="5452">
                  <c:v>101.18378814351122</c:v>
                </c:pt>
                <c:pt idx="5453">
                  <c:v>122.44492598162867</c:v>
                </c:pt>
                <c:pt idx="5454">
                  <c:v>189.7315759714758</c:v>
                </c:pt>
                <c:pt idx="5455">
                  <c:v>175.0986333100628</c:v>
                </c:pt>
                <c:pt idx="5456">
                  <c:v>72.08364280071704</c:v>
                </c:pt>
                <c:pt idx="5457">
                  <c:v>87.52251645332723</c:v>
                </c:pt>
                <c:pt idx="5458">
                  <c:v>182.1269921038888</c:v>
                </c:pt>
                <c:pt idx="5459">
                  <c:v>218.5966898305754</c:v>
                </c:pt>
                <c:pt idx="5460">
                  <c:v>197.63023892625685</c:v>
                </c:pt>
                <c:pt idx="5461">
                  <c:v>194.52379030790513</c:v>
                </c:pt>
                <c:pt idx="5462">
                  <c:v>80.61162300804803</c:v>
                </c:pt>
                <c:pt idx="5463">
                  <c:v>93.28309868564692</c:v>
                </c:pt>
                <c:pt idx="5464">
                  <c:v>149.47541484842662</c:v>
                </c:pt>
                <c:pt idx="5465">
                  <c:v>109.72692382791384</c:v>
                </c:pt>
                <c:pt idx="5466">
                  <c:v>127.37174854903297</c:v>
                </c:pt>
                <c:pt idx="5467">
                  <c:v>100.51658749738489</c:v>
                </c:pt>
                <c:pt idx="5468">
                  <c:v>202.35585825204785</c:v>
                </c:pt>
                <c:pt idx="5469">
                  <c:v>192.57466420857352</c:v>
                </c:pt>
                <c:pt idx="5470">
                  <c:v>109.71728528823806</c:v>
                </c:pt>
                <c:pt idx="5471">
                  <c:v>170.95258156487836</c:v>
                </c:pt>
                <c:pt idx="5472">
                  <c:v>181.5925782806245</c:v>
                </c:pt>
                <c:pt idx="5473">
                  <c:v>213.5607545210187</c:v>
                </c:pt>
                <c:pt idx="5474">
                  <c:v>109.07354933141201</c:v>
                </c:pt>
                <c:pt idx="5475">
                  <c:v>168.76209902292914</c:v>
                </c:pt>
                <c:pt idx="5476">
                  <c:v>134.80538162016668</c:v>
                </c:pt>
                <c:pt idx="5477">
                  <c:v>186.06995459131497</c:v>
                </c:pt>
                <c:pt idx="5478">
                  <c:v>164.84886803802667</c:v>
                </c:pt>
                <c:pt idx="5479">
                  <c:v>101.8937263648337</c:v>
                </c:pt>
                <c:pt idx="5480">
                  <c:v>162.25622320145516</c:v>
                </c:pt>
                <c:pt idx="5481">
                  <c:v>178.5581588704921</c:v>
                </c:pt>
                <c:pt idx="5482">
                  <c:v>84.59023838689806</c:v>
                </c:pt>
                <c:pt idx="5483">
                  <c:v>198.58769458423657</c:v>
                </c:pt>
                <c:pt idx="5484">
                  <c:v>112.08256069363422</c:v>
                </c:pt>
                <c:pt idx="5485">
                  <c:v>124.93895949736834</c:v>
                </c:pt>
                <c:pt idx="5486">
                  <c:v>145.52798495686415</c:v>
                </c:pt>
                <c:pt idx="5487">
                  <c:v>176.2966258267389</c:v>
                </c:pt>
                <c:pt idx="5488">
                  <c:v>135.99925990873444</c:v>
                </c:pt>
                <c:pt idx="5489">
                  <c:v>193.62799851203425</c:v>
                </c:pt>
                <c:pt idx="5490">
                  <c:v>178.49816573102188</c:v>
                </c:pt>
                <c:pt idx="5491">
                  <c:v>172.5887774818499</c:v>
                </c:pt>
                <c:pt idx="5492">
                  <c:v>226.92856531221196</c:v>
                </c:pt>
                <c:pt idx="5493">
                  <c:v>188.78082805338852</c:v>
                </c:pt>
                <c:pt idx="5494">
                  <c:v>83.98909603788721</c:v>
                </c:pt>
                <c:pt idx="5495">
                  <c:v>127.89944016757062</c:v>
                </c:pt>
                <c:pt idx="5496">
                  <c:v>160.5467160378146</c:v>
                </c:pt>
                <c:pt idx="5497">
                  <c:v>115.69519727519535</c:v>
                </c:pt>
                <c:pt idx="5498">
                  <c:v>176.41128059497566</c:v>
                </c:pt>
                <c:pt idx="5499">
                  <c:v>211.05645132385962</c:v>
                </c:pt>
                <c:pt idx="5500">
                  <c:v>101.0147026739765</c:v>
                </c:pt>
                <c:pt idx="5501">
                  <c:v>177.03546967565154</c:v>
                </c:pt>
                <c:pt idx="5502">
                  <c:v>138.73706573103928</c:v>
                </c:pt>
                <c:pt idx="5503">
                  <c:v>160.65946287645605</c:v>
                </c:pt>
                <c:pt idx="5504">
                  <c:v>89.82917656159145</c:v>
                </c:pt>
                <c:pt idx="5505">
                  <c:v>94.42124720678704</c:v>
                </c:pt>
                <c:pt idx="5506">
                  <c:v>173.15220550580713</c:v>
                </c:pt>
                <c:pt idx="5507">
                  <c:v>224.56102729581642</c:v>
                </c:pt>
                <c:pt idx="5508">
                  <c:v>213.51460055731528</c:v>
                </c:pt>
                <c:pt idx="5509">
                  <c:v>173.15448873707422</c:v>
                </c:pt>
                <c:pt idx="5510">
                  <c:v>87.78021374322887</c:v>
                </c:pt>
                <c:pt idx="5511">
                  <c:v>189.60394743750098</c:v>
                </c:pt>
                <c:pt idx="5512">
                  <c:v>117.2893654697547</c:v>
                </c:pt>
                <c:pt idx="5513">
                  <c:v>190.40894060384653</c:v>
                </c:pt>
                <c:pt idx="5514">
                  <c:v>212.18452983859663</c:v>
                </c:pt>
                <c:pt idx="5515">
                  <c:v>163.07142557380982</c:v>
                </c:pt>
                <c:pt idx="5516">
                  <c:v>195.99592044136674</c:v>
                </c:pt>
                <c:pt idx="5517">
                  <c:v>83.75849319296161</c:v>
                </c:pt>
                <c:pt idx="5518">
                  <c:v>174.83631502247445</c:v>
                </c:pt>
                <c:pt idx="5519">
                  <c:v>60.5291463792181</c:v>
                </c:pt>
                <c:pt idx="5520">
                  <c:v>92.26483764187655</c:v>
                </c:pt>
                <c:pt idx="5521">
                  <c:v>86.43408269398665</c:v>
                </c:pt>
                <c:pt idx="5522">
                  <c:v>82.08945838854397</c:v>
                </c:pt>
                <c:pt idx="5523">
                  <c:v>123.0498440515291</c:v>
                </c:pt>
                <c:pt idx="5524">
                  <c:v>193.52287909333398</c:v>
                </c:pt>
                <c:pt idx="5525">
                  <c:v>133.6272504925081</c:v>
                </c:pt>
                <c:pt idx="5526">
                  <c:v>94.59713844370529</c:v>
                </c:pt>
                <c:pt idx="5527">
                  <c:v>122.23610828160894</c:v>
                </c:pt>
                <c:pt idx="5528">
                  <c:v>79.43017074186791</c:v>
                </c:pt>
                <c:pt idx="5529">
                  <c:v>77.21670516233343</c:v>
                </c:pt>
                <c:pt idx="5530">
                  <c:v>108.53082064498656</c:v>
                </c:pt>
                <c:pt idx="5531">
                  <c:v>118.25157747572753</c:v>
                </c:pt>
                <c:pt idx="5532">
                  <c:v>179.45109689026825</c:v>
                </c:pt>
                <c:pt idx="5533">
                  <c:v>233.03335416145688</c:v>
                </c:pt>
                <c:pt idx="5534">
                  <c:v>100.98299346798956</c:v>
                </c:pt>
                <c:pt idx="5535">
                  <c:v>139.9539722007359</c:v>
                </c:pt>
                <c:pt idx="5536">
                  <c:v>210.3193998835889</c:v>
                </c:pt>
                <c:pt idx="5537">
                  <c:v>113.65895255680472</c:v>
                </c:pt>
                <c:pt idx="5538">
                  <c:v>84.82388273615042</c:v>
                </c:pt>
                <c:pt idx="5539">
                  <c:v>181.03829829475868</c:v>
                </c:pt>
                <c:pt idx="5540">
                  <c:v>81.73484876508257</c:v>
                </c:pt>
                <c:pt idx="5541">
                  <c:v>172.5148098755393</c:v>
                </c:pt>
                <c:pt idx="5542">
                  <c:v>123.58391847115975</c:v>
                </c:pt>
                <c:pt idx="5543">
                  <c:v>125.2681621641032</c:v>
                </c:pt>
                <c:pt idx="5544">
                  <c:v>118.79064691552081</c:v>
                </c:pt>
                <c:pt idx="5545">
                  <c:v>173.380662896166</c:v>
                </c:pt>
                <c:pt idx="5546">
                  <c:v>84.52482686797039</c:v>
                </c:pt>
                <c:pt idx="5547">
                  <c:v>107.74785480652122</c:v>
                </c:pt>
                <c:pt idx="5548">
                  <c:v>164.77564726750256</c:v>
                </c:pt>
                <c:pt idx="5549">
                  <c:v>134.60598960553898</c:v>
                </c:pt>
                <c:pt idx="5550">
                  <c:v>76.40574879849675</c:v>
                </c:pt>
                <c:pt idx="5551">
                  <c:v>215.24082773984782</c:v>
                </c:pt>
                <c:pt idx="5552">
                  <c:v>133.07822340609684</c:v>
                </c:pt>
                <c:pt idx="5553">
                  <c:v>197.11359511921916</c:v>
                </c:pt>
                <c:pt idx="5554">
                  <c:v>170.8701462225665</c:v>
                </c:pt>
                <c:pt idx="5555">
                  <c:v>158.2550156175003</c:v>
                </c:pt>
                <c:pt idx="5556">
                  <c:v>139.04134960460547</c:v>
                </c:pt>
                <c:pt idx="5557">
                  <c:v>205.06189768610346</c:v>
                </c:pt>
                <c:pt idx="5558">
                  <c:v>92.75331920775918</c:v>
                </c:pt>
                <c:pt idx="5559">
                  <c:v>190.77265315967833</c:v>
                </c:pt>
                <c:pt idx="5560">
                  <c:v>111.74741666611037</c:v>
                </c:pt>
                <c:pt idx="5561">
                  <c:v>112.59064944991182</c:v>
                </c:pt>
                <c:pt idx="5562">
                  <c:v>110.89656399220809</c:v>
                </c:pt>
                <c:pt idx="5563">
                  <c:v>195.67974653393892</c:v>
                </c:pt>
                <c:pt idx="5564">
                  <c:v>209.33735972297094</c:v>
                </c:pt>
                <c:pt idx="5565">
                  <c:v>88.71461019514881</c:v>
                </c:pt>
                <c:pt idx="5566">
                  <c:v>175.38900135862107</c:v>
                </c:pt>
                <c:pt idx="5567">
                  <c:v>128.18656295499545</c:v>
                </c:pt>
                <c:pt idx="5568">
                  <c:v>86.6220374540253</c:v>
                </c:pt>
                <c:pt idx="5569">
                  <c:v>186.86799849399955</c:v>
                </c:pt>
                <c:pt idx="5570">
                  <c:v>125.03159640817927</c:v>
                </c:pt>
                <c:pt idx="5571">
                  <c:v>189.67957576476272</c:v>
                </c:pt>
                <c:pt idx="5572">
                  <c:v>109.93693724777795</c:v>
                </c:pt>
                <c:pt idx="5573">
                  <c:v>118.68267309872553</c:v>
                </c:pt>
                <c:pt idx="5574">
                  <c:v>132.85827788998193</c:v>
                </c:pt>
                <c:pt idx="5575">
                  <c:v>179.4218344625301</c:v>
                </c:pt>
                <c:pt idx="5576">
                  <c:v>136.94644361007906</c:v>
                </c:pt>
                <c:pt idx="5577">
                  <c:v>137.5014011636236</c:v>
                </c:pt>
                <c:pt idx="5578">
                  <c:v>113.2742194536813</c:v>
                </c:pt>
                <c:pt idx="5579">
                  <c:v>178.40954434111543</c:v>
                </c:pt>
                <c:pt idx="5580">
                  <c:v>92.67277248135368</c:v>
                </c:pt>
                <c:pt idx="5581">
                  <c:v>79.91212182466512</c:v>
                </c:pt>
                <c:pt idx="5582">
                  <c:v>171.5229561728858</c:v>
                </c:pt>
                <c:pt idx="5583">
                  <c:v>105.52887535149335</c:v>
                </c:pt>
                <c:pt idx="5584">
                  <c:v>78.0145375117691</c:v>
                </c:pt>
                <c:pt idx="5585">
                  <c:v>193.0174262060001</c:v>
                </c:pt>
                <c:pt idx="5586">
                  <c:v>131.9802521007804</c:v>
                </c:pt>
                <c:pt idx="5587">
                  <c:v>191.74388890148344</c:v>
                </c:pt>
                <c:pt idx="5588">
                  <c:v>108.9033320459117</c:v>
                </c:pt>
                <c:pt idx="5589">
                  <c:v>186.92900188337254</c:v>
                </c:pt>
                <c:pt idx="5590">
                  <c:v>86.0919598429109</c:v>
                </c:pt>
                <c:pt idx="5591">
                  <c:v>119.57497341211936</c:v>
                </c:pt>
                <c:pt idx="5592">
                  <c:v>193.40181344270252</c:v>
                </c:pt>
                <c:pt idx="5593">
                  <c:v>195.35161626173323</c:v>
                </c:pt>
                <c:pt idx="5594">
                  <c:v>132.33334691118378</c:v>
                </c:pt>
                <c:pt idx="5595">
                  <c:v>115.5354825113101</c:v>
                </c:pt>
                <c:pt idx="5596">
                  <c:v>191.29636493324637</c:v>
                </c:pt>
                <c:pt idx="5597">
                  <c:v>183.61993458273295</c:v>
                </c:pt>
                <c:pt idx="5598">
                  <c:v>185.86015398593645</c:v>
                </c:pt>
                <c:pt idx="5599">
                  <c:v>181.1990462638667</c:v>
                </c:pt>
                <c:pt idx="5600">
                  <c:v>88.24492815622129</c:v>
                </c:pt>
                <c:pt idx="5601">
                  <c:v>85.85043675870122</c:v>
                </c:pt>
                <c:pt idx="5602">
                  <c:v>174.7836834215331</c:v>
                </c:pt>
                <c:pt idx="5603">
                  <c:v>113.434291357787</c:v>
                </c:pt>
                <c:pt idx="5604">
                  <c:v>113.8912427869772</c:v>
                </c:pt>
                <c:pt idx="5605">
                  <c:v>150.09956580539907</c:v>
                </c:pt>
                <c:pt idx="5606">
                  <c:v>120.72725248336977</c:v>
                </c:pt>
                <c:pt idx="5607">
                  <c:v>138.9915341235134</c:v>
                </c:pt>
                <c:pt idx="5608">
                  <c:v>162.5455839658952</c:v>
                </c:pt>
                <c:pt idx="5609">
                  <c:v>142.03212607584288</c:v>
                </c:pt>
                <c:pt idx="5610">
                  <c:v>92.4625589456676</c:v>
                </c:pt>
                <c:pt idx="5611">
                  <c:v>113.78493152594378</c:v>
                </c:pt>
                <c:pt idx="5612">
                  <c:v>83.02111070618649</c:v>
                </c:pt>
                <c:pt idx="5613">
                  <c:v>128.73874929697462</c:v>
                </c:pt>
                <c:pt idx="5614">
                  <c:v>176.2505022045837</c:v>
                </c:pt>
                <c:pt idx="5615">
                  <c:v>124.40398769133658</c:v>
                </c:pt>
                <c:pt idx="5616">
                  <c:v>120.6125942678396</c:v>
                </c:pt>
                <c:pt idx="5617">
                  <c:v>125.759493395778</c:v>
                </c:pt>
                <c:pt idx="5618">
                  <c:v>78.55833094893222</c:v>
                </c:pt>
                <c:pt idx="5619">
                  <c:v>122.30498813344072</c:v>
                </c:pt>
                <c:pt idx="5620">
                  <c:v>77.37561276351211</c:v>
                </c:pt>
                <c:pt idx="5621">
                  <c:v>105.700853970422</c:v>
                </c:pt>
                <c:pt idx="5622">
                  <c:v>96.30922389730064</c:v>
                </c:pt>
                <c:pt idx="5623">
                  <c:v>131.95888096424386</c:v>
                </c:pt>
                <c:pt idx="5624">
                  <c:v>186.69686294587905</c:v>
                </c:pt>
                <c:pt idx="5625">
                  <c:v>116.57528555740268</c:v>
                </c:pt>
                <c:pt idx="5626">
                  <c:v>103.22303478991789</c:v>
                </c:pt>
                <c:pt idx="5627">
                  <c:v>184.6042916588554</c:v>
                </c:pt>
                <c:pt idx="5628">
                  <c:v>109.91824374138655</c:v>
                </c:pt>
                <c:pt idx="5629">
                  <c:v>170.42108502619882</c:v>
                </c:pt>
                <c:pt idx="5630">
                  <c:v>123.14443709573723</c:v>
                </c:pt>
                <c:pt idx="5631">
                  <c:v>142.15387367024644</c:v>
                </c:pt>
                <c:pt idx="5632">
                  <c:v>94.97822644959953</c:v>
                </c:pt>
                <c:pt idx="5633">
                  <c:v>111.97140027010796</c:v>
                </c:pt>
                <c:pt idx="5634">
                  <c:v>169.59698603338532</c:v>
                </c:pt>
                <c:pt idx="5635">
                  <c:v>128.2303712060189</c:v>
                </c:pt>
                <c:pt idx="5636">
                  <c:v>212.49831589001968</c:v>
                </c:pt>
                <c:pt idx="5637">
                  <c:v>173.6930337198506</c:v>
                </c:pt>
                <c:pt idx="5638">
                  <c:v>142.19131072152564</c:v>
                </c:pt>
                <c:pt idx="5639">
                  <c:v>177.16165722198278</c:v>
                </c:pt>
                <c:pt idx="5640">
                  <c:v>96.8488478157099</c:v>
                </c:pt>
                <c:pt idx="5641">
                  <c:v>109.68562963515821</c:v>
                </c:pt>
                <c:pt idx="5642">
                  <c:v>177.6178814371803</c:v>
                </c:pt>
                <c:pt idx="5643">
                  <c:v>172.19491821568505</c:v>
                </c:pt>
                <c:pt idx="5644">
                  <c:v>113.95103182977577</c:v>
                </c:pt>
                <c:pt idx="5645">
                  <c:v>184.26969283329655</c:v>
                </c:pt>
                <c:pt idx="5646">
                  <c:v>193.66905431028414</c:v>
                </c:pt>
                <c:pt idx="5647">
                  <c:v>184.23823456334364</c:v>
                </c:pt>
                <c:pt idx="5648">
                  <c:v>97.09967489170546</c:v>
                </c:pt>
                <c:pt idx="5649">
                  <c:v>178.99327251676857</c:v>
                </c:pt>
                <c:pt idx="5650">
                  <c:v>114.1715837338274</c:v>
                </c:pt>
                <c:pt idx="5651">
                  <c:v>145.3551465460739</c:v>
                </c:pt>
                <c:pt idx="5652">
                  <c:v>134.90756495406401</c:v>
                </c:pt>
                <c:pt idx="5653">
                  <c:v>87.61078300428566</c:v>
                </c:pt>
                <c:pt idx="5654">
                  <c:v>171.54802621045903</c:v>
                </c:pt>
                <c:pt idx="5655">
                  <c:v>121.15873970663935</c:v>
                </c:pt>
                <c:pt idx="5656">
                  <c:v>134.82056800223143</c:v>
                </c:pt>
                <c:pt idx="5657">
                  <c:v>216.39216552919962</c:v>
                </c:pt>
                <c:pt idx="5658">
                  <c:v>189.47595055289125</c:v>
                </c:pt>
                <c:pt idx="5659">
                  <c:v>97.172253274193</c:v>
                </c:pt>
                <c:pt idx="5660">
                  <c:v>214.8743610485196</c:v>
                </c:pt>
                <c:pt idx="5661">
                  <c:v>146.6843587688768</c:v>
                </c:pt>
                <c:pt idx="5662">
                  <c:v>70.27651957660665</c:v>
                </c:pt>
                <c:pt idx="5663">
                  <c:v>180.87458150439895</c:v>
                </c:pt>
                <c:pt idx="5664">
                  <c:v>105.31368195993288</c:v>
                </c:pt>
                <c:pt idx="5665">
                  <c:v>219.1777406415596</c:v>
                </c:pt>
                <c:pt idx="5666">
                  <c:v>135.15435212355715</c:v>
                </c:pt>
                <c:pt idx="5667">
                  <c:v>132.72252266870154</c:v>
                </c:pt>
                <c:pt idx="5668">
                  <c:v>119.88981799580807</c:v>
                </c:pt>
                <c:pt idx="5669">
                  <c:v>216.81474074059892</c:v>
                </c:pt>
                <c:pt idx="5670">
                  <c:v>83.2601320425497</c:v>
                </c:pt>
                <c:pt idx="5671">
                  <c:v>187.51869048464272</c:v>
                </c:pt>
                <c:pt idx="5672">
                  <c:v>208.12322631204543</c:v>
                </c:pt>
                <c:pt idx="5673">
                  <c:v>218.50097492713817</c:v>
                </c:pt>
                <c:pt idx="5674">
                  <c:v>138.28146006718384</c:v>
                </c:pt>
                <c:pt idx="5675">
                  <c:v>124.75748172955115</c:v>
                </c:pt>
                <c:pt idx="5676">
                  <c:v>78.43057380471483</c:v>
                </c:pt>
                <c:pt idx="5677">
                  <c:v>138.94858250988912</c:v>
                </c:pt>
                <c:pt idx="5678">
                  <c:v>196.30064157785438</c:v>
                </c:pt>
                <c:pt idx="5679">
                  <c:v>146.20420978500476</c:v>
                </c:pt>
                <c:pt idx="5680">
                  <c:v>107.4780429676291</c:v>
                </c:pt>
                <c:pt idx="5681">
                  <c:v>111.90927784591375</c:v>
                </c:pt>
                <c:pt idx="5682">
                  <c:v>103.63042752530222</c:v>
                </c:pt>
                <c:pt idx="5683">
                  <c:v>187.35427769775785</c:v>
                </c:pt>
                <c:pt idx="5684">
                  <c:v>128.5932272236051</c:v>
                </c:pt>
                <c:pt idx="5685">
                  <c:v>193.36695208251265</c:v>
                </c:pt>
                <c:pt idx="5686">
                  <c:v>185.47132316839887</c:v>
                </c:pt>
                <c:pt idx="5687">
                  <c:v>95.3290801520608</c:v>
                </c:pt>
                <c:pt idx="5688">
                  <c:v>176.3423928625417</c:v>
                </c:pt>
                <c:pt idx="5689">
                  <c:v>120.74234495499171</c:v>
                </c:pt>
                <c:pt idx="5690">
                  <c:v>154.84795023280137</c:v>
                </c:pt>
                <c:pt idx="5691">
                  <c:v>186.30770822613877</c:v>
                </c:pt>
                <c:pt idx="5692">
                  <c:v>159.39236717527362</c:v>
                </c:pt>
                <c:pt idx="5693">
                  <c:v>185.34919052747898</c:v>
                </c:pt>
                <c:pt idx="5694">
                  <c:v>99.25694206436862</c:v>
                </c:pt>
                <c:pt idx="5695">
                  <c:v>85.49056522592029</c:v>
                </c:pt>
                <c:pt idx="5696">
                  <c:v>226.19334536847595</c:v>
                </c:pt>
                <c:pt idx="5697">
                  <c:v>80.86535596966863</c:v>
                </c:pt>
                <c:pt idx="5698">
                  <c:v>109.80445314896923</c:v>
                </c:pt>
                <c:pt idx="5699">
                  <c:v>140.08557735798757</c:v>
                </c:pt>
                <c:pt idx="5700">
                  <c:v>181.80188299569448</c:v>
                </c:pt>
                <c:pt idx="5701">
                  <c:v>97.94187166079598</c:v>
                </c:pt>
                <c:pt idx="5702">
                  <c:v>169.35340586193774</c:v>
                </c:pt>
                <c:pt idx="5703">
                  <c:v>208.7780763853141</c:v>
                </c:pt>
                <c:pt idx="5704">
                  <c:v>105.31309112673821</c:v>
                </c:pt>
                <c:pt idx="5705">
                  <c:v>78.36623237542503</c:v>
                </c:pt>
                <c:pt idx="5706">
                  <c:v>127.3893572451725</c:v>
                </c:pt>
                <c:pt idx="5707">
                  <c:v>144.66601302082518</c:v>
                </c:pt>
                <c:pt idx="5708">
                  <c:v>111.26353375181897</c:v>
                </c:pt>
                <c:pt idx="5709">
                  <c:v>135.27400138531357</c:v>
                </c:pt>
                <c:pt idx="5710">
                  <c:v>84.134984105968</c:v>
                </c:pt>
                <c:pt idx="5711">
                  <c:v>196.5513223055925</c:v>
                </c:pt>
                <c:pt idx="5712">
                  <c:v>139.3619044101033</c:v>
                </c:pt>
                <c:pt idx="5713">
                  <c:v>149.51360841047702</c:v>
                </c:pt>
                <c:pt idx="5714">
                  <c:v>193.7910355370095</c:v>
                </c:pt>
                <c:pt idx="5715">
                  <c:v>103.27277210401218</c:v>
                </c:pt>
                <c:pt idx="5716">
                  <c:v>138.70727822796493</c:v>
                </c:pt>
                <c:pt idx="5717">
                  <c:v>88.92521249356741</c:v>
                </c:pt>
                <c:pt idx="5718">
                  <c:v>211.48616251127157</c:v>
                </c:pt>
                <c:pt idx="5719">
                  <c:v>138.30079242088087</c:v>
                </c:pt>
                <c:pt idx="5720">
                  <c:v>197.1447883862862</c:v>
                </c:pt>
                <c:pt idx="5721">
                  <c:v>86.52447204178755</c:v>
                </c:pt>
                <c:pt idx="5722">
                  <c:v>99.39271992009094</c:v>
                </c:pt>
                <c:pt idx="5723">
                  <c:v>147.9752663763656</c:v>
                </c:pt>
                <c:pt idx="5724">
                  <c:v>84.71763303697558</c:v>
                </c:pt>
                <c:pt idx="5725">
                  <c:v>95.28133165172675</c:v>
                </c:pt>
                <c:pt idx="5726">
                  <c:v>118.0704642225197</c:v>
                </c:pt>
                <c:pt idx="5727">
                  <c:v>78.37632265602996</c:v>
                </c:pt>
                <c:pt idx="5728">
                  <c:v>102.99238211928744</c:v>
                </c:pt>
                <c:pt idx="5729">
                  <c:v>173.56721607432866</c:v>
                </c:pt>
                <c:pt idx="5730">
                  <c:v>83.89102553841659</c:v>
                </c:pt>
                <c:pt idx="5731">
                  <c:v>104.02011261160295</c:v>
                </c:pt>
                <c:pt idx="5732">
                  <c:v>75.99549161579418</c:v>
                </c:pt>
                <c:pt idx="5733">
                  <c:v>218.74976836134402</c:v>
                </c:pt>
                <c:pt idx="5734">
                  <c:v>86.31927892359812</c:v>
                </c:pt>
                <c:pt idx="5735">
                  <c:v>181.42564395776088</c:v>
                </c:pt>
                <c:pt idx="5736">
                  <c:v>180.47410577070855</c:v>
                </c:pt>
                <c:pt idx="5737">
                  <c:v>197.081472056487</c:v>
                </c:pt>
                <c:pt idx="5738">
                  <c:v>182.6370833100995</c:v>
                </c:pt>
                <c:pt idx="5739">
                  <c:v>189.58756713857522</c:v>
                </c:pt>
                <c:pt idx="5740">
                  <c:v>178.64878512428913</c:v>
                </c:pt>
                <c:pt idx="5741">
                  <c:v>172.8103747659706</c:v>
                </c:pt>
                <c:pt idx="5742">
                  <c:v>175.18450634439898</c:v>
                </c:pt>
                <c:pt idx="5743">
                  <c:v>131.2998911765836</c:v>
                </c:pt>
                <c:pt idx="5744">
                  <c:v>119.65788011500763</c:v>
                </c:pt>
                <c:pt idx="5745">
                  <c:v>125.71426818476635</c:v>
                </c:pt>
                <c:pt idx="5746">
                  <c:v>174.35976906303014</c:v>
                </c:pt>
                <c:pt idx="5747">
                  <c:v>170.08361918808194</c:v>
                </c:pt>
                <c:pt idx="5748">
                  <c:v>105.86215291894838</c:v>
                </c:pt>
                <c:pt idx="5749">
                  <c:v>83.89439831497192</c:v>
                </c:pt>
                <c:pt idx="5750">
                  <c:v>110.20868962470105</c:v>
                </c:pt>
                <c:pt idx="5751">
                  <c:v>81.6539755795149</c:v>
                </c:pt>
                <c:pt idx="5752">
                  <c:v>126.54301636856447</c:v>
                </c:pt>
                <c:pt idx="5753">
                  <c:v>118.18627830824585</c:v>
                </c:pt>
                <c:pt idx="5754">
                  <c:v>176.9618697714212</c:v>
                </c:pt>
                <c:pt idx="5755">
                  <c:v>82.77960877559707</c:v>
                </c:pt>
                <c:pt idx="5756">
                  <c:v>115.94531204563242</c:v>
                </c:pt>
                <c:pt idx="5757">
                  <c:v>167.72373520051954</c:v>
                </c:pt>
                <c:pt idx="5758">
                  <c:v>167.24353948545675</c:v>
                </c:pt>
                <c:pt idx="5759">
                  <c:v>72.45541035461495</c:v>
                </c:pt>
                <c:pt idx="5760">
                  <c:v>213.59955420629896</c:v>
                </c:pt>
                <c:pt idx="5761">
                  <c:v>218.19180649079647</c:v>
                </c:pt>
                <c:pt idx="5762">
                  <c:v>130.43400635236955</c:v>
                </c:pt>
                <c:pt idx="5763">
                  <c:v>80.34950549845934</c:v>
                </c:pt>
                <c:pt idx="5764">
                  <c:v>197.81112138380385</c:v>
                </c:pt>
                <c:pt idx="5765">
                  <c:v>176.4723600910224</c:v>
                </c:pt>
                <c:pt idx="5766">
                  <c:v>138.31287284193374</c:v>
                </c:pt>
                <c:pt idx="5767">
                  <c:v>186.31796234301098</c:v>
                </c:pt>
                <c:pt idx="5768">
                  <c:v>114.10545571315832</c:v>
                </c:pt>
                <c:pt idx="5769">
                  <c:v>114.37310224202474</c:v>
                </c:pt>
                <c:pt idx="5770">
                  <c:v>82.58326478140496</c:v>
                </c:pt>
                <c:pt idx="5771">
                  <c:v>179.7586274288167</c:v>
                </c:pt>
                <c:pt idx="5772">
                  <c:v>145.4305401156074</c:v>
                </c:pt>
                <c:pt idx="5773">
                  <c:v>179.79645574293426</c:v>
                </c:pt>
                <c:pt idx="5774">
                  <c:v>106.54666580339962</c:v>
                </c:pt>
                <c:pt idx="5775">
                  <c:v>109.02509326147293</c:v>
                </c:pt>
                <c:pt idx="5776">
                  <c:v>138.41186163738675</c:v>
                </c:pt>
                <c:pt idx="5777">
                  <c:v>177.1836813683439</c:v>
                </c:pt>
                <c:pt idx="5778">
                  <c:v>141.63060818600854</c:v>
                </c:pt>
                <c:pt idx="5779">
                  <c:v>80.1929459553676</c:v>
                </c:pt>
                <c:pt idx="5780">
                  <c:v>171.10486057439616</c:v>
                </c:pt>
                <c:pt idx="5781">
                  <c:v>75.62208429933001</c:v>
                </c:pt>
                <c:pt idx="5782">
                  <c:v>187.35525528361848</c:v>
                </c:pt>
                <c:pt idx="5783">
                  <c:v>92.19806458036447</c:v>
                </c:pt>
                <c:pt idx="5784">
                  <c:v>184.79295566066128</c:v>
                </c:pt>
                <c:pt idx="5785">
                  <c:v>77.90425228107257</c:v>
                </c:pt>
                <c:pt idx="5786">
                  <c:v>152.97454789154503</c:v>
                </c:pt>
                <c:pt idx="5787">
                  <c:v>139.33437629284697</c:v>
                </c:pt>
                <c:pt idx="5788">
                  <c:v>60.93804195174888</c:v>
                </c:pt>
                <c:pt idx="5789">
                  <c:v>118.34518923765282</c:v>
                </c:pt>
                <c:pt idx="5790">
                  <c:v>99.15547910021304</c:v>
                </c:pt>
                <c:pt idx="5791">
                  <c:v>125.65655865362271</c:v>
                </c:pt>
                <c:pt idx="5792">
                  <c:v>182.97920875127295</c:v>
                </c:pt>
                <c:pt idx="5793">
                  <c:v>148.56150699708218</c:v>
                </c:pt>
                <c:pt idx="5794">
                  <c:v>180.66520432719818</c:v>
                </c:pt>
                <c:pt idx="5795">
                  <c:v>157.1317545657467</c:v>
                </c:pt>
                <c:pt idx="5796">
                  <c:v>183.637819658431</c:v>
                </c:pt>
                <c:pt idx="5797">
                  <c:v>101.00935686577652</c:v>
                </c:pt>
                <c:pt idx="5798">
                  <c:v>106.67307991561037</c:v>
                </c:pt>
                <c:pt idx="5799">
                  <c:v>183.63908204292787</c:v>
                </c:pt>
                <c:pt idx="5800">
                  <c:v>210.92424423254687</c:v>
                </c:pt>
                <c:pt idx="5801">
                  <c:v>127.37481336351607</c:v>
                </c:pt>
                <c:pt idx="5802">
                  <c:v>106.15286766936683</c:v>
                </c:pt>
                <c:pt idx="5803">
                  <c:v>129.4117378935922</c:v>
                </c:pt>
                <c:pt idx="5804">
                  <c:v>219.30930183729552</c:v>
                </c:pt>
                <c:pt idx="5805">
                  <c:v>105.84732173486404</c:v>
                </c:pt>
                <c:pt idx="5806">
                  <c:v>122.68793047334701</c:v>
                </c:pt>
                <c:pt idx="5807">
                  <c:v>168.76480736492042</c:v>
                </c:pt>
                <c:pt idx="5808">
                  <c:v>85.36540775996691</c:v>
                </c:pt>
                <c:pt idx="5809">
                  <c:v>97.71587109158335</c:v>
                </c:pt>
                <c:pt idx="5810">
                  <c:v>188.03288822983419</c:v>
                </c:pt>
                <c:pt idx="5811">
                  <c:v>108.92970285675217</c:v>
                </c:pt>
                <c:pt idx="5812">
                  <c:v>118.29762685275239</c:v>
                </c:pt>
                <c:pt idx="5813">
                  <c:v>138.9133000631759</c:v>
                </c:pt>
                <c:pt idx="5814">
                  <c:v>120.32553604240036</c:v>
                </c:pt>
                <c:pt idx="5815">
                  <c:v>174.95596766512904</c:v>
                </c:pt>
                <c:pt idx="5816">
                  <c:v>138.0654992695989</c:v>
                </c:pt>
                <c:pt idx="5817">
                  <c:v>119.16808934223118</c:v>
                </c:pt>
                <c:pt idx="5818">
                  <c:v>104.52042504014867</c:v>
                </c:pt>
                <c:pt idx="5819">
                  <c:v>141.0756832277738</c:v>
                </c:pt>
                <c:pt idx="5820">
                  <c:v>143.15919465599396</c:v>
                </c:pt>
                <c:pt idx="5821">
                  <c:v>185.53473316596708</c:v>
                </c:pt>
                <c:pt idx="5822">
                  <c:v>88.04648563073617</c:v>
                </c:pt>
                <c:pt idx="5823">
                  <c:v>196.53702489129307</c:v>
                </c:pt>
                <c:pt idx="5824">
                  <c:v>186.98920374027162</c:v>
                </c:pt>
                <c:pt idx="5825">
                  <c:v>114.44037253810066</c:v>
                </c:pt>
                <c:pt idx="5826">
                  <c:v>152.05422238261582</c:v>
                </c:pt>
                <c:pt idx="5827">
                  <c:v>132.13317743223183</c:v>
                </c:pt>
                <c:pt idx="5828">
                  <c:v>124.4869934813865</c:v>
                </c:pt>
                <c:pt idx="5829">
                  <c:v>133.69186936714414</c:v>
                </c:pt>
                <c:pt idx="5830">
                  <c:v>92.10847425118077</c:v>
                </c:pt>
                <c:pt idx="5831">
                  <c:v>104.30133792235151</c:v>
                </c:pt>
                <c:pt idx="5832">
                  <c:v>183.76258953271986</c:v>
                </c:pt>
                <c:pt idx="5833">
                  <c:v>101.38188876008014</c:v>
                </c:pt>
                <c:pt idx="5834">
                  <c:v>199.4306569304409</c:v>
                </c:pt>
                <c:pt idx="5835">
                  <c:v>176.52727056472096</c:v>
                </c:pt>
                <c:pt idx="5836">
                  <c:v>183.2513920322813</c:v>
                </c:pt>
                <c:pt idx="5837">
                  <c:v>133.55512816970415</c:v>
                </c:pt>
                <c:pt idx="5838">
                  <c:v>77.8937599187512</c:v>
                </c:pt>
                <c:pt idx="5839">
                  <c:v>144.29731253398037</c:v>
                </c:pt>
                <c:pt idx="5840">
                  <c:v>88.4177416820468</c:v>
                </c:pt>
                <c:pt idx="5841">
                  <c:v>130.88538003533105</c:v>
                </c:pt>
                <c:pt idx="5842">
                  <c:v>179.01597687804318</c:v>
                </c:pt>
                <c:pt idx="5843">
                  <c:v>110.37452231392452</c:v>
                </c:pt>
                <c:pt idx="5844">
                  <c:v>122.792667607885</c:v>
                </c:pt>
                <c:pt idx="5845">
                  <c:v>133.24837175900672</c:v>
                </c:pt>
                <c:pt idx="5846">
                  <c:v>218.59469921851564</c:v>
                </c:pt>
                <c:pt idx="5847">
                  <c:v>155.08287279595035</c:v>
                </c:pt>
                <c:pt idx="5848">
                  <c:v>103.35279325503957</c:v>
                </c:pt>
                <c:pt idx="5849">
                  <c:v>185.06676085779728</c:v>
                </c:pt>
                <c:pt idx="5850">
                  <c:v>108.49176800678593</c:v>
                </c:pt>
                <c:pt idx="5851">
                  <c:v>184.23717929327154</c:v>
                </c:pt>
                <c:pt idx="5852">
                  <c:v>195.36234939134556</c:v>
                </c:pt>
                <c:pt idx="5853">
                  <c:v>174.64347577230828</c:v>
                </c:pt>
                <c:pt idx="5854">
                  <c:v>214.54741972434505</c:v>
                </c:pt>
                <c:pt idx="5855">
                  <c:v>85.69163613750071</c:v>
                </c:pt>
                <c:pt idx="5856">
                  <c:v>175.0360766908859</c:v>
                </c:pt>
                <c:pt idx="5857">
                  <c:v>188.28149099731354</c:v>
                </c:pt>
                <c:pt idx="5858">
                  <c:v>88.26160118461948</c:v>
                </c:pt>
                <c:pt idx="5859">
                  <c:v>206.36160474487332</c:v>
                </c:pt>
                <c:pt idx="5860">
                  <c:v>109.83158807111703</c:v>
                </c:pt>
                <c:pt idx="5861">
                  <c:v>178.19646304279368</c:v>
                </c:pt>
                <c:pt idx="5862">
                  <c:v>173.87611144817998</c:v>
                </c:pt>
                <c:pt idx="5863">
                  <c:v>159.2204110430223</c:v>
                </c:pt>
                <c:pt idx="5864">
                  <c:v>97.4958401705931</c:v>
                </c:pt>
                <c:pt idx="5865">
                  <c:v>170.90838585684978</c:v>
                </c:pt>
                <c:pt idx="5866">
                  <c:v>119.76575090831696</c:v>
                </c:pt>
                <c:pt idx="5867">
                  <c:v>226.81506983831662</c:v>
                </c:pt>
                <c:pt idx="5868">
                  <c:v>123.82448913100136</c:v>
                </c:pt>
                <c:pt idx="5869">
                  <c:v>117.5343272618532</c:v>
                </c:pt>
                <c:pt idx="5870">
                  <c:v>168.24346034785984</c:v>
                </c:pt>
                <c:pt idx="5871">
                  <c:v>152.9614277881287</c:v>
                </c:pt>
                <c:pt idx="5872">
                  <c:v>123.3877020668636</c:v>
                </c:pt>
                <c:pt idx="5873">
                  <c:v>140.11217044029507</c:v>
                </c:pt>
                <c:pt idx="5874">
                  <c:v>142.72417950111</c:v>
                </c:pt>
                <c:pt idx="5875">
                  <c:v>165.36465231750617</c:v>
                </c:pt>
                <c:pt idx="5876">
                  <c:v>137.06021936208137</c:v>
                </c:pt>
                <c:pt idx="5877">
                  <c:v>94.93459332691846</c:v>
                </c:pt>
                <c:pt idx="5878">
                  <c:v>87.18380798777805</c:v>
                </c:pt>
                <c:pt idx="5879">
                  <c:v>65.85856557641033</c:v>
                </c:pt>
                <c:pt idx="5880">
                  <c:v>97.12398053223076</c:v>
                </c:pt>
                <c:pt idx="5881">
                  <c:v>166.98552580375699</c:v>
                </c:pt>
                <c:pt idx="5882">
                  <c:v>195.1685922630385</c:v>
                </c:pt>
                <c:pt idx="5883">
                  <c:v>137.70553973555417</c:v>
                </c:pt>
                <c:pt idx="5884">
                  <c:v>180.88847446891387</c:v>
                </c:pt>
                <c:pt idx="5885">
                  <c:v>185.79390719535814</c:v>
                </c:pt>
                <c:pt idx="5886">
                  <c:v>179.29592757174026</c:v>
                </c:pt>
                <c:pt idx="5887">
                  <c:v>173.97506156628094</c:v>
                </c:pt>
                <c:pt idx="5888">
                  <c:v>128.5716415450403</c:v>
                </c:pt>
                <c:pt idx="5889">
                  <c:v>134.33295025502102</c:v>
                </c:pt>
                <c:pt idx="5890">
                  <c:v>87.41183388272952</c:v>
                </c:pt>
                <c:pt idx="5891">
                  <c:v>143.68530436544174</c:v>
                </c:pt>
                <c:pt idx="5892">
                  <c:v>149.06312165368215</c:v>
                </c:pt>
                <c:pt idx="5893">
                  <c:v>190.82045625482397</c:v>
                </c:pt>
                <c:pt idx="5894">
                  <c:v>109.71150850624481</c:v>
                </c:pt>
                <c:pt idx="5895">
                  <c:v>138.03610383523002</c:v>
                </c:pt>
                <c:pt idx="5896">
                  <c:v>185.32289318894456</c:v>
                </c:pt>
                <c:pt idx="5897">
                  <c:v>84.39678105002452</c:v>
                </c:pt>
                <c:pt idx="5898">
                  <c:v>123.63130117418568</c:v>
                </c:pt>
                <c:pt idx="5899">
                  <c:v>197.14011904432564</c:v>
                </c:pt>
                <c:pt idx="5900">
                  <c:v>137.26769533300327</c:v>
                </c:pt>
                <c:pt idx="5901">
                  <c:v>83.1249160822351</c:v>
                </c:pt>
                <c:pt idx="5902">
                  <c:v>134.9300405005052</c:v>
                </c:pt>
                <c:pt idx="5903">
                  <c:v>188.78683076501443</c:v>
                </c:pt>
                <c:pt idx="5904">
                  <c:v>109.66116858493135</c:v>
                </c:pt>
                <c:pt idx="5905">
                  <c:v>104.09235155023426</c:v>
                </c:pt>
                <c:pt idx="5906">
                  <c:v>134.1150171507313</c:v>
                </c:pt>
                <c:pt idx="5907">
                  <c:v>186.24212522511144</c:v>
                </c:pt>
                <c:pt idx="5908">
                  <c:v>185.0546416596845</c:v>
                </c:pt>
                <c:pt idx="5909">
                  <c:v>89.92244077115114</c:v>
                </c:pt>
                <c:pt idx="5910">
                  <c:v>213.51604549506845</c:v>
                </c:pt>
                <c:pt idx="5911">
                  <c:v>96.94642743114542</c:v>
                </c:pt>
                <c:pt idx="5912">
                  <c:v>112.24923645514367</c:v>
                </c:pt>
                <c:pt idx="5913">
                  <c:v>85.0870035378593</c:v>
                </c:pt>
                <c:pt idx="5914">
                  <c:v>120.4009146569143</c:v>
                </c:pt>
                <c:pt idx="5915">
                  <c:v>170.52177623813955</c:v>
                </c:pt>
                <c:pt idx="5916">
                  <c:v>150.32682692097077</c:v>
                </c:pt>
                <c:pt idx="5917">
                  <c:v>103.71755977740459</c:v>
                </c:pt>
                <c:pt idx="5918">
                  <c:v>171.81709575643842</c:v>
                </c:pt>
                <c:pt idx="5919">
                  <c:v>81.08693755181567</c:v>
                </c:pt>
                <c:pt idx="5920">
                  <c:v>173.32683681918581</c:v>
                </c:pt>
                <c:pt idx="5921">
                  <c:v>216.1659822065398</c:v>
                </c:pt>
                <c:pt idx="5922">
                  <c:v>110.22127554164007</c:v>
                </c:pt>
                <c:pt idx="5923">
                  <c:v>128.0427982615748</c:v>
                </c:pt>
                <c:pt idx="5924">
                  <c:v>136.35327897149378</c:v>
                </c:pt>
                <c:pt idx="5925">
                  <c:v>90.19309747493728</c:v>
                </c:pt>
                <c:pt idx="5926">
                  <c:v>122.14339220583453</c:v>
                </c:pt>
                <c:pt idx="5927">
                  <c:v>215.93740454651902</c:v>
                </c:pt>
                <c:pt idx="5928">
                  <c:v>179.1818628139426</c:v>
                </c:pt>
                <c:pt idx="5929">
                  <c:v>93.2524752661126</c:v>
                </c:pt>
                <c:pt idx="5930">
                  <c:v>183.8189356104309</c:v>
                </c:pt>
                <c:pt idx="5931">
                  <c:v>142.98862345645117</c:v>
                </c:pt>
                <c:pt idx="5932">
                  <c:v>180.45550350604896</c:v>
                </c:pt>
                <c:pt idx="5933">
                  <c:v>108.12225766194292</c:v>
                </c:pt>
                <c:pt idx="5934">
                  <c:v>180.51370314586063</c:v>
                </c:pt>
                <c:pt idx="5935">
                  <c:v>75.46401375462074</c:v>
                </c:pt>
                <c:pt idx="5936">
                  <c:v>79.64219057428954</c:v>
                </c:pt>
                <c:pt idx="5937">
                  <c:v>221.8617931551483</c:v>
                </c:pt>
                <c:pt idx="5938">
                  <c:v>89.99246625662572</c:v>
                </c:pt>
                <c:pt idx="5939">
                  <c:v>193.10847998309546</c:v>
                </c:pt>
                <c:pt idx="5940">
                  <c:v>138.7653740338547</c:v>
                </c:pt>
                <c:pt idx="5941">
                  <c:v>94.28725087257696</c:v>
                </c:pt>
                <c:pt idx="5942">
                  <c:v>85.06308156154945</c:v>
                </c:pt>
                <c:pt idx="5943">
                  <c:v>74.9890343723134</c:v>
                </c:pt>
                <c:pt idx="5944">
                  <c:v>200.86664322795875</c:v>
                </c:pt>
                <c:pt idx="5945">
                  <c:v>136.47615118145524</c:v>
                </c:pt>
                <c:pt idx="5946">
                  <c:v>155.37930870831363</c:v>
                </c:pt>
                <c:pt idx="5947">
                  <c:v>127.9815551278744</c:v>
                </c:pt>
                <c:pt idx="5948">
                  <c:v>113.38623769648407</c:v>
                </c:pt>
                <c:pt idx="5949">
                  <c:v>137.695687619291</c:v>
                </c:pt>
                <c:pt idx="5950">
                  <c:v>60.51218683377537</c:v>
                </c:pt>
                <c:pt idx="5951">
                  <c:v>177.35449805789688</c:v>
                </c:pt>
                <c:pt idx="5952">
                  <c:v>122.98388429463414</c:v>
                </c:pt>
                <c:pt idx="5953">
                  <c:v>119.75134693206252</c:v>
                </c:pt>
                <c:pt idx="5954">
                  <c:v>167.66931353122885</c:v>
                </c:pt>
                <c:pt idx="5955">
                  <c:v>110.4489580981674</c:v>
                </c:pt>
                <c:pt idx="5956">
                  <c:v>224.15720488007955</c:v>
                </c:pt>
                <c:pt idx="5957">
                  <c:v>119.34470175444173</c:v>
                </c:pt>
                <c:pt idx="5958">
                  <c:v>98.32721332517579</c:v>
                </c:pt>
                <c:pt idx="5959">
                  <c:v>177.18196153487534</c:v>
                </c:pt>
                <c:pt idx="5960">
                  <c:v>101.64840061176164</c:v>
                </c:pt>
                <c:pt idx="5961">
                  <c:v>94.37530556345509</c:v>
                </c:pt>
                <c:pt idx="5962">
                  <c:v>184.03330392053593</c:v>
                </c:pt>
                <c:pt idx="5963">
                  <c:v>173.36775622921505</c:v>
                </c:pt>
                <c:pt idx="5964">
                  <c:v>136.4000169407187</c:v>
                </c:pt>
                <c:pt idx="5965">
                  <c:v>142.8860744980924</c:v>
                </c:pt>
                <c:pt idx="5966">
                  <c:v>142.6013332728679</c:v>
                </c:pt>
                <c:pt idx="5967">
                  <c:v>96.52673945252504</c:v>
                </c:pt>
                <c:pt idx="5968">
                  <c:v>111.51357546626959</c:v>
                </c:pt>
                <c:pt idx="5969">
                  <c:v>193.7047198919115</c:v>
                </c:pt>
                <c:pt idx="5970">
                  <c:v>124.85037441272203</c:v>
                </c:pt>
                <c:pt idx="5971">
                  <c:v>197.06602015667647</c:v>
                </c:pt>
                <c:pt idx="5972">
                  <c:v>182.0416703300726</c:v>
                </c:pt>
                <c:pt idx="5973">
                  <c:v>99.61763724128743</c:v>
                </c:pt>
                <c:pt idx="5974">
                  <c:v>141.2535457887874</c:v>
                </c:pt>
                <c:pt idx="5975">
                  <c:v>185.5327969930121</c:v>
                </c:pt>
                <c:pt idx="5976">
                  <c:v>115.907111898136</c:v>
                </c:pt>
                <c:pt idx="5977">
                  <c:v>204.4864063685661</c:v>
                </c:pt>
                <c:pt idx="5978">
                  <c:v>133.19836190937212</c:v>
                </c:pt>
                <c:pt idx="5979">
                  <c:v>159.84813196164296</c:v>
                </c:pt>
                <c:pt idx="5980">
                  <c:v>128.61261965275224</c:v>
                </c:pt>
                <c:pt idx="5981">
                  <c:v>203.70821858223587</c:v>
                </c:pt>
                <c:pt idx="5982">
                  <c:v>98.22805423442489</c:v>
                </c:pt>
                <c:pt idx="5983">
                  <c:v>178.8966734081654</c:v>
                </c:pt>
                <c:pt idx="5984">
                  <c:v>111.71217497294832</c:v>
                </c:pt>
                <c:pt idx="5985">
                  <c:v>165.83829778786634</c:v>
                </c:pt>
                <c:pt idx="5986">
                  <c:v>205.97702158553273</c:v>
                </c:pt>
                <c:pt idx="5987">
                  <c:v>109.68419739512804</c:v>
                </c:pt>
                <c:pt idx="5988">
                  <c:v>100.46112837533113</c:v>
                </c:pt>
                <c:pt idx="5989">
                  <c:v>178.81398980491483</c:v>
                </c:pt>
                <c:pt idx="5990">
                  <c:v>130.44797729362602</c:v>
                </c:pt>
                <c:pt idx="5991">
                  <c:v>164.66883292734494</c:v>
                </c:pt>
                <c:pt idx="5992">
                  <c:v>96.84671828083752</c:v>
                </c:pt>
                <c:pt idx="5993">
                  <c:v>178.17815122966098</c:v>
                </c:pt>
                <c:pt idx="5994">
                  <c:v>186.9152036685534</c:v>
                </c:pt>
                <c:pt idx="5995">
                  <c:v>224.8102579346107</c:v>
                </c:pt>
                <c:pt idx="5996">
                  <c:v>89.08059798331644</c:v>
                </c:pt>
                <c:pt idx="5997">
                  <c:v>142.46914679879328</c:v>
                </c:pt>
                <c:pt idx="5998">
                  <c:v>154.62762994740982</c:v>
                </c:pt>
                <c:pt idx="5999">
                  <c:v>129.64006879734984</c:v>
                </c:pt>
                <c:pt idx="6000">
                  <c:v>123.51533844945926</c:v>
                </c:pt>
                <c:pt idx="6001">
                  <c:v>76.23279422987385</c:v>
                </c:pt>
                <c:pt idx="6002">
                  <c:v>210.85188962637125</c:v>
                </c:pt>
                <c:pt idx="6003">
                  <c:v>177.01204617317464</c:v>
                </c:pt>
                <c:pt idx="6004">
                  <c:v>66.7764601376895</c:v>
                </c:pt>
                <c:pt idx="6005">
                  <c:v>168.10294056798767</c:v>
                </c:pt>
                <c:pt idx="6006">
                  <c:v>145.2195596341701</c:v>
                </c:pt>
                <c:pt idx="6007">
                  <c:v>89.75145883930914</c:v>
                </c:pt>
                <c:pt idx="6008">
                  <c:v>227.45405526754945</c:v>
                </c:pt>
                <c:pt idx="6009">
                  <c:v>129.4105192591187</c:v>
                </c:pt>
                <c:pt idx="6010">
                  <c:v>77.30375717543163</c:v>
                </c:pt>
                <c:pt idx="6011">
                  <c:v>163.95368393167126</c:v>
                </c:pt>
                <c:pt idx="6012">
                  <c:v>118.8749115547237</c:v>
                </c:pt>
                <c:pt idx="6013">
                  <c:v>126.6491609953778</c:v>
                </c:pt>
                <c:pt idx="6014">
                  <c:v>130.0126296800286</c:v>
                </c:pt>
                <c:pt idx="6015">
                  <c:v>175.69558994404915</c:v>
                </c:pt>
                <c:pt idx="6016">
                  <c:v>140.82986761916706</c:v>
                </c:pt>
                <c:pt idx="6017">
                  <c:v>126.49486419946464</c:v>
                </c:pt>
                <c:pt idx="6018">
                  <c:v>133.3792827988252</c:v>
                </c:pt>
                <c:pt idx="6019">
                  <c:v>205.25215806940727</c:v>
                </c:pt>
                <c:pt idx="6020">
                  <c:v>95.49822518837507</c:v>
                </c:pt>
                <c:pt idx="6021">
                  <c:v>181.50549777172208</c:v>
                </c:pt>
                <c:pt idx="6022">
                  <c:v>208.79087559719525</c:v>
                </c:pt>
                <c:pt idx="6023">
                  <c:v>178.38786230019045</c:v>
                </c:pt>
                <c:pt idx="6024">
                  <c:v>114.82767745945142</c:v>
                </c:pt>
                <c:pt idx="6025">
                  <c:v>127.33486176878384</c:v>
                </c:pt>
                <c:pt idx="6026">
                  <c:v>125.0391249819797</c:v>
                </c:pt>
                <c:pt idx="6027">
                  <c:v>189.66718357902988</c:v>
                </c:pt>
                <c:pt idx="6028">
                  <c:v>137.94653672397808</c:v>
                </c:pt>
                <c:pt idx="6029">
                  <c:v>194.86070470600941</c:v>
                </c:pt>
                <c:pt idx="6030">
                  <c:v>74.93919078044921</c:v>
                </c:pt>
                <c:pt idx="6031">
                  <c:v>73.22429486771581</c:v>
                </c:pt>
                <c:pt idx="6032">
                  <c:v>127.38168908714871</c:v>
                </c:pt>
                <c:pt idx="6033">
                  <c:v>107.74894098979037</c:v>
                </c:pt>
                <c:pt idx="6034">
                  <c:v>104.30305708597274</c:v>
                </c:pt>
                <c:pt idx="6035">
                  <c:v>109.57210751575433</c:v>
                </c:pt>
                <c:pt idx="6036">
                  <c:v>104.60386681315934</c:v>
                </c:pt>
                <c:pt idx="6037">
                  <c:v>79.82187895496077</c:v>
                </c:pt>
                <c:pt idx="6038">
                  <c:v>179.797038712739</c:v>
                </c:pt>
                <c:pt idx="6039">
                  <c:v>110.5772518239845</c:v>
                </c:pt>
                <c:pt idx="6040">
                  <c:v>180.7852006600579</c:v>
                </c:pt>
                <c:pt idx="6041">
                  <c:v>176.28496797096184</c:v>
                </c:pt>
                <c:pt idx="6042">
                  <c:v>209.81551979993566</c:v>
                </c:pt>
                <c:pt idx="6043">
                  <c:v>86.96116882963999</c:v>
                </c:pt>
                <c:pt idx="6044">
                  <c:v>200.33643519762165</c:v>
                </c:pt>
                <c:pt idx="6045">
                  <c:v>173.0733567052366</c:v>
                </c:pt>
                <c:pt idx="6046">
                  <c:v>186.788410984816</c:v>
                </c:pt>
                <c:pt idx="6047">
                  <c:v>178.71872418845163</c:v>
                </c:pt>
                <c:pt idx="6048">
                  <c:v>191.6818630727144</c:v>
                </c:pt>
                <c:pt idx="6049">
                  <c:v>111.91703872641313</c:v>
                </c:pt>
                <c:pt idx="6050">
                  <c:v>161.20580226957995</c:v>
                </c:pt>
                <c:pt idx="6051">
                  <c:v>140.9255874303483</c:v>
                </c:pt>
                <c:pt idx="6052">
                  <c:v>173.84930243161875</c:v>
                </c:pt>
                <c:pt idx="6053">
                  <c:v>187.3000646583808</c:v>
                </c:pt>
                <c:pt idx="6054">
                  <c:v>104.97979768382059</c:v>
                </c:pt>
                <c:pt idx="6055">
                  <c:v>151.74461469227774</c:v>
                </c:pt>
                <c:pt idx="6056">
                  <c:v>79.15212795720355</c:v>
                </c:pt>
                <c:pt idx="6057">
                  <c:v>103.67581844015626</c:v>
                </c:pt>
                <c:pt idx="6058">
                  <c:v>82.44412863232483</c:v>
                </c:pt>
                <c:pt idx="6059">
                  <c:v>102.58984782823852</c:v>
                </c:pt>
                <c:pt idx="6060">
                  <c:v>171.49985520489824</c:v>
                </c:pt>
                <c:pt idx="6061">
                  <c:v>61.21341873685156</c:v>
                </c:pt>
                <c:pt idx="6062">
                  <c:v>77.06063198763893</c:v>
                </c:pt>
                <c:pt idx="6063">
                  <c:v>189.3749017697775</c:v>
                </c:pt>
                <c:pt idx="6064">
                  <c:v>179.25810568627048</c:v>
                </c:pt>
                <c:pt idx="6065">
                  <c:v>186.31574302176963</c:v>
                </c:pt>
                <c:pt idx="6066">
                  <c:v>190.0835108816089</c:v>
                </c:pt>
                <c:pt idx="6067">
                  <c:v>189.34312987007684</c:v>
                </c:pt>
                <c:pt idx="6068">
                  <c:v>97.43890805305492</c:v>
                </c:pt>
                <c:pt idx="6069">
                  <c:v>178.68972281577172</c:v>
                </c:pt>
                <c:pt idx="6070">
                  <c:v>104.74260674021171</c:v>
                </c:pt>
                <c:pt idx="6071">
                  <c:v>163.69749725059756</c:v>
                </c:pt>
                <c:pt idx="6072">
                  <c:v>80.08374004617627</c:v>
                </c:pt>
                <c:pt idx="6073">
                  <c:v>113.26777356054696</c:v>
                </c:pt>
                <c:pt idx="6074">
                  <c:v>173.8548476571517</c:v>
                </c:pt>
                <c:pt idx="6075">
                  <c:v>171.04170646634725</c:v>
                </c:pt>
                <c:pt idx="6076">
                  <c:v>168.12812369722556</c:v>
                </c:pt>
                <c:pt idx="6077">
                  <c:v>172.83038137273255</c:v>
                </c:pt>
                <c:pt idx="6078">
                  <c:v>88.29174368993486</c:v>
                </c:pt>
                <c:pt idx="6079">
                  <c:v>96.4534589312254</c:v>
                </c:pt>
                <c:pt idx="6080">
                  <c:v>216.6196050304159</c:v>
                </c:pt>
                <c:pt idx="6081">
                  <c:v>164.86592782472928</c:v>
                </c:pt>
                <c:pt idx="6082">
                  <c:v>86.77584932589222</c:v>
                </c:pt>
                <c:pt idx="6083">
                  <c:v>185.23619212214174</c:v>
                </c:pt>
                <c:pt idx="6084">
                  <c:v>114.45318400860334</c:v>
                </c:pt>
                <c:pt idx="6085">
                  <c:v>136.39135860856086</c:v>
                </c:pt>
                <c:pt idx="6086">
                  <c:v>67.36359594240993</c:v>
                </c:pt>
                <c:pt idx="6087">
                  <c:v>174.7844876820877</c:v>
                </c:pt>
                <c:pt idx="6088">
                  <c:v>162.05614021398006</c:v>
                </c:pt>
                <c:pt idx="6089">
                  <c:v>108.14376450207145</c:v>
                </c:pt>
                <c:pt idx="6090">
                  <c:v>166.05513697605406</c:v>
                </c:pt>
                <c:pt idx="6091">
                  <c:v>135.532821969871</c:v>
                </c:pt>
                <c:pt idx="6092">
                  <c:v>108.06052963192403</c:v>
                </c:pt>
                <c:pt idx="6093">
                  <c:v>88.54301520974296</c:v>
                </c:pt>
                <c:pt idx="6094">
                  <c:v>116.27895486895584</c:v>
                </c:pt>
                <c:pt idx="6095">
                  <c:v>78.46352450355165</c:v>
                </c:pt>
                <c:pt idx="6096">
                  <c:v>173.57494501495597</c:v>
                </c:pt>
                <c:pt idx="6097">
                  <c:v>167.53457123066912</c:v>
                </c:pt>
                <c:pt idx="6098">
                  <c:v>127.47934018145891</c:v>
                </c:pt>
                <c:pt idx="6099">
                  <c:v>94.94247151509576</c:v>
                </c:pt>
                <c:pt idx="6100">
                  <c:v>78.9977906680824</c:v>
                </c:pt>
                <c:pt idx="6101">
                  <c:v>108.63642073194028</c:v>
                </c:pt>
                <c:pt idx="6102">
                  <c:v>123.16991025730506</c:v>
                </c:pt>
                <c:pt idx="6103">
                  <c:v>183.6756181223486</c:v>
                </c:pt>
                <c:pt idx="6104">
                  <c:v>77.41416701725555</c:v>
                </c:pt>
                <c:pt idx="6105">
                  <c:v>176.19690245014272</c:v>
                </c:pt>
                <c:pt idx="6106">
                  <c:v>145.6702308944814</c:v>
                </c:pt>
                <c:pt idx="6107">
                  <c:v>183.18083532809422</c:v>
                </c:pt>
                <c:pt idx="6108">
                  <c:v>137.3063765910856</c:v>
                </c:pt>
                <c:pt idx="6109">
                  <c:v>160.60953713387647</c:v>
                </c:pt>
                <c:pt idx="6110">
                  <c:v>143.03043662249598</c:v>
                </c:pt>
                <c:pt idx="6111">
                  <c:v>140.93857546127697</c:v>
                </c:pt>
                <c:pt idx="6112">
                  <c:v>138.799723459733</c:v>
                </c:pt>
                <c:pt idx="6113">
                  <c:v>104.25487618988596</c:v>
                </c:pt>
                <c:pt idx="6114">
                  <c:v>104.29328542502952</c:v>
                </c:pt>
                <c:pt idx="6115">
                  <c:v>102.04414338193864</c:v>
                </c:pt>
                <c:pt idx="6116">
                  <c:v>159.30417694278938</c:v>
                </c:pt>
                <c:pt idx="6117">
                  <c:v>62.56486131441974</c:v>
                </c:pt>
                <c:pt idx="6118">
                  <c:v>203.34711449354862</c:v>
                </c:pt>
                <c:pt idx="6119">
                  <c:v>200.32204221070674</c:v>
                </c:pt>
                <c:pt idx="6120">
                  <c:v>109.99293050005924</c:v>
                </c:pt>
                <c:pt idx="6121">
                  <c:v>100.24196072573262</c:v>
                </c:pt>
                <c:pt idx="6122">
                  <c:v>176.3487225185952</c:v>
                </c:pt>
                <c:pt idx="6123">
                  <c:v>182.09327277931</c:v>
                </c:pt>
                <c:pt idx="6124">
                  <c:v>180.3360178784501</c:v>
                </c:pt>
                <c:pt idx="6125">
                  <c:v>112.24926558264417</c:v>
                </c:pt>
                <c:pt idx="6126">
                  <c:v>85.0929673653028</c:v>
                </c:pt>
                <c:pt idx="6127">
                  <c:v>155.2347297625597</c:v>
                </c:pt>
                <c:pt idx="6128">
                  <c:v>189.53374669829154</c:v>
                </c:pt>
                <c:pt idx="6129">
                  <c:v>175.96322280727514</c:v>
                </c:pt>
                <c:pt idx="6130">
                  <c:v>134.75680223880616</c:v>
                </c:pt>
                <c:pt idx="6131">
                  <c:v>170.81294168776753</c:v>
                </c:pt>
                <c:pt idx="6132">
                  <c:v>177.44034080863662</c:v>
                </c:pt>
                <c:pt idx="6133">
                  <c:v>106.7561872122305</c:v>
                </c:pt>
                <c:pt idx="6134">
                  <c:v>108.02214080058567</c:v>
                </c:pt>
                <c:pt idx="6135">
                  <c:v>185.56834472480352</c:v>
                </c:pt>
                <c:pt idx="6136">
                  <c:v>77.17344677630507</c:v>
                </c:pt>
                <c:pt idx="6137">
                  <c:v>188.75252616691157</c:v>
                </c:pt>
                <c:pt idx="6138">
                  <c:v>185.098018317189</c:v>
                </c:pt>
                <c:pt idx="6139">
                  <c:v>83.00319967625848</c:v>
                </c:pt>
                <c:pt idx="6140">
                  <c:v>128.81752347215854</c:v>
                </c:pt>
                <c:pt idx="6141">
                  <c:v>136.2678865036215</c:v>
                </c:pt>
                <c:pt idx="6142">
                  <c:v>141.45033700258838</c:v>
                </c:pt>
                <c:pt idx="6143">
                  <c:v>174.29573024200627</c:v>
                </c:pt>
                <c:pt idx="6144">
                  <c:v>219.4212826693166</c:v>
                </c:pt>
                <c:pt idx="6145">
                  <c:v>116.35115278691745</c:v>
                </c:pt>
                <c:pt idx="6146">
                  <c:v>137.60878701410826</c:v>
                </c:pt>
                <c:pt idx="6147">
                  <c:v>158.8998354567051</c:v>
                </c:pt>
                <c:pt idx="6148">
                  <c:v>162.7843867832414</c:v>
                </c:pt>
                <c:pt idx="6149">
                  <c:v>96.53174490602746</c:v>
                </c:pt>
                <c:pt idx="6150">
                  <c:v>79.05328635054151</c:v>
                </c:pt>
                <c:pt idx="6151">
                  <c:v>138.12571787609414</c:v>
                </c:pt>
                <c:pt idx="6152">
                  <c:v>186.3733981169931</c:v>
                </c:pt>
                <c:pt idx="6153">
                  <c:v>217.91472784367699</c:v>
                </c:pt>
                <c:pt idx="6154">
                  <c:v>181.1193448991191</c:v>
                </c:pt>
                <c:pt idx="6155">
                  <c:v>93.0049868157081</c:v>
                </c:pt>
                <c:pt idx="6156">
                  <c:v>109.51777473455104</c:v>
                </c:pt>
                <c:pt idx="6157">
                  <c:v>191.31320163306904</c:v>
                </c:pt>
                <c:pt idx="6158">
                  <c:v>105.62708854724525</c:v>
                </c:pt>
                <c:pt idx="6159">
                  <c:v>112.49842903200009</c:v>
                </c:pt>
                <c:pt idx="6160">
                  <c:v>87.32028911059821</c:v>
                </c:pt>
                <c:pt idx="6161">
                  <c:v>203.77630741848267</c:v>
                </c:pt>
                <c:pt idx="6162">
                  <c:v>232.41296301928352</c:v>
                </c:pt>
                <c:pt idx="6163">
                  <c:v>122.85917740887824</c:v>
                </c:pt>
                <c:pt idx="6164">
                  <c:v>150.80888440936695</c:v>
                </c:pt>
                <c:pt idx="6165">
                  <c:v>173.32751299861357</c:v>
                </c:pt>
                <c:pt idx="6166">
                  <c:v>180.00054074517962</c:v>
                </c:pt>
                <c:pt idx="6167">
                  <c:v>89.8221464429527</c:v>
                </c:pt>
                <c:pt idx="6168">
                  <c:v>140.66314967578109</c:v>
                </c:pt>
                <c:pt idx="6169">
                  <c:v>130.78166048425018</c:v>
                </c:pt>
                <c:pt idx="6170">
                  <c:v>172.69995114395383</c:v>
                </c:pt>
                <c:pt idx="6171">
                  <c:v>139.87891063718556</c:v>
                </c:pt>
                <c:pt idx="6172">
                  <c:v>87.45958080281711</c:v>
                </c:pt>
                <c:pt idx="6173">
                  <c:v>156.22769523313963</c:v>
                </c:pt>
                <c:pt idx="6174">
                  <c:v>156.9093079483342</c:v>
                </c:pt>
                <c:pt idx="6175">
                  <c:v>82.04208055272754</c:v>
                </c:pt>
                <c:pt idx="6176">
                  <c:v>109.65976638871115</c:v>
                </c:pt>
                <c:pt idx="6177">
                  <c:v>143.82624073521566</c:v>
                </c:pt>
                <c:pt idx="6178">
                  <c:v>121.31111289903465</c:v>
                </c:pt>
                <c:pt idx="6179">
                  <c:v>177.52695866961204</c:v>
                </c:pt>
                <c:pt idx="6180">
                  <c:v>119.3347854262555</c:v>
                </c:pt>
                <c:pt idx="6181">
                  <c:v>189.99619622195837</c:v>
                </c:pt>
                <c:pt idx="6182">
                  <c:v>167.31002568157282</c:v>
                </c:pt>
                <c:pt idx="6183">
                  <c:v>170.93166245759386</c:v>
                </c:pt>
                <c:pt idx="6184">
                  <c:v>178.33277992932298</c:v>
                </c:pt>
                <c:pt idx="6185">
                  <c:v>171.4913032290454</c:v>
                </c:pt>
                <c:pt idx="6186">
                  <c:v>71.65618515758042</c:v>
                </c:pt>
                <c:pt idx="6187">
                  <c:v>119.53326174472507</c:v>
                </c:pt>
                <c:pt idx="6188">
                  <c:v>179.5904910159856</c:v>
                </c:pt>
                <c:pt idx="6189">
                  <c:v>101.65996215394335</c:v>
                </c:pt>
                <c:pt idx="6190">
                  <c:v>153.94050989128323</c:v>
                </c:pt>
                <c:pt idx="6191">
                  <c:v>224.39843320802976</c:v>
                </c:pt>
                <c:pt idx="6192">
                  <c:v>91.49242230509931</c:v>
                </c:pt>
                <c:pt idx="6193">
                  <c:v>181.18690396074675</c:v>
                </c:pt>
                <c:pt idx="6194">
                  <c:v>135.1966044344201</c:v>
                </c:pt>
                <c:pt idx="6195">
                  <c:v>134.12442208515603</c:v>
                </c:pt>
                <c:pt idx="6196">
                  <c:v>90.63740694517121</c:v>
                </c:pt>
                <c:pt idx="6197">
                  <c:v>72.07084451017298</c:v>
                </c:pt>
                <c:pt idx="6198">
                  <c:v>167.03369978769388</c:v>
                </c:pt>
                <c:pt idx="6199">
                  <c:v>192.6932895851417</c:v>
                </c:pt>
                <c:pt idx="6200">
                  <c:v>196.05155048547985</c:v>
                </c:pt>
                <c:pt idx="6201">
                  <c:v>156.62910224121208</c:v>
                </c:pt>
                <c:pt idx="6202">
                  <c:v>77.7648762521484</c:v>
                </c:pt>
                <c:pt idx="6203">
                  <c:v>192.9440274678548</c:v>
                </c:pt>
                <c:pt idx="6204">
                  <c:v>116.97139859627343</c:v>
                </c:pt>
                <c:pt idx="6205">
                  <c:v>188.59842602641137</c:v>
                </c:pt>
                <c:pt idx="6206">
                  <c:v>179.6449969372218</c:v>
                </c:pt>
                <c:pt idx="6207">
                  <c:v>146.00146880174998</c:v>
                </c:pt>
                <c:pt idx="6208">
                  <c:v>190.5956796345382</c:v>
                </c:pt>
                <c:pt idx="6209">
                  <c:v>78.83976729639</c:v>
                </c:pt>
                <c:pt idx="6210">
                  <c:v>159.3307866850678</c:v>
                </c:pt>
                <c:pt idx="6211">
                  <c:v>105.24090448593529</c:v>
                </c:pt>
                <c:pt idx="6212">
                  <c:v>87.58922712629855</c:v>
                </c:pt>
                <c:pt idx="6213">
                  <c:v>96.31746608924688</c:v>
                </c:pt>
                <c:pt idx="6214">
                  <c:v>99.25493728582772</c:v>
                </c:pt>
                <c:pt idx="6215">
                  <c:v>140.12907001867032</c:v>
                </c:pt>
                <c:pt idx="6216">
                  <c:v>152.26519329696274</c:v>
                </c:pt>
                <c:pt idx="6217">
                  <c:v>146.7028295784383</c:v>
                </c:pt>
                <c:pt idx="6218">
                  <c:v>97.1301103523828</c:v>
                </c:pt>
                <c:pt idx="6219">
                  <c:v>141.8430416739444</c:v>
                </c:pt>
                <c:pt idx="6220">
                  <c:v>82.25178484370173</c:v>
                </c:pt>
                <c:pt idx="6221">
                  <c:v>84.34100698574075</c:v>
                </c:pt>
                <c:pt idx="6222">
                  <c:v>113.42827430776656</c:v>
                </c:pt>
                <c:pt idx="6223">
                  <c:v>118.59752499336042</c:v>
                </c:pt>
                <c:pt idx="6224">
                  <c:v>210.7973669481958</c:v>
                </c:pt>
                <c:pt idx="6225">
                  <c:v>195.67854007393314</c:v>
                </c:pt>
                <c:pt idx="6226">
                  <c:v>119.08898414401332</c:v>
                </c:pt>
                <c:pt idx="6227">
                  <c:v>154.43684724090377</c:v>
                </c:pt>
                <c:pt idx="6228">
                  <c:v>220.7369518045642</c:v>
                </c:pt>
                <c:pt idx="6229">
                  <c:v>114.5392611931992</c:v>
                </c:pt>
                <c:pt idx="6230">
                  <c:v>96.57436554432574</c:v>
                </c:pt>
                <c:pt idx="6231">
                  <c:v>211.58219018053393</c:v>
                </c:pt>
                <c:pt idx="6232">
                  <c:v>81.8194606509576</c:v>
                </c:pt>
                <c:pt idx="6233">
                  <c:v>165.5963779576718</c:v>
                </c:pt>
                <c:pt idx="6234">
                  <c:v>175.43879695427924</c:v>
                </c:pt>
                <c:pt idx="6235">
                  <c:v>143.42292111718766</c:v>
                </c:pt>
                <c:pt idx="6236">
                  <c:v>117.32380258211111</c:v>
                </c:pt>
                <c:pt idx="6237">
                  <c:v>189.3928384255326</c:v>
                </c:pt>
                <c:pt idx="6238">
                  <c:v>92.50622458297273</c:v>
                </c:pt>
                <c:pt idx="6239">
                  <c:v>109.39361474144391</c:v>
                </c:pt>
                <c:pt idx="6240">
                  <c:v>192.13951908458534</c:v>
                </c:pt>
                <c:pt idx="6241">
                  <c:v>168.93896504271223</c:v>
                </c:pt>
                <c:pt idx="6242">
                  <c:v>90.38142421910173</c:v>
                </c:pt>
                <c:pt idx="6243">
                  <c:v>235.63467891011632</c:v>
                </c:pt>
                <c:pt idx="6244">
                  <c:v>138.88669108122187</c:v>
                </c:pt>
                <c:pt idx="6245">
                  <c:v>213.45466868761474</c:v>
                </c:pt>
                <c:pt idx="6246">
                  <c:v>194.31981817312436</c:v>
                </c:pt>
                <c:pt idx="6247">
                  <c:v>166.61163543102438</c:v>
                </c:pt>
                <c:pt idx="6248">
                  <c:v>170.86666791381498</c:v>
                </c:pt>
                <c:pt idx="6249">
                  <c:v>229.80321746131324</c:v>
                </c:pt>
                <c:pt idx="6250">
                  <c:v>98.13421238562356</c:v>
                </c:pt>
                <c:pt idx="6251">
                  <c:v>214.06538370400514</c:v>
                </c:pt>
                <c:pt idx="6252">
                  <c:v>104.63547948902011</c:v>
                </c:pt>
                <c:pt idx="6253">
                  <c:v>124.81314144328623</c:v>
                </c:pt>
                <c:pt idx="6254">
                  <c:v>125.54923550395966</c:v>
                </c:pt>
                <c:pt idx="6255">
                  <c:v>205.4694776178347</c:v>
                </c:pt>
                <c:pt idx="6256">
                  <c:v>229.1650752352201</c:v>
                </c:pt>
                <c:pt idx="6257">
                  <c:v>192.54607705950838</c:v>
                </c:pt>
                <c:pt idx="6258">
                  <c:v>97.58029240010676</c:v>
                </c:pt>
                <c:pt idx="6259">
                  <c:v>164.74834885583215</c:v>
                </c:pt>
                <c:pt idx="6260">
                  <c:v>154.69723661410754</c:v>
                </c:pt>
                <c:pt idx="6261">
                  <c:v>82.14745816201011</c:v>
                </c:pt>
                <c:pt idx="6262">
                  <c:v>184.79124697408955</c:v>
                </c:pt>
                <c:pt idx="6263">
                  <c:v>139.93481160873873</c:v>
                </c:pt>
                <c:pt idx="6264">
                  <c:v>205.0192520463197</c:v>
                </c:pt>
                <c:pt idx="6265">
                  <c:v>111.34644817969316</c:v>
                </c:pt>
                <c:pt idx="6266">
                  <c:v>111.77613208103341</c:v>
                </c:pt>
                <c:pt idx="6267">
                  <c:v>168.04353079643624</c:v>
                </c:pt>
                <c:pt idx="6268">
                  <c:v>189.8087943103625</c:v>
                </c:pt>
                <c:pt idx="6269">
                  <c:v>161.69072172885146</c:v>
                </c:pt>
                <c:pt idx="6270">
                  <c:v>166.87766287224665</c:v>
                </c:pt>
                <c:pt idx="6271">
                  <c:v>124.03316948408091</c:v>
                </c:pt>
                <c:pt idx="6272">
                  <c:v>209.8876786443696</c:v>
                </c:pt>
                <c:pt idx="6273">
                  <c:v>119.53062192431122</c:v>
                </c:pt>
                <c:pt idx="6274">
                  <c:v>88.23641268571498</c:v>
                </c:pt>
                <c:pt idx="6275">
                  <c:v>200.68558017343972</c:v>
                </c:pt>
                <c:pt idx="6276">
                  <c:v>117.28888684225994</c:v>
                </c:pt>
                <c:pt idx="6277">
                  <c:v>103.88160601273519</c:v>
                </c:pt>
                <c:pt idx="6278">
                  <c:v>216.92178564494571</c:v>
                </c:pt>
                <c:pt idx="6279">
                  <c:v>139.69653119382315</c:v>
                </c:pt>
                <c:pt idx="6280">
                  <c:v>211.97346607920898</c:v>
                </c:pt>
                <c:pt idx="6281">
                  <c:v>113.16686716104799</c:v>
                </c:pt>
                <c:pt idx="6282">
                  <c:v>217.99357264708303</c:v>
                </c:pt>
                <c:pt idx="6283">
                  <c:v>94.64875805678238</c:v>
                </c:pt>
                <c:pt idx="6284">
                  <c:v>144.6517503422472</c:v>
                </c:pt>
                <c:pt idx="6285">
                  <c:v>242.72370224747826</c:v>
                </c:pt>
                <c:pt idx="6286">
                  <c:v>187.6886243900799</c:v>
                </c:pt>
                <c:pt idx="6287">
                  <c:v>145.88059745308553</c:v>
                </c:pt>
                <c:pt idx="6288">
                  <c:v>98.04923163796894</c:v>
                </c:pt>
                <c:pt idx="6289">
                  <c:v>210.44712625400902</c:v>
                </c:pt>
                <c:pt idx="6290">
                  <c:v>187.80249588300282</c:v>
                </c:pt>
                <c:pt idx="6291">
                  <c:v>221.0835828525369</c:v>
                </c:pt>
                <c:pt idx="6292">
                  <c:v>192.65991719539866</c:v>
                </c:pt>
                <c:pt idx="6293">
                  <c:v>85.99554560316875</c:v>
                </c:pt>
                <c:pt idx="6294">
                  <c:v>100.81249139114018</c:v>
                </c:pt>
                <c:pt idx="6295">
                  <c:v>194.80579586949418</c:v>
                </c:pt>
                <c:pt idx="6296">
                  <c:v>117.75411891600976</c:v>
                </c:pt>
                <c:pt idx="6297">
                  <c:v>102.32519692408</c:v>
                </c:pt>
                <c:pt idx="6298">
                  <c:v>183.67374898745013</c:v>
                </c:pt>
                <c:pt idx="6299">
                  <c:v>143.11132163228203</c:v>
                </c:pt>
                <c:pt idx="6300">
                  <c:v>190.20981565066927</c:v>
                </c:pt>
                <c:pt idx="6301">
                  <c:v>189.61817184377676</c:v>
                </c:pt>
                <c:pt idx="6302">
                  <c:v>171.05981963574052</c:v>
                </c:pt>
                <c:pt idx="6303">
                  <c:v>109.51410323937918</c:v>
                </c:pt>
                <c:pt idx="6304">
                  <c:v>140.27006136109614</c:v>
                </c:pt>
                <c:pt idx="6305">
                  <c:v>108.90187820469771</c:v>
                </c:pt>
                <c:pt idx="6306">
                  <c:v>141.75690370424897</c:v>
                </c:pt>
                <c:pt idx="6307">
                  <c:v>195.34524955012378</c:v>
                </c:pt>
                <c:pt idx="6308">
                  <c:v>139.99456541306515</c:v>
                </c:pt>
                <c:pt idx="6309">
                  <c:v>146.2569834551011</c:v>
                </c:pt>
                <c:pt idx="6310">
                  <c:v>149.71802163148234</c:v>
                </c:pt>
                <c:pt idx="6311">
                  <c:v>85.8060511303727</c:v>
                </c:pt>
                <c:pt idx="6312">
                  <c:v>145.9539325253986</c:v>
                </c:pt>
                <c:pt idx="6313">
                  <c:v>94.37339231465472</c:v>
                </c:pt>
                <c:pt idx="6314">
                  <c:v>115.415011064104</c:v>
                </c:pt>
                <c:pt idx="6315">
                  <c:v>87.53089964289539</c:v>
                </c:pt>
                <c:pt idx="6316">
                  <c:v>149.7826845756567</c:v>
                </c:pt>
                <c:pt idx="6317">
                  <c:v>206.5774591601492</c:v>
                </c:pt>
                <c:pt idx="6318">
                  <c:v>142.94624782562514</c:v>
                </c:pt>
                <c:pt idx="6319">
                  <c:v>129.20671836501467</c:v>
                </c:pt>
                <c:pt idx="6320">
                  <c:v>191.3766628765695</c:v>
                </c:pt>
                <c:pt idx="6321">
                  <c:v>108.84859036821241</c:v>
                </c:pt>
                <c:pt idx="6322">
                  <c:v>210.49813708055538</c:v>
                </c:pt>
                <c:pt idx="6323">
                  <c:v>112.4150025038126</c:v>
                </c:pt>
                <c:pt idx="6324">
                  <c:v>156.18267168117714</c:v>
                </c:pt>
                <c:pt idx="6325">
                  <c:v>148.9561259075092</c:v>
                </c:pt>
                <c:pt idx="6326">
                  <c:v>117.3406192779328</c:v>
                </c:pt>
                <c:pt idx="6327">
                  <c:v>143.85928188159934</c:v>
                </c:pt>
                <c:pt idx="6328">
                  <c:v>161.59028138832926</c:v>
                </c:pt>
                <c:pt idx="6329">
                  <c:v>167.59546612513057</c:v>
                </c:pt>
                <c:pt idx="6330">
                  <c:v>170.51913073957522</c:v>
                </c:pt>
                <c:pt idx="6331">
                  <c:v>206.4469223993258</c:v>
                </c:pt>
                <c:pt idx="6332">
                  <c:v>81.05507768353219</c:v>
                </c:pt>
                <c:pt idx="6333">
                  <c:v>109.37573675208378</c:v>
                </c:pt>
                <c:pt idx="6334">
                  <c:v>207.69070197646974</c:v>
                </c:pt>
                <c:pt idx="6335">
                  <c:v>207.94042183871713</c:v>
                </c:pt>
                <c:pt idx="6336">
                  <c:v>121.04259087916886</c:v>
                </c:pt>
                <c:pt idx="6337">
                  <c:v>196.31757077185216</c:v>
                </c:pt>
                <c:pt idx="6338">
                  <c:v>191.3434528763253</c:v>
                </c:pt>
                <c:pt idx="6339">
                  <c:v>203.096171897473</c:v>
                </c:pt>
                <c:pt idx="6340">
                  <c:v>102.68480835500071</c:v>
                </c:pt>
                <c:pt idx="6341">
                  <c:v>183.3579857880805</c:v>
                </c:pt>
                <c:pt idx="6342">
                  <c:v>127.23947548368845</c:v>
                </c:pt>
                <c:pt idx="6343">
                  <c:v>171.0278370832955</c:v>
                </c:pt>
                <c:pt idx="6344">
                  <c:v>98.28525240626979</c:v>
                </c:pt>
                <c:pt idx="6345">
                  <c:v>175.60633340669935</c:v>
                </c:pt>
                <c:pt idx="6346">
                  <c:v>141.18959949096347</c:v>
                </c:pt>
                <c:pt idx="6347">
                  <c:v>211.2363436795771</c:v>
                </c:pt>
                <c:pt idx="6348">
                  <c:v>240.3545016875595</c:v>
                </c:pt>
                <c:pt idx="6349">
                  <c:v>218.28904708796745</c:v>
                </c:pt>
                <c:pt idx="6350">
                  <c:v>92.27996484439383</c:v>
                </c:pt>
                <c:pt idx="6351">
                  <c:v>212.32107633921788</c:v>
                </c:pt>
                <c:pt idx="6352">
                  <c:v>93.84224683929729</c:v>
                </c:pt>
                <c:pt idx="6353">
                  <c:v>91.07513967984663</c:v>
                </c:pt>
                <c:pt idx="6354">
                  <c:v>222.53319545622168</c:v>
                </c:pt>
                <c:pt idx="6355">
                  <c:v>108.94169446727264</c:v>
                </c:pt>
                <c:pt idx="6356">
                  <c:v>172.63560796743025</c:v>
                </c:pt>
                <c:pt idx="6357">
                  <c:v>210.3905455152158</c:v>
                </c:pt>
                <c:pt idx="6358">
                  <c:v>145.4582774626231</c:v>
                </c:pt>
                <c:pt idx="6359">
                  <c:v>144.02053259076</c:v>
                </c:pt>
                <c:pt idx="6360">
                  <c:v>98.78367600240925</c:v>
                </c:pt>
                <c:pt idx="6361">
                  <c:v>196.55192642808305</c:v>
                </c:pt>
                <c:pt idx="6362">
                  <c:v>223.3247534732341</c:v>
                </c:pt>
                <c:pt idx="6363">
                  <c:v>236.54424665043973</c:v>
                </c:pt>
                <c:pt idx="6364">
                  <c:v>169.86283732458125</c:v>
                </c:pt>
                <c:pt idx="6365">
                  <c:v>118.69242398540233</c:v>
                </c:pt>
                <c:pt idx="6366">
                  <c:v>98.45937012628879</c:v>
                </c:pt>
                <c:pt idx="6367">
                  <c:v>118.13797766838992</c:v>
                </c:pt>
                <c:pt idx="6368">
                  <c:v>219.3830545906375</c:v>
                </c:pt>
                <c:pt idx="6369">
                  <c:v>167.7346840678842</c:v>
                </c:pt>
                <c:pt idx="6370">
                  <c:v>113.66964404369533</c:v>
                </c:pt>
                <c:pt idx="6371">
                  <c:v>109.50142977476382</c:v>
                </c:pt>
                <c:pt idx="6372">
                  <c:v>105.08682881683815</c:v>
                </c:pt>
                <c:pt idx="6373">
                  <c:v>149.83816101207356</c:v>
                </c:pt>
                <c:pt idx="6374">
                  <c:v>161.94460438649458</c:v>
                </c:pt>
                <c:pt idx="6375">
                  <c:v>220.97391638965908</c:v>
                </c:pt>
                <c:pt idx="6376">
                  <c:v>201.6778681244955</c:v>
                </c:pt>
                <c:pt idx="6377">
                  <c:v>107.97617698689096</c:v>
                </c:pt>
                <c:pt idx="6378">
                  <c:v>191.71081757977026</c:v>
                </c:pt>
                <c:pt idx="6379">
                  <c:v>140.69118181252773</c:v>
                </c:pt>
                <c:pt idx="6380">
                  <c:v>189.55205224152365</c:v>
                </c:pt>
                <c:pt idx="6381">
                  <c:v>206.41036195462175</c:v>
                </c:pt>
                <c:pt idx="6382">
                  <c:v>219.5866198204104</c:v>
                </c:pt>
                <c:pt idx="6383">
                  <c:v>217.15033147768162</c:v>
                </c:pt>
                <c:pt idx="6384">
                  <c:v>119.3498099259155</c:v>
                </c:pt>
                <c:pt idx="6385">
                  <c:v>98.76253045352004</c:v>
                </c:pt>
                <c:pt idx="6386">
                  <c:v>223.19471085908935</c:v>
                </c:pt>
                <c:pt idx="6387">
                  <c:v>98.3765002185656</c:v>
                </c:pt>
                <c:pt idx="6388">
                  <c:v>115.0469801712096</c:v>
                </c:pt>
                <c:pt idx="6389">
                  <c:v>83.51811783258714</c:v>
                </c:pt>
                <c:pt idx="6390">
                  <c:v>149.35086226860074</c:v>
                </c:pt>
                <c:pt idx="6391">
                  <c:v>103.44788654059552</c:v>
                </c:pt>
                <c:pt idx="6392">
                  <c:v>168.79336658837153</c:v>
                </c:pt>
                <c:pt idx="6393">
                  <c:v>190.04805208372719</c:v>
                </c:pt>
                <c:pt idx="6394">
                  <c:v>102.59149334285075</c:v>
                </c:pt>
                <c:pt idx="6395">
                  <c:v>98.14661409486872</c:v>
                </c:pt>
                <c:pt idx="6396">
                  <c:v>102.58921832210905</c:v>
                </c:pt>
                <c:pt idx="6397">
                  <c:v>203.3730414172871</c:v>
                </c:pt>
                <c:pt idx="6398">
                  <c:v>123.09598915568934</c:v>
                </c:pt>
                <c:pt idx="6399">
                  <c:v>141.7960494711223</c:v>
                </c:pt>
                <c:pt idx="6400">
                  <c:v>85.81516468670469</c:v>
                </c:pt>
                <c:pt idx="6401">
                  <c:v>206.44436978241154</c:v>
                </c:pt>
                <c:pt idx="6402">
                  <c:v>164.66910586388886</c:v>
                </c:pt>
                <c:pt idx="6403">
                  <c:v>170.36599934418427</c:v>
                </c:pt>
                <c:pt idx="6404">
                  <c:v>183.84590933066923</c:v>
                </c:pt>
                <c:pt idx="6405">
                  <c:v>120.39786559909133</c:v>
                </c:pt>
                <c:pt idx="6406">
                  <c:v>167.99561350076704</c:v>
                </c:pt>
                <c:pt idx="6407">
                  <c:v>98.134574842132</c:v>
                </c:pt>
                <c:pt idx="6408">
                  <c:v>209.38606732050238</c:v>
                </c:pt>
                <c:pt idx="6409">
                  <c:v>168.14861441499045</c:v>
                </c:pt>
                <c:pt idx="6410">
                  <c:v>212.76785754965812</c:v>
                </c:pt>
                <c:pt idx="6411">
                  <c:v>86.4120849507872</c:v>
                </c:pt>
                <c:pt idx="6412">
                  <c:v>105.56888237787471</c:v>
                </c:pt>
                <c:pt idx="6413">
                  <c:v>142.55481911732696</c:v>
                </c:pt>
                <c:pt idx="6414">
                  <c:v>124.24466653060213</c:v>
                </c:pt>
                <c:pt idx="6415">
                  <c:v>109.41288263930983</c:v>
                </c:pt>
                <c:pt idx="6416">
                  <c:v>138.3140262889785</c:v>
                </c:pt>
                <c:pt idx="6417">
                  <c:v>93.4160547461644</c:v>
                </c:pt>
                <c:pt idx="6418">
                  <c:v>115.45344285487137</c:v>
                </c:pt>
                <c:pt idx="6419">
                  <c:v>228.23571745973564</c:v>
                </c:pt>
                <c:pt idx="6420">
                  <c:v>193.32688386708313</c:v>
                </c:pt>
                <c:pt idx="6421">
                  <c:v>108.45492409222922</c:v>
                </c:pt>
                <c:pt idx="6422">
                  <c:v>127.42517694978692</c:v>
                </c:pt>
                <c:pt idx="6423">
                  <c:v>88.7483809910577</c:v>
                </c:pt>
                <c:pt idx="6424">
                  <c:v>207.03787228985377</c:v>
                </c:pt>
                <c:pt idx="6425">
                  <c:v>92.97698323145642</c:v>
                </c:pt>
                <c:pt idx="6426">
                  <c:v>203.24005047198153</c:v>
                </c:pt>
                <c:pt idx="6427">
                  <c:v>150.36120490959723</c:v>
                </c:pt>
                <c:pt idx="6428">
                  <c:v>190.89409771538382</c:v>
                </c:pt>
                <c:pt idx="6429">
                  <c:v>197.28059870955448</c:v>
                </c:pt>
                <c:pt idx="6430">
                  <c:v>205.35299020330217</c:v>
                </c:pt>
                <c:pt idx="6431">
                  <c:v>185.66392954926283</c:v>
                </c:pt>
                <c:pt idx="6432">
                  <c:v>145.3232856353905</c:v>
                </c:pt>
                <c:pt idx="6433">
                  <c:v>153.90748051957945</c:v>
                </c:pt>
                <c:pt idx="6434">
                  <c:v>147.7956101487419</c:v>
                </c:pt>
                <c:pt idx="6435">
                  <c:v>154.09638128692274</c:v>
                </c:pt>
                <c:pt idx="6436">
                  <c:v>202.45422765088864</c:v>
                </c:pt>
                <c:pt idx="6437">
                  <c:v>190.36716865138627</c:v>
                </c:pt>
                <c:pt idx="6438">
                  <c:v>106.8154413626116</c:v>
                </c:pt>
                <c:pt idx="6439">
                  <c:v>83.28844105905628</c:v>
                </c:pt>
                <c:pt idx="6440">
                  <c:v>122.09416056125592</c:v>
                </c:pt>
                <c:pt idx="6441">
                  <c:v>86.76971612439905</c:v>
                </c:pt>
                <c:pt idx="6442">
                  <c:v>137.23977502585674</c:v>
                </c:pt>
                <c:pt idx="6443">
                  <c:v>141.60679513752675</c:v>
                </c:pt>
                <c:pt idx="6444">
                  <c:v>211.05985713534068</c:v>
                </c:pt>
                <c:pt idx="6445">
                  <c:v>101.12039239746754</c:v>
                </c:pt>
                <c:pt idx="6446">
                  <c:v>117.22122696937609</c:v>
                </c:pt>
                <c:pt idx="6447">
                  <c:v>190.19239146958483</c:v>
                </c:pt>
                <c:pt idx="6448">
                  <c:v>117.22206138639201</c:v>
                </c:pt>
                <c:pt idx="6449">
                  <c:v>83.30100902031707</c:v>
                </c:pt>
                <c:pt idx="6450">
                  <c:v>223.64601384246953</c:v>
                </c:pt>
                <c:pt idx="6451">
                  <c:v>187.41150314610607</c:v>
                </c:pt>
                <c:pt idx="6452">
                  <c:v>119.09460773032961</c:v>
                </c:pt>
                <c:pt idx="6453">
                  <c:v>107.82896904941639</c:v>
                </c:pt>
                <c:pt idx="6454">
                  <c:v>201.7816083993868</c:v>
                </c:pt>
                <c:pt idx="6455">
                  <c:v>197.42811078720732</c:v>
                </c:pt>
                <c:pt idx="6456">
                  <c:v>167.81922540778058</c:v>
                </c:pt>
                <c:pt idx="6457">
                  <c:v>211.17076320932287</c:v>
                </c:pt>
                <c:pt idx="6458">
                  <c:v>102.03306748289127</c:v>
                </c:pt>
                <c:pt idx="6459">
                  <c:v>145.9694176058207</c:v>
                </c:pt>
                <c:pt idx="6460">
                  <c:v>88.40609199204658</c:v>
                </c:pt>
                <c:pt idx="6461">
                  <c:v>205.78968708791703</c:v>
                </c:pt>
                <c:pt idx="6462">
                  <c:v>203.40363161686707</c:v>
                </c:pt>
                <c:pt idx="6463">
                  <c:v>194.31762116270522</c:v>
                </c:pt>
                <c:pt idx="6464">
                  <c:v>118.66982182836865</c:v>
                </c:pt>
                <c:pt idx="6465">
                  <c:v>115.36469050727821</c:v>
                </c:pt>
                <c:pt idx="6466">
                  <c:v>171.09393624157866</c:v>
                </c:pt>
                <c:pt idx="6467">
                  <c:v>191.56681843522028</c:v>
                </c:pt>
                <c:pt idx="6468">
                  <c:v>161.79166032126662</c:v>
                </c:pt>
                <c:pt idx="6469">
                  <c:v>91.5010098715827</c:v>
                </c:pt>
                <c:pt idx="6470">
                  <c:v>192.23681298995402</c:v>
                </c:pt>
                <c:pt idx="6471">
                  <c:v>98.44085856996016</c:v>
                </c:pt>
                <c:pt idx="6472">
                  <c:v>200.87542950558915</c:v>
                </c:pt>
                <c:pt idx="6473">
                  <c:v>91.93315787668969</c:v>
                </c:pt>
                <c:pt idx="6474">
                  <c:v>191.14783110206614</c:v>
                </c:pt>
                <c:pt idx="6475">
                  <c:v>82.20491825302815</c:v>
                </c:pt>
                <c:pt idx="6476">
                  <c:v>208.6034390736534</c:v>
                </c:pt>
                <c:pt idx="6477">
                  <c:v>167.94309740390173</c:v>
                </c:pt>
                <c:pt idx="6478">
                  <c:v>76.72978202933636</c:v>
                </c:pt>
                <c:pt idx="6479">
                  <c:v>132.08059220703433</c:v>
                </c:pt>
                <c:pt idx="6480">
                  <c:v>101.11405586456861</c:v>
                </c:pt>
                <c:pt idx="6481">
                  <c:v>129.29397042762346</c:v>
                </c:pt>
                <c:pt idx="6482">
                  <c:v>207.5316737770416</c:v>
                </c:pt>
                <c:pt idx="6483">
                  <c:v>169.5705842591822</c:v>
                </c:pt>
                <c:pt idx="6484">
                  <c:v>212.9320650193804</c:v>
                </c:pt>
                <c:pt idx="6485">
                  <c:v>191.6784959310837</c:v>
                </c:pt>
                <c:pt idx="6486">
                  <c:v>201.75562864809035</c:v>
                </c:pt>
                <c:pt idx="6487">
                  <c:v>106.19703538351402</c:v>
                </c:pt>
                <c:pt idx="6488">
                  <c:v>122.73429986477073</c:v>
                </c:pt>
                <c:pt idx="6489">
                  <c:v>204.14910979325504</c:v>
                </c:pt>
                <c:pt idx="6490">
                  <c:v>223.7417482674286</c:v>
                </c:pt>
                <c:pt idx="6491">
                  <c:v>148.79897715062816</c:v>
                </c:pt>
                <c:pt idx="6492">
                  <c:v>120.56060365946769</c:v>
                </c:pt>
                <c:pt idx="6493">
                  <c:v>143.94336850594345</c:v>
                </c:pt>
                <c:pt idx="6494">
                  <c:v>245.85908291983543</c:v>
                </c:pt>
                <c:pt idx="6495">
                  <c:v>115.08896367057334</c:v>
                </c:pt>
                <c:pt idx="6496">
                  <c:v>141.3181849172124</c:v>
                </c:pt>
                <c:pt idx="6497">
                  <c:v>188.3022791026192</c:v>
                </c:pt>
                <c:pt idx="6498">
                  <c:v>97.34413112841862</c:v>
                </c:pt>
                <c:pt idx="6499">
                  <c:v>84.08130498619595</c:v>
                </c:pt>
                <c:pt idx="6500">
                  <c:v>129.2629224134487</c:v>
                </c:pt>
                <c:pt idx="6501">
                  <c:v>120.84918311768371</c:v>
                </c:pt>
                <c:pt idx="6502">
                  <c:v>141.22794738815745</c:v>
                </c:pt>
                <c:pt idx="6503">
                  <c:v>165.47831570707547</c:v>
                </c:pt>
                <c:pt idx="6504">
                  <c:v>142.3566058548876</c:v>
                </c:pt>
                <c:pt idx="6505">
                  <c:v>207.5181482751632</c:v>
                </c:pt>
                <c:pt idx="6506">
                  <c:v>170.0951061931437</c:v>
                </c:pt>
                <c:pt idx="6507">
                  <c:v>129.93538741609098</c:v>
                </c:pt>
                <c:pt idx="6508">
                  <c:v>118.6974552453241</c:v>
                </c:pt>
                <c:pt idx="6509">
                  <c:v>169.76077438428274</c:v>
                </c:pt>
                <c:pt idx="6510">
                  <c:v>191.4854354932932</c:v>
                </c:pt>
                <c:pt idx="6511">
                  <c:v>217.57235713798667</c:v>
                </c:pt>
                <c:pt idx="6512">
                  <c:v>94.15617932042811</c:v>
                </c:pt>
                <c:pt idx="6513">
                  <c:v>221.93902372222712</c:v>
                </c:pt>
                <c:pt idx="6514">
                  <c:v>198.19614561614839</c:v>
                </c:pt>
                <c:pt idx="6515">
                  <c:v>130.55548942249325</c:v>
                </c:pt>
                <c:pt idx="6516">
                  <c:v>171.65148170085197</c:v>
                </c:pt>
                <c:pt idx="6517">
                  <c:v>147.01922680850876</c:v>
                </c:pt>
                <c:pt idx="6518">
                  <c:v>91.27869138417608</c:v>
                </c:pt>
                <c:pt idx="6519">
                  <c:v>123.90888259829221</c:v>
                </c:pt>
                <c:pt idx="6520">
                  <c:v>101.7789224392486</c:v>
                </c:pt>
                <c:pt idx="6521">
                  <c:v>115.12162228755784</c:v>
                </c:pt>
                <c:pt idx="6522">
                  <c:v>198.47349813481847</c:v>
                </c:pt>
                <c:pt idx="6523">
                  <c:v>98.11471065577558</c:v>
                </c:pt>
                <c:pt idx="6524">
                  <c:v>141.32778696729676</c:v>
                </c:pt>
                <c:pt idx="6525">
                  <c:v>196.761935291042</c:v>
                </c:pt>
                <c:pt idx="6526">
                  <c:v>217.71363130325122</c:v>
                </c:pt>
                <c:pt idx="6527">
                  <c:v>166.22555784682524</c:v>
                </c:pt>
                <c:pt idx="6528">
                  <c:v>96.88637804978791</c:v>
                </c:pt>
                <c:pt idx="6529">
                  <c:v>171.1065697884876</c:v>
                </c:pt>
                <c:pt idx="6530">
                  <c:v>98.65834359997905</c:v>
                </c:pt>
                <c:pt idx="6531">
                  <c:v>151.14131742992868</c:v>
                </c:pt>
                <c:pt idx="6532">
                  <c:v>191.28776503008632</c:v>
                </c:pt>
                <c:pt idx="6533">
                  <c:v>110.79701708493334</c:v>
                </c:pt>
                <c:pt idx="6534">
                  <c:v>142.9468346727821</c:v>
                </c:pt>
                <c:pt idx="6535">
                  <c:v>108.37160239416723</c:v>
                </c:pt>
                <c:pt idx="6536">
                  <c:v>205.73300477235657</c:v>
                </c:pt>
                <c:pt idx="6537">
                  <c:v>168.48512283119928</c:v>
                </c:pt>
                <c:pt idx="6538">
                  <c:v>97.09303865717774</c:v>
                </c:pt>
                <c:pt idx="6539">
                  <c:v>181.89412643833168</c:v>
                </c:pt>
                <c:pt idx="6540">
                  <c:v>126.27690600565747</c:v>
                </c:pt>
                <c:pt idx="6541">
                  <c:v>200.04651477806004</c:v>
                </c:pt>
                <c:pt idx="6542">
                  <c:v>189.5441118011694</c:v>
                </c:pt>
                <c:pt idx="6543">
                  <c:v>186.03107810526936</c:v>
                </c:pt>
                <c:pt idx="6544">
                  <c:v>245.2227010306066</c:v>
                </c:pt>
                <c:pt idx="6545">
                  <c:v>81.62794727456534</c:v>
                </c:pt>
                <c:pt idx="6546">
                  <c:v>193.47426396695357</c:v>
                </c:pt>
                <c:pt idx="6547">
                  <c:v>205.4044328991248</c:v>
                </c:pt>
                <c:pt idx="6548">
                  <c:v>98.1498009460792</c:v>
                </c:pt>
                <c:pt idx="6549">
                  <c:v>218.40550846971374</c:v>
                </c:pt>
                <c:pt idx="6550">
                  <c:v>124.61070626359933</c:v>
                </c:pt>
                <c:pt idx="6551">
                  <c:v>192.62128125743064</c:v>
                </c:pt>
                <c:pt idx="6552">
                  <c:v>192.89881220027289</c:v>
                </c:pt>
                <c:pt idx="6553">
                  <c:v>99.89945680996671</c:v>
                </c:pt>
                <c:pt idx="6554">
                  <c:v>178.44623278001205</c:v>
                </c:pt>
                <c:pt idx="6555">
                  <c:v>142.83310107520975</c:v>
                </c:pt>
                <c:pt idx="6556">
                  <c:v>220.05924345713007</c:v>
                </c:pt>
                <c:pt idx="6557">
                  <c:v>143.04610296312848</c:v>
                </c:pt>
                <c:pt idx="6558">
                  <c:v>129.15765966231336</c:v>
                </c:pt>
                <c:pt idx="6559">
                  <c:v>193.28352531375052</c:v>
                </c:pt>
                <c:pt idx="6560">
                  <c:v>170.1814690465646</c:v>
                </c:pt>
                <c:pt idx="6561">
                  <c:v>158.75757349961887</c:v>
                </c:pt>
                <c:pt idx="6562">
                  <c:v>111.25158062141655</c:v>
                </c:pt>
                <c:pt idx="6563">
                  <c:v>177.89331633654777</c:v>
                </c:pt>
                <c:pt idx="6564">
                  <c:v>171.74439209489</c:v>
                </c:pt>
                <c:pt idx="6565">
                  <c:v>146.13308701244935</c:v>
                </c:pt>
                <c:pt idx="6566">
                  <c:v>104.57281597020817</c:v>
                </c:pt>
                <c:pt idx="6567">
                  <c:v>83.59781387623956</c:v>
                </c:pt>
                <c:pt idx="6568">
                  <c:v>91.56457323650723</c:v>
                </c:pt>
                <c:pt idx="6569">
                  <c:v>109.10139863015944</c:v>
                </c:pt>
                <c:pt idx="6570">
                  <c:v>189.8142482567358</c:v>
                </c:pt>
                <c:pt idx="6571">
                  <c:v>220.44862104342207</c:v>
                </c:pt>
                <c:pt idx="6572">
                  <c:v>170.1495748365488</c:v>
                </c:pt>
                <c:pt idx="6573">
                  <c:v>209.78594587293753</c:v>
                </c:pt>
                <c:pt idx="6574">
                  <c:v>188.96968302756608</c:v>
                </c:pt>
                <c:pt idx="6575">
                  <c:v>190.55566911066458</c:v>
                </c:pt>
                <c:pt idx="6576">
                  <c:v>205.97308005896738</c:v>
                </c:pt>
                <c:pt idx="6577">
                  <c:v>124.44393472071215</c:v>
                </c:pt>
                <c:pt idx="6578">
                  <c:v>153.71251176439696</c:v>
                </c:pt>
                <c:pt idx="6579">
                  <c:v>105.43546846652103</c:v>
                </c:pt>
                <c:pt idx="6580">
                  <c:v>169.1822874236984</c:v>
                </c:pt>
                <c:pt idx="6581">
                  <c:v>189.87302098058692</c:v>
                </c:pt>
                <c:pt idx="6582">
                  <c:v>94.8478473234501</c:v>
                </c:pt>
                <c:pt idx="6583">
                  <c:v>170.41665818920262</c:v>
                </c:pt>
                <c:pt idx="6584">
                  <c:v>197.0425418318248</c:v>
                </c:pt>
                <c:pt idx="6585">
                  <c:v>102.67561412597253</c:v>
                </c:pt>
                <c:pt idx="6586">
                  <c:v>140.45291955083636</c:v>
                </c:pt>
                <c:pt idx="6587">
                  <c:v>168.53590083191608</c:v>
                </c:pt>
                <c:pt idx="6588">
                  <c:v>159.79492898689494</c:v>
                </c:pt>
                <c:pt idx="6589">
                  <c:v>90.22634164888903</c:v>
                </c:pt>
                <c:pt idx="6590">
                  <c:v>155.28137683596145</c:v>
                </c:pt>
                <c:pt idx="6591">
                  <c:v>217.564012320364</c:v>
                </c:pt>
                <c:pt idx="6592">
                  <c:v>210.49332365162303</c:v>
                </c:pt>
                <c:pt idx="6593">
                  <c:v>100.82599541172952</c:v>
                </c:pt>
                <c:pt idx="6594">
                  <c:v>106.7843232250355</c:v>
                </c:pt>
                <c:pt idx="6595">
                  <c:v>171.78848287244975</c:v>
                </c:pt>
                <c:pt idx="6596">
                  <c:v>192.70619291839577</c:v>
                </c:pt>
                <c:pt idx="6597">
                  <c:v>195.64588590078748</c:v>
                </c:pt>
                <c:pt idx="6598">
                  <c:v>101.62192456561232</c:v>
                </c:pt>
                <c:pt idx="6599">
                  <c:v>214.15760507500434</c:v>
                </c:pt>
                <c:pt idx="6600">
                  <c:v>84.16454849052508</c:v>
                </c:pt>
                <c:pt idx="6601">
                  <c:v>123.44230852033904</c:v>
                </c:pt>
                <c:pt idx="6602">
                  <c:v>87.58249131082547</c:v>
                </c:pt>
                <c:pt idx="6603">
                  <c:v>123.16266282730064</c:v>
                </c:pt>
                <c:pt idx="6604">
                  <c:v>167.85502322008008</c:v>
                </c:pt>
                <c:pt idx="6605">
                  <c:v>190.59612494190426</c:v>
                </c:pt>
                <c:pt idx="6606">
                  <c:v>85.21955165459288</c:v>
                </c:pt>
                <c:pt idx="6607">
                  <c:v>138.81049614499486</c:v>
                </c:pt>
                <c:pt idx="6608">
                  <c:v>85.733616518699</c:v>
                </c:pt>
                <c:pt idx="6609">
                  <c:v>189.46857290758973</c:v>
                </c:pt>
                <c:pt idx="6610">
                  <c:v>223.1492611092933</c:v>
                </c:pt>
                <c:pt idx="6611">
                  <c:v>141.82444360040694</c:v>
                </c:pt>
                <c:pt idx="6612">
                  <c:v>152.36376730118755</c:v>
                </c:pt>
                <c:pt idx="6613">
                  <c:v>170.0581132221289</c:v>
                </c:pt>
                <c:pt idx="6614">
                  <c:v>85.20914216426829</c:v>
                </c:pt>
                <c:pt idx="6615">
                  <c:v>152.79876814402573</c:v>
                </c:pt>
                <c:pt idx="6616">
                  <c:v>195.41669168286668</c:v>
                </c:pt>
                <c:pt idx="6617">
                  <c:v>174.890185785997</c:v>
                </c:pt>
                <c:pt idx="6618">
                  <c:v>105.1578296274227</c:v>
                </c:pt>
                <c:pt idx="6619">
                  <c:v>189.61818618597724</c:v>
                </c:pt>
                <c:pt idx="6620">
                  <c:v>170.44272236436743</c:v>
                </c:pt>
                <c:pt idx="6621">
                  <c:v>204.73147778309803</c:v>
                </c:pt>
                <c:pt idx="6622">
                  <c:v>142.06196428414515</c:v>
                </c:pt>
                <c:pt idx="6623">
                  <c:v>191.8202838062216</c:v>
                </c:pt>
                <c:pt idx="6624">
                  <c:v>73.17185943240187</c:v>
                </c:pt>
                <c:pt idx="6625">
                  <c:v>224.43095400462212</c:v>
                </c:pt>
                <c:pt idx="6626">
                  <c:v>111.47468079601461</c:v>
                </c:pt>
                <c:pt idx="6627">
                  <c:v>209.23164787488753</c:v>
                </c:pt>
                <c:pt idx="6628">
                  <c:v>169.1770531882983</c:v>
                </c:pt>
                <c:pt idx="6629">
                  <c:v>95.70923709414537</c:v>
                </c:pt>
                <c:pt idx="6630">
                  <c:v>99.93800277094296</c:v>
                </c:pt>
                <c:pt idx="6631">
                  <c:v>90.1081069135801</c:v>
                </c:pt>
                <c:pt idx="6632">
                  <c:v>214.25067646805425</c:v>
                </c:pt>
                <c:pt idx="6633">
                  <c:v>165.54147805834452</c:v>
                </c:pt>
                <c:pt idx="6634">
                  <c:v>144.02943845038092</c:v>
                </c:pt>
                <c:pt idx="6635">
                  <c:v>139.92819477741307</c:v>
                </c:pt>
                <c:pt idx="6636">
                  <c:v>116.61992218327383</c:v>
                </c:pt>
                <c:pt idx="6637">
                  <c:v>146.0797356193378</c:v>
                </c:pt>
                <c:pt idx="6638">
                  <c:v>82.59996112389014</c:v>
                </c:pt>
                <c:pt idx="6639">
                  <c:v>207.74920264491868</c:v>
                </c:pt>
                <c:pt idx="6640">
                  <c:v>139.13252010404827</c:v>
                </c:pt>
                <c:pt idx="6641">
                  <c:v>124.2539431399874</c:v>
                </c:pt>
                <c:pt idx="6642">
                  <c:v>135.58612082899268</c:v>
                </c:pt>
                <c:pt idx="6643">
                  <c:v>127.85472880216017</c:v>
                </c:pt>
                <c:pt idx="6644">
                  <c:v>206.60328231852944</c:v>
                </c:pt>
                <c:pt idx="6645">
                  <c:v>141.9105991620979</c:v>
                </c:pt>
                <c:pt idx="6646">
                  <c:v>85.4696905470997</c:v>
                </c:pt>
                <c:pt idx="6647">
                  <c:v>189.68451017861355</c:v>
                </c:pt>
                <c:pt idx="6648">
                  <c:v>113.5488402308363</c:v>
                </c:pt>
                <c:pt idx="6649">
                  <c:v>90.27360336614309</c:v>
                </c:pt>
                <c:pt idx="6650">
                  <c:v>187.59175606976441</c:v>
                </c:pt>
                <c:pt idx="6651">
                  <c:v>191.44464469086472</c:v>
                </c:pt>
                <c:pt idx="6652">
                  <c:v>196.1585832341557</c:v>
                </c:pt>
                <c:pt idx="6653">
                  <c:v>142.79427484639794</c:v>
                </c:pt>
                <c:pt idx="6654">
                  <c:v>107.88088082497498</c:v>
                </c:pt>
                <c:pt idx="6655">
                  <c:v>90.68099627075485</c:v>
                </c:pt>
                <c:pt idx="6656">
                  <c:v>102.78981956573088</c:v>
                </c:pt>
                <c:pt idx="6657">
                  <c:v>217.77551742899206</c:v>
                </c:pt>
                <c:pt idx="6658">
                  <c:v>151.60856767716575</c:v>
                </c:pt>
                <c:pt idx="6659">
                  <c:v>201.65258624895193</c:v>
                </c:pt>
                <c:pt idx="6660">
                  <c:v>190.60980761661276</c:v>
                </c:pt>
                <c:pt idx="6661">
                  <c:v>90.45002963292737</c:v>
                </c:pt>
                <c:pt idx="6662">
                  <c:v>164.084445064765</c:v>
                </c:pt>
                <c:pt idx="6663">
                  <c:v>213.946607832763</c:v>
                </c:pt>
                <c:pt idx="6664">
                  <c:v>120.78581867265365</c:v>
                </c:pt>
                <c:pt idx="6665">
                  <c:v>225.4658147084093</c:v>
                </c:pt>
                <c:pt idx="6666">
                  <c:v>143.71419368946445</c:v>
                </c:pt>
                <c:pt idx="6667">
                  <c:v>100.99092267047637</c:v>
                </c:pt>
                <c:pt idx="6668">
                  <c:v>139.16258213928836</c:v>
                </c:pt>
                <c:pt idx="6669">
                  <c:v>225.38548986894548</c:v>
                </c:pt>
                <c:pt idx="6670">
                  <c:v>109.42164620521986</c:v>
                </c:pt>
                <c:pt idx="6671">
                  <c:v>146.3730339938835</c:v>
                </c:pt>
                <c:pt idx="6672">
                  <c:v>116.83558480267043</c:v>
                </c:pt>
                <c:pt idx="6673">
                  <c:v>201.10777344078645</c:v>
                </c:pt>
                <c:pt idx="6674">
                  <c:v>185.71196891820713</c:v>
                </c:pt>
                <c:pt idx="6675">
                  <c:v>117.52680381020295</c:v>
                </c:pt>
                <c:pt idx="6676">
                  <c:v>102.78592535724916</c:v>
                </c:pt>
                <c:pt idx="6677">
                  <c:v>194.29428003769482</c:v>
                </c:pt>
                <c:pt idx="6678">
                  <c:v>178.55088342847318</c:v>
                </c:pt>
                <c:pt idx="6679">
                  <c:v>193.64276569753847</c:v>
                </c:pt>
                <c:pt idx="6680">
                  <c:v>92.54321874858321</c:v>
                </c:pt>
                <c:pt idx="6681">
                  <c:v>219.28433721737582</c:v>
                </c:pt>
                <c:pt idx="6682">
                  <c:v>210.7220677366523</c:v>
                </c:pt>
                <c:pt idx="6683">
                  <c:v>184.6880770343564</c:v>
                </c:pt>
                <c:pt idx="6684">
                  <c:v>100.55385282827993</c:v>
                </c:pt>
                <c:pt idx="6685">
                  <c:v>164.25710163327082</c:v>
                </c:pt>
                <c:pt idx="6686">
                  <c:v>190.76760067065655</c:v>
                </c:pt>
                <c:pt idx="6687">
                  <c:v>140.30369352698614</c:v>
                </c:pt>
                <c:pt idx="6688">
                  <c:v>139.28073556470085</c:v>
                </c:pt>
                <c:pt idx="6689">
                  <c:v>97.27379405171332</c:v>
                </c:pt>
                <c:pt idx="6690">
                  <c:v>199.17823372414014</c:v>
                </c:pt>
                <c:pt idx="6691">
                  <c:v>192.17941700759113</c:v>
                </c:pt>
                <c:pt idx="6692">
                  <c:v>83.62845994053339</c:v>
                </c:pt>
                <c:pt idx="6693">
                  <c:v>190.7279740766909</c:v>
                </c:pt>
                <c:pt idx="6694">
                  <c:v>167.5099384844643</c:v>
                </c:pt>
                <c:pt idx="6695">
                  <c:v>88.88695935596128</c:v>
                </c:pt>
                <c:pt idx="6696">
                  <c:v>145.23326674451306</c:v>
                </c:pt>
                <c:pt idx="6697">
                  <c:v>203.02531077670898</c:v>
                </c:pt>
                <c:pt idx="6698">
                  <c:v>144.22044819201818</c:v>
                </c:pt>
                <c:pt idx="6699">
                  <c:v>84.86651670698275</c:v>
                </c:pt>
                <c:pt idx="6700">
                  <c:v>200.55124903424044</c:v>
                </c:pt>
                <c:pt idx="6701">
                  <c:v>162.68255937933242</c:v>
                </c:pt>
                <c:pt idx="6702">
                  <c:v>113.63948563388061</c:v>
                </c:pt>
                <c:pt idx="6703">
                  <c:v>144.19610782590954</c:v>
                </c:pt>
                <c:pt idx="6704">
                  <c:v>188.6612069399871</c:v>
                </c:pt>
                <c:pt idx="6705">
                  <c:v>128.00387482734695</c:v>
                </c:pt>
                <c:pt idx="6706">
                  <c:v>120.61488724314665</c:v>
                </c:pt>
                <c:pt idx="6707">
                  <c:v>226.3001767029878</c:v>
                </c:pt>
                <c:pt idx="6708">
                  <c:v>115.96454376660782</c:v>
                </c:pt>
                <c:pt idx="6709">
                  <c:v>216.75346555604227</c:v>
                </c:pt>
                <c:pt idx="6710">
                  <c:v>214.57276990534686</c:v>
                </c:pt>
                <c:pt idx="6711">
                  <c:v>160.268140992823</c:v>
                </c:pt>
                <c:pt idx="6712">
                  <c:v>108.85267052689015</c:v>
                </c:pt>
                <c:pt idx="6713">
                  <c:v>153.67798696323732</c:v>
                </c:pt>
                <c:pt idx="6714">
                  <c:v>180.77607350128315</c:v>
                </c:pt>
                <c:pt idx="6715">
                  <c:v>210.0980069082461</c:v>
                </c:pt>
                <c:pt idx="6716">
                  <c:v>176.46934786814293</c:v>
                </c:pt>
                <c:pt idx="6717">
                  <c:v>208.43389306700175</c:v>
                </c:pt>
                <c:pt idx="6718">
                  <c:v>84.85239889503353</c:v>
                </c:pt>
                <c:pt idx="6719">
                  <c:v>81.73331894108327</c:v>
                </c:pt>
                <c:pt idx="6720">
                  <c:v>163.7801465673488</c:v>
                </c:pt>
                <c:pt idx="6721">
                  <c:v>119.33195721201433</c:v>
                </c:pt>
                <c:pt idx="6722">
                  <c:v>96.94703745038649</c:v>
                </c:pt>
                <c:pt idx="6723">
                  <c:v>97.27681860373092</c:v>
                </c:pt>
                <c:pt idx="6724">
                  <c:v>113.92693983757441</c:v>
                </c:pt>
                <c:pt idx="6725">
                  <c:v>88.73855460589738</c:v>
                </c:pt>
                <c:pt idx="6726">
                  <c:v>225.26831518866055</c:v>
                </c:pt>
                <c:pt idx="6727">
                  <c:v>112.63383789212882</c:v>
                </c:pt>
                <c:pt idx="6728">
                  <c:v>187.78110069323338</c:v>
                </c:pt>
                <c:pt idx="6729">
                  <c:v>193.57425501275367</c:v>
                </c:pt>
                <c:pt idx="6730">
                  <c:v>232.37723960075726</c:v>
                </c:pt>
                <c:pt idx="6731">
                  <c:v>98.10130064443071</c:v>
                </c:pt>
                <c:pt idx="6732">
                  <c:v>216.009743816589</c:v>
                </c:pt>
                <c:pt idx="6733">
                  <c:v>196.73428832258708</c:v>
                </c:pt>
                <c:pt idx="6734">
                  <c:v>195.61897628353188</c:v>
                </c:pt>
                <c:pt idx="6735">
                  <c:v>182.85841323685395</c:v>
                </c:pt>
                <c:pt idx="6736">
                  <c:v>211.74109814891185</c:v>
                </c:pt>
                <c:pt idx="6737">
                  <c:v>116.52932418213497</c:v>
                </c:pt>
                <c:pt idx="6738">
                  <c:v>198.35440654046246</c:v>
                </c:pt>
                <c:pt idx="6739">
                  <c:v>169.61545821743087</c:v>
                </c:pt>
                <c:pt idx="6740">
                  <c:v>191.3856825107256</c:v>
                </c:pt>
                <c:pt idx="6741">
                  <c:v>225.8394600196208</c:v>
                </c:pt>
                <c:pt idx="6742">
                  <c:v>115.71864445896101</c:v>
                </c:pt>
                <c:pt idx="6743">
                  <c:v>184.21056801476294</c:v>
                </c:pt>
                <c:pt idx="6744">
                  <c:v>99.31804214818266</c:v>
                </c:pt>
                <c:pt idx="6745">
                  <c:v>82.95616771220475</c:v>
                </c:pt>
                <c:pt idx="6746">
                  <c:v>103.09139337436486</c:v>
                </c:pt>
                <c:pt idx="6747">
                  <c:v>171.1180393426165</c:v>
                </c:pt>
                <c:pt idx="6748">
                  <c:v>92.75458557183227</c:v>
                </c:pt>
                <c:pt idx="6749">
                  <c:v>79.65638669380871</c:v>
                </c:pt>
                <c:pt idx="6750">
                  <c:v>194.5624463481146</c:v>
                </c:pt>
                <c:pt idx="6751">
                  <c:v>189.78788945715172</c:v>
                </c:pt>
                <c:pt idx="6752">
                  <c:v>213.83236484020728</c:v>
                </c:pt>
                <c:pt idx="6753">
                  <c:v>226.91543211093997</c:v>
                </c:pt>
                <c:pt idx="6754">
                  <c:v>193.0321587103929</c:v>
                </c:pt>
                <c:pt idx="6755">
                  <c:v>89.15941842817007</c:v>
                </c:pt>
                <c:pt idx="6756">
                  <c:v>124.32793524729517</c:v>
                </c:pt>
                <c:pt idx="6757">
                  <c:v>130.1651071753947</c:v>
                </c:pt>
                <c:pt idx="6758">
                  <c:v>107.30871263195968</c:v>
                </c:pt>
                <c:pt idx="6759">
                  <c:v>189.67790269116895</c:v>
                </c:pt>
                <c:pt idx="6760">
                  <c:v>97.6783776004976</c:v>
                </c:pt>
                <c:pt idx="6761">
                  <c:v>93.53988495136191</c:v>
                </c:pt>
                <c:pt idx="6762">
                  <c:v>173.93608358518145</c:v>
                </c:pt>
                <c:pt idx="6763">
                  <c:v>189.93489219423068</c:v>
                </c:pt>
                <c:pt idx="6764">
                  <c:v>190.00455334953992</c:v>
                </c:pt>
                <c:pt idx="6765">
                  <c:v>188.3397662062796</c:v>
                </c:pt>
                <c:pt idx="6766">
                  <c:v>95.02881860930017</c:v>
                </c:pt>
                <c:pt idx="6767">
                  <c:v>86.2702133460439</c:v>
                </c:pt>
                <c:pt idx="6768">
                  <c:v>173.33024617716754</c:v>
                </c:pt>
                <c:pt idx="6769">
                  <c:v>195.04117041701986</c:v>
                </c:pt>
                <c:pt idx="6770">
                  <c:v>101.1562798375159</c:v>
                </c:pt>
                <c:pt idx="6771">
                  <c:v>205.39332407529395</c:v>
                </c:pt>
                <c:pt idx="6772">
                  <c:v>130.72252805057468</c:v>
                </c:pt>
                <c:pt idx="6773">
                  <c:v>166.63118251060385</c:v>
                </c:pt>
                <c:pt idx="6774">
                  <c:v>79.09453795013792</c:v>
                </c:pt>
                <c:pt idx="6775">
                  <c:v>174.60055396213573</c:v>
                </c:pt>
                <c:pt idx="6776">
                  <c:v>173.06985043718998</c:v>
                </c:pt>
                <c:pt idx="6777">
                  <c:v>103.87192691196606</c:v>
                </c:pt>
                <c:pt idx="6778">
                  <c:v>197.91158447818924</c:v>
                </c:pt>
                <c:pt idx="6779">
                  <c:v>86.94075944587843</c:v>
                </c:pt>
                <c:pt idx="6780">
                  <c:v>122.450681698496</c:v>
                </c:pt>
                <c:pt idx="6781">
                  <c:v>95.44241800282805</c:v>
                </c:pt>
                <c:pt idx="6782">
                  <c:v>191.8478216284471</c:v>
                </c:pt>
                <c:pt idx="6783">
                  <c:v>201.32997007528715</c:v>
                </c:pt>
                <c:pt idx="6784">
                  <c:v>155.2150890259078</c:v>
                </c:pt>
                <c:pt idx="6785">
                  <c:v>106.68841394725523</c:v>
                </c:pt>
                <c:pt idx="6786">
                  <c:v>82.61566062555174</c:v>
                </c:pt>
                <c:pt idx="6787">
                  <c:v>90.50770884269824</c:v>
                </c:pt>
                <c:pt idx="6788">
                  <c:v>196.82417576385237</c:v>
                </c:pt>
                <c:pt idx="6789">
                  <c:v>172.35580047976774</c:v>
                </c:pt>
                <c:pt idx="6790">
                  <c:v>92.3293881748063</c:v>
                </c:pt>
                <c:pt idx="6791">
                  <c:v>184.1079674204291</c:v>
                </c:pt>
                <c:pt idx="6792">
                  <c:v>206.00444737345708</c:v>
                </c:pt>
                <c:pt idx="6793">
                  <c:v>192.6780231827821</c:v>
                </c:pt>
                <c:pt idx="6794">
                  <c:v>193.11286546028282</c:v>
                </c:pt>
                <c:pt idx="6795">
                  <c:v>183.9449558233479</c:v>
                </c:pt>
                <c:pt idx="6796">
                  <c:v>149.67851347341394</c:v>
                </c:pt>
                <c:pt idx="6797">
                  <c:v>162.7107153524348</c:v>
                </c:pt>
                <c:pt idx="6798">
                  <c:v>172.96298882265637</c:v>
                </c:pt>
                <c:pt idx="6799">
                  <c:v>104.57242334660037</c:v>
                </c:pt>
                <c:pt idx="6800">
                  <c:v>122.53383509879139</c:v>
                </c:pt>
                <c:pt idx="6801">
                  <c:v>114.37623064459402</c:v>
                </c:pt>
                <c:pt idx="6802">
                  <c:v>175.00816147984526</c:v>
                </c:pt>
                <c:pt idx="6803">
                  <c:v>85.15020959457543</c:v>
                </c:pt>
                <c:pt idx="6804">
                  <c:v>222.46997204714916</c:v>
                </c:pt>
                <c:pt idx="6805">
                  <c:v>136.12099890050055</c:v>
                </c:pt>
                <c:pt idx="6806">
                  <c:v>152.41308722414823</c:v>
                </c:pt>
                <c:pt idx="6807">
                  <c:v>91.47278989689468</c:v>
                </c:pt>
                <c:pt idx="6808">
                  <c:v>193.7216254015075</c:v>
                </c:pt>
                <c:pt idx="6809">
                  <c:v>209.82197878745603</c:v>
                </c:pt>
                <c:pt idx="6810">
                  <c:v>211.52645071511938</c:v>
                </c:pt>
                <c:pt idx="6811">
                  <c:v>127.98764392932664</c:v>
                </c:pt>
                <c:pt idx="6812">
                  <c:v>217.31162621199857</c:v>
                </c:pt>
                <c:pt idx="6813">
                  <c:v>99.44012227872291</c:v>
                </c:pt>
                <c:pt idx="6814">
                  <c:v>91.92937337857573</c:v>
                </c:pt>
                <c:pt idx="6815">
                  <c:v>215.3944097543425</c:v>
                </c:pt>
                <c:pt idx="6816">
                  <c:v>148.36725336302675</c:v>
                </c:pt>
                <c:pt idx="6817">
                  <c:v>168.4022682799636</c:v>
                </c:pt>
                <c:pt idx="6818">
                  <c:v>203.70203981902893</c:v>
                </c:pt>
                <c:pt idx="6819">
                  <c:v>188.07425670182857</c:v>
                </c:pt>
                <c:pt idx="6820">
                  <c:v>145.72733398810507</c:v>
                </c:pt>
                <c:pt idx="6821">
                  <c:v>123.18887494456615</c:v>
                </c:pt>
                <c:pt idx="6822">
                  <c:v>202.31032429971376</c:v>
                </c:pt>
                <c:pt idx="6823">
                  <c:v>88.11499684317464</c:v>
                </c:pt>
                <c:pt idx="6824">
                  <c:v>220.45798156477622</c:v>
                </c:pt>
                <c:pt idx="6825">
                  <c:v>207.32496111662272</c:v>
                </c:pt>
                <c:pt idx="6826">
                  <c:v>99.02281650373799</c:v>
                </c:pt>
                <c:pt idx="6827">
                  <c:v>170.0882675316155</c:v>
                </c:pt>
                <c:pt idx="6828">
                  <c:v>168.94354698342505</c:v>
                </c:pt>
                <c:pt idx="6829">
                  <c:v>170.9123971010865</c:v>
                </c:pt>
                <c:pt idx="6830">
                  <c:v>208.7533242069723</c:v>
                </c:pt>
                <c:pt idx="6831">
                  <c:v>200.15482580048496</c:v>
                </c:pt>
                <c:pt idx="6832">
                  <c:v>128.03345688147095</c:v>
                </c:pt>
                <c:pt idx="6833">
                  <c:v>141.22425169816555</c:v>
                </c:pt>
                <c:pt idx="6834">
                  <c:v>168.01982190523432</c:v>
                </c:pt>
                <c:pt idx="6835">
                  <c:v>177.10126121573362</c:v>
                </c:pt>
                <c:pt idx="6836">
                  <c:v>83.12274612806856</c:v>
                </c:pt>
                <c:pt idx="6837">
                  <c:v>84.60437261896612</c:v>
                </c:pt>
                <c:pt idx="6838">
                  <c:v>167.19853094102726</c:v>
                </c:pt>
                <c:pt idx="6839">
                  <c:v>221.73890015520533</c:v>
                </c:pt>
                <c:pt idx="6840">
                  <c:v>221.3884842850701</c:v>
                </c:pt>
                <c:pt idx="6841">
                  <c:v>200.7180890351816</c:v>
                </c:pt>
                <c:pt idx="6842">
                  <c:v>90.23320029734299</c:v>
                </c:pt>
                <c:pt idx="6843">
                  <c:v>126.15599624180318</c:v>
                </c:pt>
                <c:pt idx="6844">
                  <c:v>204.84815933131435</c:v>
                </c:pt>
                <c:pt idx="6845">
                  <c:v>97.75529243777193</c:v>
                </c:pt>
                <c:pt idx="6846">
                  <c:v>107.79314475585446</c:v>
                </c:pt>
                <c:pt idx="6847">
                  <c:v>91.64020925521646</c:v>
                </c:pt>
                <c:pt idx="6848">
                  <c:v>219.6322167718277</c:v>
                </c:pt>
                <c:pt idx="6849">
                  <c:v>220.23457335281466</c:v>
                </c:pt>
                <c:pt idx="6850">
                  <c:v>141.750314457049</c:v>
                </c:pt>
                <c:pt idx="6851">
                  <c:v>170.73738148974297</c:v>
                </c:pt>
                <c:pt idx="6852">
                  <c:v>170.90137273809168</c:v>
                </c:pt>
                <c:pt idx="6853">
                  <c:v>210.60532422704728</c:v>
                </c:pt>
                <c:pt idx="6854">
                  <c:v>93.11544055960682</c:v>
                </c:pt>
                <c:pt idx="6855">
                  <c:v>158.0390161889285</c:v>
                </c:pt>
                <c:pt idx="6856">
                  <c:v>199.12045510291765</c:v>
                </c:pt>
                <c:pt idx="6857">
                  <c:v>168.5788859505166</c:v>
                </c:pt>
                <c:pt idx="6858">
                  <c:v>90.14653823009823</c:v>
                </c:pt>
                <c:pt idx="6859">
                  <c:v>158.32873232967572</c:v>
                </c:pt>
                <c:pt idx="6860">
                  <c:v>197.4281193727914</c:v>
                </c:pt>
                <c:pt idx="6861">
                  <c:v>83.69100161949031</c:v>
                </c:pt>
                <c:pt idx="6862">
                  <c:v>206.82634838645552</c:v>
                </c:pt>
                <c:pt idx="6863">
                  <c:v>127.10341112068608</c:v>
                </c:pt>
                <c:pt idx="6864">
                  <c:v>167.3501862522084</c:v>
                </c:pt>
                <c:pt idx="6865">
                  <c:v>114.5628279324905</c:v>
                </c:pt>
                <c:pt idx="6866">
                  <c:v>190.3388870731635</c:v>
                </c:pt>
                <c:pt idx="6867">
                  <c:v>139.29572874166465</c:v>
                </c:pt>
                <c:pt idx="6868">
                  <c:v>195.50221946212838</c:v>
                </c:pt>
                <c:pt idx="6869">
                  <c:v>134.38450024557724</c:v>
                </c:pt>
                <c:pt idx="6870">
                  <c:v>133.9889555907686</c:v>
                </c:pt>
                <c:pt idx="6871">
                  <c:v>188.63145294552535</c:v>
                </c:pt>
                <c:pt idx="6872">
                  <c:v>212.3188267463262</c:v>
                </c:pt>
                <c:pt idx="6873">
                  <c:v>91.68163521901549</c:v>
                </c:pt>
                <c:pt idx="6874">
                  <c:v>131.74948735556106</c:v>
                </c:pt>
                <c:pt idx="6875">
                  <c:v>211.9716277674965</c:v>
                </c:pt>
                <c:pt idx="6876">
                  <c:v>106.03439938599192</c:v>
                </c:pt>
                <c:pt idx="6877">
                  <c:v>172.62779489784907</c:v>
                </c:pt>
                <c:pt idx="6878">
                  <c:v>222.74021119111828</c:v>
                </c:pt>
                <c:pt idx="6879">
                  <c:v>86.96887732160388</c:v>
                </c:pt>
                <c:pt idx="6880">
                  <c:v>199.21565981305113</c:v>
                </c:pt>
                <c:pt idx="6881">
                  <c:v>149.53484742445826</c:v>
                </c:pt>
                <c:pt idx="6882">
                  <c:v>171.51564829133534</c:v>
                </c:pt>
                <c:pt idx="6883">
                  <c:v>89.08898283218733</c:v>
                </c:pt>
                <c:pt idx="6884">
                  <c:v>83.91574074692092</c:v>
                </c:pt>
                <c:pt idx="6885">
                  <c:v>187.6528052230294</c:v>
                </c:pt>
                <c:pt idx="6886">
                  <c:v>223.13578667943736</c:v>
                </c:pt>
                <c:pt idx="6887">
                  <c:v>189.77884503604878</c:v>
                </c:pt>
                <c:pt idx="6888">
                  <c:v>188.91721201693298</c:v>
                </c:pt>
                <c:pt idx="6889">
                  <c:v>84.9348526835446</c:v>
                </c:pt>
                <c:pt idx="6890">
                  <c:v>218.7759154156671</c:v>
                </c:pt>
                <c:pt idx="6891">
                  <c:v>108.45940993746805</c:v>
                </c:pt>
                <c:pt idx="6892">
                  <c:v>190.99534083962158</c:v>
                </c:pt>
                <c:pt idx="6893">
                  <c:v>210.7807387432729</c:v>
                </c:pt>
                <c:pt idx="6894">
                  <c:v>172.78161721952344</c:v>
                </c:pt>
                <c:pt idx="6895">
                  <c:v>222.127193726991</c:v>
                </c:pt>
                <c:pt idx="6896">
                  <c:v>79.41656102497889</c:v>
                </c:pt>
                <c:pt idx="6897">
                  <c:v>201.53196022336743</c:v>
                </c:pt>
                <c:pt idx="6898">
                  <c:v>96.85702700989152</c:v>
                </c:pt>
                <c:pt idx="6899">
                  <c:v>96.64876277973512</c:v>
                </c:pt>
                <c:pt idx="6900">
                  <c:v>97.72472939964334</c:v>
                </c:pt>
                <c:pt idx="6901">
                  <c:v>101.42024398427706</c:v>
                </c:pt>
                <c:pt idx="6902">
                  <c:v>133.3996509098742</c:v>
                </c:pt>
                <c:pt idx="6903">
                  <c:v>199.24617319159913</c:v>
                </c:pt>
                <c:pt idx="6904">
                  <c:v>164.50440128572777</c:v>
                </c:pt>
                <c:pt idx="6905">
                  <c:v>100.20890311511864</c:v>
                </c:pt>
                <c:pt idx="6906">
                  <c:v>144.22884275914268</c:v>
                </c:pt>
                <c:pt idx="6907">
                  <c:v>97.11226068155457</c:v>
                </c:pt>
                <c:pt idx="6908">
                  <c:v>94.34614871060789</c:v>
                </c:pt>
                <c:pt idx="6909">
                  <c:v>120.57296554466423</c:v>
                </c:pt>
                <c:pt idx="6910">
                  <c:v>142.87119112156492</c:v>
                </c:pt>
                <c:pt idx="6911">
                  <c:v>208.91628188382398</c:v>
                </c:pt>
                <c:pt idx="6912">
                  <c:v>229.83755876962115</c:v>
                </c:pt>
                <c:pt idx="6913">
                  <c:v>119.42573068467934</c:v>
                </c:pt>
                <c:pt idx="6914">
                  <c:v>146.54556890920537</c:v>
                </c:pt>
                <c:pt idx="6915">
                  <c:v>218.56148474899737</c:v>
                </c:pt>
                <c:pt idx="6916">
                  <c:v>117.23322887310283</c:v>
                </c:pt>
                <c:pt idx="6917">
                  <c:v>95.37902614197138</c:v>
                </c:pt>
                <c:pt idx="6918">
                  <c:v>215.01053415779438</c:v>
                </c:pt>
                <c:pt idx="6919">
                  <c:v>98.0098923123707</c:v>
                </c:pt>
                <c:pt idx="6920">
                  <c:v>196.67919339453485</c:v>
                </c:pt>
                <c:pt idx="6921">
                  <c:v>168.04707569923335</c:v>
                </c:pt>
                <c:pt idx="6922">
                  <c:v>149.77600328952056</c:v>
                </c:pt>
                <c:pt idx="6923">
                  <c:v>101.01464118950408</c:v>
                </c:pt>
                <c:pt idx="6924">
                  <c:v>196.22853678424107</c:v>
                </c:pt>
                <c:pt idx="6925">
                  <c:v>91.66055454193666</c:v>
                </c:pt>
                <c:pt idx="6926">
                  <c:v>121.94904471653597</c:v>
                </c:pt>
                <c:pt idx="6927">
                  <c:v>174.5070705386869</c:v>
                </c:pt>
                <c:pt idx="6928">
                  <c:v>177.9335719723811</c:v>
                </c:pt>
                <c:pt idx="6929">
                  <c:v>95.3602217235942</c:v>
                </c:pt>
                <c:pt idx="6930">
                  <c:v>202.6580079646425</c:v>
                </c:pt>
                <c:pt idx="6931">
                  <c:v>143.83385195541985</c:v>
                </c:pt>
                <c:pt idx="6932">
                  <c:v>229.74068924859753</c:v>
                </c:pt>
                <c:pt idx="6933">
                  <c:v>197.63812219654935</c:v>
                </c:pt>
                <c:pt idx="6934">
                  <c:v>163.89147394624086</c:v>
                </c:pt>
                <c:pt idx="6935">
                  <c:v>165.69622961896405</c:v>
                </c:pt>
                <c:pt idx="6936">
                  <c:v>201.31254860467547</c:v>
                </c:pt>
                <c:pt idx="6937">
                  <c:v>99.09663194047211</c:v>
                </c:pt>
                <c:pt idx="6938">
                  <c:v>213.90963904094554</c:v>
                </c:pt>
                <c:pt idx="6939">
                  <c:v>99.25539267957724</c:v>
                </c:pt>
                <c:pt idx="6940">
                  <c:v>155.01859933311397</c:v>
                </c:pt>
                <c:pt idx="6941">
                  <c:v>128.83752922121818</c:v>
                </c:pt>
                <c:pt idx="6942">
                  <c:v>210.04754730831323</c:v>
                </c:pt>
                <c:pt idx="6943">
                  <c:v>197.3648095993984</c:v>
                </c:pt>
                <c:pt idx="6944">
                  <c:v>131.445290499856</c:v>
                </c:pt>
                <c:pt idx="6945">
                  <c:v>95.49326827492078</c:v>
                </c:pt>
                <c:pt idx="6946">
                  <c:v>146.27281296586972</c:v>
                </c:pt>
                <c:pt idx="6947">
                  <c:v>139.1922656980514</c:v>
                </c:pt>
                <c:pt idx="6948">
                  <c:v>99.11793246548599</c:v>
                </c:pt>
                <c:pt idx="6949">
                  <c:v>190.1803636993672</c:v>
                </c:pt>
                <c:pt idx="6950">
                  <c:v>132.3502296209639</c:v>
                </c:pt>
                <c:pt idx="6951">
                  <c:v>209.7189456016749</c:v>
                </c:pt>
                <c:pt idx="6952">
                  <c:v>109.1740258423661</c:v>
                </c:pt>
                <c:pt idx="6953">
                  <c:v>125.25321226565872</c:v>
                </c:pt>
                <c:pt idx="6954">
                  <c:v>170.9178308642583</c:v>
                </c:pt>
                <c:pt idx="6955">
                  <c:v>200.84743641912863</c:v>
                </c:pt>
                <c:pt idx="6956">
                  <c:v>170.42490131298283</c:v>
                </c:pt>
                <c:pt idx="6957">
                  <c:v>166.66001603379212</c:v>
                </c:pt>
                <c:pt idx="6958">
                  <c:v>132.62682045462685</c:v>
                </c:pt>
                <c:pt idx="6959">
                  <c:v>203.73423147143603</c:v>
                </c:pt>
                <c:pt idx="6960">
                  <c:v>159.56283297142681</c:v>
                </c:pt>
                <c:pt idx="6961">
                  <c:v>97.43707898396137</c:v>
                </c:pt>
                <c:pt idx="6962">
                  <c:v>194.67865552826512</c:v>
                </c:pt>
                <c:pt idx="6963">
                  <c:v>105.43754460216682</c:v>
                </c:pt>
                <c:pt idx="6964">
                  <c:v>86.76688695475517</c:v>
                </c:pt>
                <c:pt idx="6965">
                  <c:v>198.1492748387091</c:v>
                </c:pt>
                <c:pt idx="6966">
                  <c:v>162.7256094331392</c:v>
                </c:pt>
                <c:pt idx="6967">
                  <c:v>209.63906839351478</c:v>
                </c:pt>
                <c:pt idx="6968">
                  <c:v>118.96341191358843</c:v>
                </c:pt>
                <c:pt idx="6969">
                  <c:v>214.94468840863007</c:v>
                </c:pt>
                <c:pt idx="6970">
                  <c:v>92.34170171846496</c:v>
                </c:pt>
                <c:pt idx="6971">
                  <c:v>145.471815701958</c:v>
                </c:pt>
                <c:pt idx="6972">
                  <c:v>204.8152226331706</c:v>
                </c:pt>
                <c:pt idx="6973">
                  <c:v>224.24858236056957</c:v>
                </c:pt>
                <c:pt idx="6974">
                  <c:v>142.2915602176717</c:v>
                </c:pt>
                <c:pt idx="6975">
                  <c:v>119.48723539286797</c:v>
                </c:pt>
                <c:pt idx="6976">
                  <c:v>210.54748428346994</c:v>
                </c:pt>
                <c:pt idx="6977">
                  <c:v>167.8868504788497</c:v>
                </c:pt>
                <c:pt idx="6978">
                  <c:v>214.21417652409312</c:v>
                </c:pt>
                <c:pt idx="6979">
                  <c:v>201.79853696473472</c:v>
                </c:pt>
                <c:pt idx="6980">
                  <c:v>97.08793520724218</c:v>
                </c:pt>
                <c:pt idx="6981">
                  <c:v>108.74451137259123</c:v>
                </c:pt>
                <c:pt idx="6982">
                  <c:v>194.43024200073802</c:v>
                </c:pt>
                <c:pt idx="6983">
                  <c:v>91.8173547480294</c:v>
                </c:pt>
                <c:pt idx="6984">
                  <c:v>97.7356570903314</c:v>
                </c:pt>
                <c:pt idx="6985">
                  <c:v>199.57305619823646</c:v>
                </c:pt>
                <c:pt idx="6986">
                  <c:v>173.4535063100991</c:v>
                </c:pt>
                <c:pt idx="6987">
                  <c:v>193.46635305212595</c:v>
                </c:pt>
                <c:pt idx="6988">
                  <c:v>172.50098206027639</c:v>
                </c:pt>
                <c:pt idx="6989">
                  <c:v>194.39809957078828</c:v>
                </c:pt>
                <c:pt idx="6990">
                  <c:v>102.97331476917743</c:v>
                </c:pt>
                <c:pt idx="6991">
                  <c:v>129.3021415671634</c:v>
                </c:pt>
                <c:pt idx="6992">
                  <c:v>120.09364647309886</c:v>
                </c:pt>
                <c:pt idx="6993">
                  <c:v>153.4187911108994</c:v>
                </c:pt>
                <c:pt idx="6994">
                  <c:v>136.9340388272517</c:v>
                </c:pt>
                <c:pt idx="6995">
                  <c:v>142.24988801576555</c:v>
                </c:pt>
                <c:pt idx="6996">
                  <c:v>141.25694126864434</c:v>
                </c:pt>
                <c:pt idx="6997">
                  <c:v>154.91067674309812</c:v>
                </c:pt>
                <c:pt idx="6998">
                  <c:v>101.35575290139492</c:v>
                </c:pt>
                <c:pt idx="6999">
                  <c:v>143.75016205286136</c:v>
                </c:pt>
                <c:pt idx="7000">
                  <c:v>111.79455430623523</c:v>
                </c:pt>
                <c:pt idx="7001">
                  <c:v>109.51476179975262</c:v>
                </c:pt>
                <c:pt idx="7002">
                  <c:v>91.33277393177185</c:v>
                </c:pt>
                <c:pt idx="7003">
                  <c:v>143.91467755875482</c:v>
                </c:pt>
                <c:pt idx="7004">
                  <c:v>191.54002208227922</c:v>
                </c:pt>
                <c:pt idx="7005">
                  <c:v>149.0993666805773</c:v>
                </c:pt>
                <c:pt idx="7006">
                  <c:v>141.58318262027944</c:v>
                </c:pt>
                <c:pt idx="7007">
                  <c:v>192.02292583313212</c:v>
                </c:pt>
                <c:pt idx="7008">
                  <c:v>113.34956180513122</c:v>
                </c:pt>
                <c:pt idx="7009">
                  <c:v>201.48595154814709</c:v>
                </c:pt>
                <c:pt idx="7010">
                  <c:v>144.80542141214104</c:v>
                </c:pt>
                <c:pt idx="7011">
                  <c:v>143.81295912986138</c:v>
                </c:pt>
                <c:pt idx="7012">
                  <c:v>160.79135515744156</c:v>
                </c:pt>
                <c:pt idx="7013">
                  <c:v>111.60013527707852</c:v>
                </c:pt>
                <c:pt idx="7014">
                  <c:v>226.54032171967182</c:v>
                </c:pt>
                <c:pt idx="7015">
                  <c:v>167.52117048617276</c:v>
                </c:pt>
                <c:pt idx="7016">
                  <c:v>190.11343337058707</c:v>
                </c:pt>
                <c:pt idx="7017">
                  <c:v>164.79130794565017</c:v>
                </c:pt>
                <c:pt idx="7018">
                  <c:v>172.2917668923426</c:v>
                </c:pt>
                <c:pt idx="7019">
                  <c:v>206.87813190405564</c:v>
                </c:pt>
                <c:pt idx="7020">
                  <c:v>99.43572490085965</c:v>
                </c:pt>
                <c:pt idx="7021">
                  <c:v>136.41717799589225</c:v>
                </c:pt>
                <c:pt idx="7022">
                  <c:v>204.78627764543242</c:v>
                </c:pt>
                <c:pt idx="7023">
                  <c:v>191.00689866410954</c:v>
                </c:pt>
                <c:pt idx="7024">
                  <c:v>107.99650313193852</c:v>
                </c:pt>
                <c:pt idx="7025">
                  <c:v>205.80390870880117</c:v>
                </c:pt>
                <c:pt idx="7026">
                  <c:v>160.39867165556367</c:v>
                </c:pt>
                <c:pt idx="7027">
                  <c:v>167.12060983366</c:v>
                </c:pt>
                <c:pt idx="7028">
                  <c:v>108.47271456800549</c:v>
                </c:pt>
                <c:pt idx="7029">
                  <c:v>209.1355587863612</c:v>
                </c:pt>
                <c:pt idx="7030">
                  <c:v>117.66387010690836</c:v>
                </c:pt>
                <c:pt idx="7031">
                  <c:v>228.70291451611644</c:v>
                </c:pt>
                <c:pt idx="7032">
                  <c:v>168.3849743091294</c:v>
                </c:pt>
                <c:pt idx="7033">
                  <c:v>88.4307825324284</c:v>
                </c:pt>
                <c:pt idx="7034">
                  <c:v>212.93447691484243</c:v>
                </c:pt>
                <c:pt idx="7035">
                  <c:v>125.04937095383505</c:v>
                </c:pt>
                <c:pt idx="7036">
                  <c:v>209.691996852089</c:v>
                </c:pt>
                <c:pt idx="7037">
                  <c:v>202.83678382794767</c:v>
                </c:pt>
                <c:pt idx="7038">
                  <c:v>204.87084449935486</c:v>
                </c:pt>
                <c:pt idx="7039">
                  <c:v>95.61470559350433</c:v>
                </c:pt>
                <c:pt idx="7040">
                  <c:v>208.7122494717038</c:v>
                </c:pt>
                <c:pt idx="7041">
                  <c:v>100.72672679925716</c:v>
                </c:pt>
                <c:pt idx="7042">
                  <c:v>79.5766475639712</c:v>
                </c:pt>
                <c:pt idx="7043">
                  <c:v>209.7377123631288</c:v>
                </c:pt>
                <c:pt idx="7044">
                  <c:v>102.73666307273135</c:v>
                </c:pt>
                <c:pt idx="7045">
                  <c:v>185.38711133788493</c:v>
                </c:pt>
                <c:pt idx="7046">
                  <c:v>193.67021999572572</c:v>
                </c:pt>
                <c:pt idx="7047">
                  <c:v>142.5878091821292</c:v>
                </c:pt>
                <c:pt idx="7048">
                  <c:v>120.01533541482723</c:v>
                </c:pt>
                <c:pt idx="7049">
                  <c:v>231.8914874726529</c:v>
                </c:pt>
                <c:pt idx="7050">
                  <c:v>108.56748722211015</c:v>
                </c:pt>
                <c:pt idx="7051">
                  <c:v>188.73104184716706</c:v>
                </c:pt>
                <c:pt idx="7052">
                  <c:v>230.72076480500147</c:v>
                </c:pt>
                <c:pt idx="7053">
                  <c:v>188.15851914239985</c:v>
                </c:pt>
                <c:pt idx="7054">
                  <c:v>171.57521711988483</c:v>
                </c:pt>
                <c:pt idx="7055">
                  <c:v>115.53827979003476</c:v>
                </c:pt>
                <c:pt idx="7056">
                  <c:v>95.25008646656805</c:v>
                </c:pt>
                <c:pt idx="7057">
                  <c:v>156.33736252791795</c:v>
                </c:pt>
                <c:pt idx="7058">
                  <c:v>141.71341111949772</c:v>
                </c:pt>
                <c:pt idx="7059">
                  <c:v>171.80223590740846</c:v>
                </c:pt>
                <c:pt idx="7060">
                  <c:v>121.1633480024996</c:v>
                </c:pt>
                <c:pt idx="7061">
                  <c:v>104.33994416579048</c:v>
                </c:pt>
                <c:pt idx="7062">
                  <c:v>101.50643083851266</c:v>
                </c:pt>
                <c:pt idx="7063">
                  <c:v>189.17125116217298</c:v>
                </c:pt>
                <c:pt idx="7064">
                  <c:v>145.3410700528115</c:v>
                </c:pt>
                <c:pt idx="7065">
                  <c:v>204.82803944183345</c:v>
                </c:pt>
                <c:pt idx="7066">
                  <c:v>206.5643294518442</c:v>
                </c:pt>
                <c:pt idx="7067">
                  <c:v>97.23780315956526</c:v>
                </c:pt>
                <c:pt idx="7068">
                  <c:v>189.81799270924049</c:v>
                </c:pt>
                <c:pt idx="7069">
                  <c:v>114.39138912315093</c:v>
                </c:pt>
                <c:pt idx="7070">
                  <c:v>186.53809883969242</c:v>
                </c:pt>
                <c:pt idx="7071">
                  <c:v>216.87441665834365</c:v>
                </c:pt>
                <c:pt idx="7072">
                  <c:v>208.63683301678157</c:v>
                </c:pt>
                <c:pt idx="7073">
                  <c:v>144.8544549262597</c:v>
                </c:pt>
                <c:pt idx="7074">
                  <c:v>114.54885965383747</c:v>
                </c:pt>
                <c:pt idx="7075">
                  <c:v>96.17673067336301</c:v>
                </c:pt>
                <c:pt idx="7076">
                  <c:v>196.8254060450368</c:v>
                </c:pt>
                <c:pt idx="7077">
                  <c:v>101.51162231824433</c:v>
                </c:pt>
                <c:pt idx="7078">
                  <c:v>96.52813106983776</c:v>
                </c:pt>
                <c:pt idx="7079">
                  <c:v>79.07696642123555</c:v>
                </c:pt>
                <c:pt idx="7080">
                  <c:v>189.13778808358163</c:v>
                </c:pt>
                <c:pt idx="7081">
                  <c:v>102.35296825996745</c:v>
                </c:pt>
                <c:pt idx="7082">
                  <c:v>173.32666537109642</c:v>
                </c:pt>
                <c:pt idx="7083">
                  <c:v>213.02723088962753</c:v>
                </c:pt>
                <c:pt idx="7084">
                  <c:v>111.09644089085613</c:v>
                </c:pt>
                <c:pt idx="7085">
                  <c:v>104.3635374646693</c:v>
                </c:pt>
                <c:pt idx="7086">
                  <c:v>132.41492867818565</c:v>
                </c:pt>
                <c:pt idx="7087">
                  <c:v>200.19928947912004</c:v>
                </c:pt>
                <c:pt idx="7088">
                  <c:v>127.67533160891668</c:v>
                </c:pt>
                <c:pt idx="7089">
                  <c:v>139.91593214499102</c:v>
                </c:pt>
                <c:pt idx="7090">
                  <c:v>98.40184959905935</c:v>
                </c:pt>
                <c:pt idx="7091">
                  <c:v>200.20173174634036</c:v>
                </c:pt>
                <c:pt idx="7092">
                  <c:v>144.13691831685762</c:v>
                </c:pt>
                <c:pt idx="7093">
                  <c:v>167.02899737365627</c:v>
                </c:pt>
                <c:pt idx="7094">
                  <c:v>127.39254182885134</c:v>
                </c:pt>
                <c:pt idx="7095">
                  <c:v>201.93239150807102</c:v>
                </c:pt>
                <c:pt idx="7096">
                  <c:v>92.36612224768122</c:v>
                </c:pt>
                <c:pt idx="7097">
                  <c:v>216.7297064908413</c:v>
                </c:pt>
                <c:pt idx="7098">
                  <c:v>176.52368920173626</c:v>
                </c:pt>
                <c:pt idx="7099">
                  <c:v>148.68729701301737</c:v>
                </c:pt>
                <c:pt idx="7100">
                  <c:v>99.45808302595836</c:v>
                </c:pt>
                <c:pt idx="7101">
                  <c:v>91.40203952160209</c:v>
                </c:pt>
                <c:pt idx="7102">
                  <c:v>125.83678277232293</c:v>
                </c:pt>
                <c:pt idx="7103">
                  <c:v>159.98793315158068</c:v>
                </c:pt>
                <c:pt idx="7104">
                  <c:v>87.23081128067658</c:v>
                </c:pt>
                <c:pt idx="7105">
                  <c:v>129.0576726117288</c:v>
                </c:pt>
                <c:pt idx="7106">
                  <c:v>99.37210160302172</c:v>
                </c:pt>
                <c:pt idx="7107">
                  <c:v>125.18287441109413</c:v>
                </c:pt>
                <c:pt idx="7108">
                  <c:v>207.3958831359761</c:v>
                </c:pt>
                <c:pt idx="7109">
                  <c:v>172.24193360332646</c:v>
                </c:pt>
                <c:pt idx="7110">
                  <c:v>95.8529070714052</c:v>
                </c:pt>
                <c:pt idx="7111">
                  <c:v>136.8284327679712</c:v>
                </c:pt>
                <c:pt idx="7112">
                  <c:v>98.6467875043037</c:v>
                </c:pt>
                <c:pt idx="7113">
                  <c:v>154.78015440585656</c:v>
                </c:pt>
                <c:pt idx="7114">
                  <c:v>96.33366177372488</c:v>
                </c:pt>
                <c:pt idx="7115">
                  <c:v>208.48618725785863</c:v>
                </c:pt>
                <c:pt idx="7116">
                  <c:v>206.25378833422963</c:v>
                </c:pt>
                <c:pt idx="7117">
                  <c:v>191.11630117065974</c:v>
                </c:pt>
                <c:pt idx="7118">
                  <c:v>200.59305100288566</c:v>
                </c:pt>
                <c:pt idx="7119">
                  <c:v>187.0277141561377</c:v>
                </c:pt>
                <c:pt idx="7120">
                  <c:v>214.7959317928715</c:v>
                </c:pt>
                <c:pt idx="7121">
                  <c:v>195.5448982306141</c:v>
                </c:pt>
                <c:pt idx="7122">
                  <c:v>142.54943619731412</c:v>
                </c:pt>
                <c:pt idx="7123">
                  <c:v>171.41604871256575</c:v>
                </c:pt>
                <c:pt idx="7124">
                  <c:v>153.4807381986502</c:v>
                </c:pt>
                <c:pt idx="7125">
                  <c:v>200.31034687500429</c:v>
                </c:pt>
                <c:pt idx="7126">
                  <c:v>143.1338610469002</c:v>
                </c:pt>
                <c:pt idx="7127">
                  <c:v>123.65529780123893</c:v>
                </c:pt>
                <c:pt idx="7128">
                  <c:v>100.30237816515118</c:v>
                </c:pt>
                <c:pt idx="7129">
                  <c:v>99.36231108653033</c:v>
                </c:pt>
                <c:pt idx="7130">
                  <c:v>117.07491281233821</c:v>
                </c:pt>
                <c:pt idx="7131">
                  <c:v>97.6165892469374</c:v>
                </c:pt>
                <c:pt idx="7132">
                  <c:v>160.20337194525848</c:v>
                </c:pt>
                <c:pt idx="7133">
                  <c:v>145.14649230970082</c:v>
                </c:pt>
                <c:pt idx="7134">
                  <c:v>196.5758083270758</c:v>
                </c:pt>
                <c:pt idx="7135">
                  <c:v>73.65429362312993</c:v>
                </c:pt>
                <c:pt idx="7136">
                  <c:v>112.71048438043658</c:v>
                </c:pt>
                <c:pt idx="7137">
                  <c:v>173.78475379502586</c:v>
                </c:pt>
                <c:pt idx="7138">
                  <c:v>106.65014696845358</c:v>
                </c:pt>
                <c:pt idx="7139">
                  <c:v>99.85431354049223</c:v>
                </c:pt>
                <c:pt idx="7140">
                  <c:v>235.23061835852099</c:v>
                </c:pt>
                <c:pt idx="7141">
                  <c:v>204.33020486379246</c:v>
                </c:pt>
                <c:pt idx="7142">
                  <c:v>121.49352763060398</c:v>
                </c:pt>
                <c:pt idx="7143">
                  <c:v>119.98192426663715</c:v>
                </c:pt>
                <c:pt idx="7144">
                  <c:v>214.52550902983526</c:v>
                </c:pt>
                <c:pt idx="7145">
                  <c:v>134.3958088949081</c:v>
                </c:pt>
                <c:pt idx="7146">
                  <c:v>173.35183290845077</c:v>
                </c:pt>
                <c:pt idx="7147">
                  <c:v>214.38080849705034</c:v>
                </c:pt>
                <c:pt idx="7148">
                  <c:v>119.46857276169816</c:v>
                </c:pt>
                <c:pt idx="7149">
                  <c:v>157.97167836875857</c:v>
                </c:pt>
                <c:pt idx="7150">
                  <c:v>129.22552313081476</c:v>
                </c:pt>
                <c:pt idx="7151">
                  <c:v>191.76741296851498</c:v>
                </c:pt>
                <c:pt idx="7152">
                  <c:v>195.40374762547157</c:v>
                </c:pt>
                <c:pt idx="7153">
                  <c:v>191.0692783964414</c:v>
                </c:pt>
                <c:pt idx="7154">
                  <c:v>121.34452089865543</c:v>
                </c:pt>
                <c:pt idx="7155">
                  <c:v>102.11593846868861</c:v>
                </c:pt>
                <c:pt idx="7156">
                  <c:v>168.36018276060412</c:v>
                </c:pt>
                <c:pt idx="7157">
                  <c:v>199.9654637431232</c:v>
                </c:pt>
                <c:pt idx="7158">
                  <c:v>108.91221047502566</c:v>
                </c:pt>
                <c:pt idx="7159">
                  <c:v>84.49988398356116</c:v>
                </c:pt>
                <c:pt idx="7160">
                  <c:v>202.9085955740152</c:v>
                </c:pt>
                <c:pt idx="7161">
                  <c:v>92.91633675510458</c:v>
                </c:pt>
                <c:pt idx="7162">
                  <c:v>189.51448302248713</c:v>
                </c:pt>
                <c:pt idx="7163">
                  <c:v>95.48923306970887</c:v>
                </c:pt>
                <c:pt idx="7164">
                  <c:v>194.82903542784936</c:v>
                </c:pt>
                <c:pt idx="7165">
                  <c:v>81.15298906161597</c:v>
                </c:pt>
                <c:pt idx="7166">
                  <c:v>211.2152981751523</c:v>
                </c:pt>
                <c:pt idx="7167">
                  <c:v>166.39664877979746</c:v>
                </c:pt>
                <c:pt idx="7168">
                  <c:v>100.95420881831636</c:v>
                </c:pt>
                <c:pt idx="7169">
                  <c:v>127.04219188787314</c:v>
                </c:pt>
                <c:pt idx="7170">
                  <c:v>119.16416708187249</c:v>
                </c:pt>
                <c:pt idx="7171">
                  <c:v>133.24242130909798</c:v>
                </c:pt>
                <c:pt idx="7172">
                  <c:v>201.63650540094852</c:v>
                </c:pt>
                <c:pt idx="7173">
                  <c:v>159.7997160266834</c:v>
                </c:pt>
                <c:pt idx="7174">
                  <c:v>203.90641004973244</c:v>
                </c:pt>
                <c:pt idx="7175">
                  <c:v>199.4883833184605</c:v>
                </c:pt>
                <c:pt idx="7176">
                  <c:v>191.62492309424627</c:v>
                </c:pt>
                <c:pt idx="7177">
                  <c:v>98.62103042551912</c:v>
                </c:pt>
                <c:pt idx="7178">
                  <c:v>142.05846568033922</c:v>
                </c:pt>
                <c:pt idx="7179">
                  <c:v>187.6071945798535</c:v>
                </c:pt>
                <c:pt idx="7180">
                  <c:v>206.70777405035867</c:v>
                </c:pt>
                <c:pt idx="7181">
                  <c:v>112.11562025589109</c:v>
                </c:pt>
                <c:pt idx="7182">
                  <c:v>112.87764661934867</c:v>
                </c:pt>
                <c:pt idx="7183">
                  <c:v>149.04561330468422</c:v>
                </c:pt>
                <c:pt idx="7184">
                  <c:v>205.42179343656537</c:v>
                </c:pt>
                <c:pt idx="7185">
                  <c:v>105.27493688679338</c:v>
                </c:pt>
                <c:pt idx="7186">
                  <c:v>148.42713340339668</c:v>
                </c:pt>
                <c:pt idx="7187">
                  <c:v>190.06863095850522</c:v>
                </c:pt>
                <c:pt idx="7188">
                  <c:v>98.90728670292152</c:v>
                </c:pt>
                <c:pt idx="7189">
                  <c:v>92.72794615156626</c:v>
                </c:pt>
                <c:pt idx="7190">
                  <c:v>143.5578178009605</c:v>
                </c:pt>
                <c:pt idx="7191">
                  <c:v>201.66193045050454</c:v>
                </c:pt>
                <c:pt idx="7192">
                  <c:v>115.67259742627539</c:v>
                </c:pt>
                <c:pt idx="7193">
                  <c:v>145.3049287604498</c:v>
                </c:pt>
                <c:pt idx="7194">
                  <c:v>167.7570286683761</c:v>
                </c:pt>
                <c:pt idx="7195">
                  <c:v>129.68051887310736</c:v>
                </c:pt>
                <c:pt idx="7196">
                  <c:v>195.06445289825456</c:v>
                </c:pt>
                <c:pt idx="7197">
                  <c:v>159.01449271268146</c:v>
                </c:pt>
                <c:pt idx="7198">
                  <c:v>116.50172724022305</c:v>
                </c:pt>
                <c:pt idx="7199">
                  <c:v>146.76593450686843</c:v>
                </c:pt>
                <c:pt idx="7200">
                  <c:v>171.36730480883975</c:v>
                </c:pt>
                <c:pt idx="7201">
                  <c:v>170.51718818446113</c:v>
                </c:pt>
                <c:pt idx="7202">
                  <c:v>213.82437817839767</c:v>
                </c:pt>
                <c:pt idx="7203">
                  <c:v>89.78243569555896</c:v>
                </c:pt>
                <c:pt idx="7204">
                  <c:v>189.5519212216684</c:v>
                </c:pt>
                <c:pt idx="7205">
                  <c:v>206.47682787609423</c:v>
                </c:pt>
                <c:pt idx="7206">
                  <c:v>135.98347728163398</c:v>
                </c:pt>
                <c:pt idx="7207">
                  <c:v>150.31255892794513</c:v>
                </c:pt>
                <c:pt idx="7208">
                  <c:v>154.23759139467893</c:v>
                </c:pt>
                <c:pt idx="7209">
                  <c:v>111.16214872475757</c:v>
                </c:pt>
                <c:pt idx="7210">
                  <c:v>126.21596817034388</c:v>
                </c:pt>
                <c:pt idx="7211">
                  <c:v>88.11684719692494</c:v>
                </c:pt>
                <c:pt idx="7212">
                  <c:v>153.30362926359408</c:v>
                </c:pt>
                <c:pt idx="7213">
                  <c:v>195.0234776891397</c:v>
                </c:pt>
                <c:pt idx="7214">
                  <c:v>111.21840476896551</c:v>
                </c:pt>
                <c:pt idx="7215">
                  <c:v>189.47147416317182</c:v>
                </c:pt>
                <c:pt idx="7216">
                  <c:v>202.83572408548196</c:v>
                </c:pt>
                <c:pt idx="7217">
                  <c:v>161.71266959346377</c:v>
                </c:pt>
                <c:pt idx="7218">
                  <c:v>103.48923445419298</c:v>
                </c:pt>
                <c:pt idx="7219">
                  <c:v>176.45035156100033</c:v>
                </c:pt>
                <c:pt idx="7220">
                  <c:v>97.1621432921215</c:v>
                </c:pt>
                <c:pt idx="7221">
                  <c:v>160.40629876447755</c:v>
                </c:pt>
                <c:pt idx="7222">
                  <c:v>187.99310082086234</c:v>
                </c:pt>
                <c:pt idx="7223">
                  <c:v>111.78974497982503</c:v>
                </c:pt>
                <c:pt idx="7224">
                  <c:v>149.02191402787895</c:v>
                </c:pt>
                <c:pt idx="7225">
                  <c:v>142.37658806234828</c:v>
                </c:pt>
                <c:pt idx="7226">
                  <c:v>206.007257582388</c:v>
                </c:pt>
                <c:pt idx="7227">
                  <c:v>196.04588836681904</c:v>
                </c:pt>
                <c:pt idx="7228">
                  <c:v>100.52987576594747</c:v>
                </c:pt>
                <c:pt idx="7229">
                  <c:v>198.9861859612696</c:v>
                </c:pt>
                <c:pt idx="7230">
                  <c:v>134.5811084150789</c:v>
                </c:pt>
                <c:pt idx="7231">
                  <c:v>192.11431555398704</c:v>
                </c:pt>
                <c:pt idx="7232">
                  <c:v>199.65183616094515</c:v>
                </c:pt>
                <c:pt idx="7233">
                  <c:v>189.12879410923279</c:v>
                </c:pt>
                <c:pt idx="7234">
                  <c:v>244.9725503943457</c:v>
                </c:pt>
                <c:pt idx="7235">
                  <c:v>97.89755495875897</c:v>
                </c:pt>
                <c:pt idx="7236">
                  <c:v>202.77868429814046</c:v>
                </c:pt>
                <c:pt idx="7237">
                  <c:v>194.61391707613456</c:v>
                </c:pt>
                <c:pt idx="7238">
                  <c:v>84.8043974664216</c:v>
                </c:pt>
                <c:pt idx="7239">
                  <c:v>196.9489252281319</c:v>
                </c:pt>
                <c:pt idx="7240">
                  <c:v>133.0609983223331</c:v>
                </c:pt>
                <c:pt idx="7241">
                  <c:v>202.74726556082555</c:v>
                </c:pt>
                <c:pt idx="7242">
                  <c:v>203.25529836727375</c:v>
                </c:pt>
                <c:pt idx="7243">
                  <c:v>101.01354357381074</c:v>
                </c:pt>
                <c:pt idx="7244">
                  <c:v>158.99088293659273</c:v>
                </c:pt>
                <c:pt idx="7245">
                  <c:v>170.4307164834303</c:v>
                </c:pt>
                <c:pt idx="7246">
                  <c:v>186.9208156548509</c:v>
                </c:pt>
                <c:pt idx="7247">
                  <c:v>157.0758855554818</c:v>
                </c:pt>
                <c:pt idx="7248">
                  <c:v>126.36431476392156</c:v>
                </c:pt>
                <c:pt idx="7249">
                  <c:v>195.16173118635524</c:v>
                </c:pt>
                <c:pt idx="7250">
                  <c:v>169.62289850025917</c:v>
                </c:pt>
                <c:pt idx="7251">
                  <c:v>167.6675227149304</c:v>
                </c:pt>
                <c:pt idx="7252">
                  <c:v>159.36830792777442</c:v>
                </c:pt>
                <c:pt idx="7253">
                  <c:v>196.86332616956855</c:v>
                </c:pt>
                <c:pt idx="7254">
                  <c:v>169.64589559482658</c:v>
                </c:pt>
                <c:pt idx="7255">
                  <c:v>151.50073630016212</c:v>
                </c:pt>
                <c:pt idx="7256">
                  <c:v>100.62241399116644</c:v>
                </c:pt>
                <c:pt idx="7257">
                  <c:v>94.83133728655801</c:v>
                </c:pt>
                <c:pt idx="7258">
                  <c:v>86.85123951443488</c:v>
                </c:pt>
                <c:pt idx="7259">
                  <c:v>99.6887570204689</c:v>
                </c:pt>
                <c:pt idx="7260">
                  <c:v>195.24374404032147</c:v>
                </c:pt>
                <c:pt idx="7261">
                  <c:v>208.48258319056345</c:v>
                </c:pt>
                <c:pt idx="7262">
                  <c:v>170.1440228947019</c:v>
                </c:pt>
                <c:pt idx="7263">
                  <c:v>208.75656231525818</c:v>
                </c:pt>
                <c:pt idx="7264">
                  <c:v>212.10720946543964</c:v>
                </c:pt>
                <c:pt idx="7265">
                  <c:v>207.9653418285231</c:v>
                </c:pt>
                <c:pt idx="7266">
                  <c:v>197.4690018413924</c:v>
                </c:pt>
                <c:pt idx="7267">
                  <c:v>142.33409960783686</c:v>
                </c:pt>
                <c:pt idx="7268">
                  <c:v>146.90335246149368</c:v>
                </c:pt>
                <c:pt idx="7269">
                  <c:v>83.79649543968411</c:v>
                </c:pt>
                <c:pt idx="7270">
                  <c:v>160.63065976529876</c:v>
                </c:pt>
                <c:pt idx="7271">
                  <c:v>135.7679328730361</c:v>
                </c:pt>
                <c:pt idx="7272">
                  <c:v>206.98061056934196</c:v>
                </c:pt>
                <c:pt idx="7273">
                  <c:v>95.13297799289502</c:v>
                </c:pt>
                <c:pt idx="7274">
                  <c:v>168.50764618009046</c:v>
                </c:pt>
                <c:pt idx="7275">
                  <c:v>202.37859091955423</c:v>
                </c:pt>
                <c:pt idx="7276">
                  <c:v>97.83313222989442</c:v>
                </c:pt>
                <c:pt idx="7277">
                  <c:v>143.3415031472927</c:v>
                </c:pt>
                <c:pt idx="7278">
                  <c:v>161.8647434191671</c:v>
                </c:pt>
                <c:pt idx="7279">
                  <c:v>147.97340570728878</c:v>
                </c:pt>
                <c:pt idx="7280">
                  <c:v>92.94640911342343</c:v>
                </c:pt>
                <c:pt idx="7281">
                  <c:v>109.1234310213226</c:v>
                </c:pt>
                <c:pt idx="7282">
                  <c:v>201.17381803833197</c:v>
                </c:pt>
                <c:pt idx="7283">
                  <c:v>193.53918066890668</c:v>
                </c:pt>
                <c:pt idx="7284">
                  <c:v>92.91904399978209</c:v>
                </c:pt>
                <c:pt idx="7285">
                  <c:v>120.42509796005031</c:v>
                </c:pt>
                <c:pt idx="7286">
                  <c:v>168.84606965801382</c:v>
                </c:pt>
                <c:pt idx="7287">
                  <c:v>172.940264347149</c:v>
                </c:pt>
                <c:pt idx="7288">
                  <c:v>193.0166272560437</c:v>
                </c:pt>
                <c:pt idx="7289">
                  <c:v>97.47971237783236</c:v>
                </c:pt>
                <c:pt idx="7290">
                  <c:v>204.92597713732155</c:v>
                </c:pt>
                <c:pt idx="7291">
                  <c:v>85.3995272513556</c:v>
                </c:pt>
                <c:pt idx="7292">
                  <c:v>123.84503840956457</c:v>
                </c:pt>
                <c:pt idx="7293">
                  <c:v>87.7251808094191</c:v>
                </c:pt>
                <c:pt idx="7294">
                  <c:v>154.36697961554506</c:v>
                </c:pt>
                <c:pt idx="7295">
                  <c:v>166.65667627461494</c:v>
                </c:pt>
                <c:pt idx="7296">
                  <c:v>137.28900608694428</c:v>
                </c:pt>
                <c:pt idx="7297">
                  <c:v>98.66748940378854</c:v>
                </c:pt>
                <c:pt idx="7298">
                  <c:v>169.35043942224073</c:v>
                </c:pt>
                <c:pt idx="7299">
                  <c:v>80.21232118355728</c:v>
                </c:pt>
                <c:pt idx="7300">
                  <c:v>197.46848746227275</c:v>
                </c:pt>
                <c:pt idx="7301">
                  <c:v>213.1077535919618</c:v>
                </c:pt>
                <c:pt idx="7302">
                  <c:v>141.5327114234143</c:v>
                </c:pt>
                <c:pt idx="7303">
                  <c:v>176.09236577466038</c:v>
                </c:pt>
                <c:pt idx="7304">
                  <c:v>168.81653353613962</c:v>
                </c:pt>
                <c:pt idx="7305">
                  <c:v>91.61942274942932</c:v>
                </c:pt>
                <c:pt idx="7306">
                  <c:v>145.49449272430854</c:v>
                </c:pt>
                <c:pt idx="7307">
                  <c:v>205.33821142516683</c:v>
                </c:pt>
                <c:pt idx="7308">
                  <c:v>200.3320099896441</c:v>
                </c:pt>
                <c:pt idx="7309">
                  <c:v>120.15482214859888</c:v>
                </c:pt>
                <c:pt idx="7310">
                  <c:v>194.41997149569963</c:v>
                </c:pt>
                <c:pt idx="7311">
                  <c:v>171.2469176862805</c:v>
                </c:pt>
                <c:pt idx="7312">
                  <c:v>156.76162256920077</c:v>
                </c:pt>
                <c:pt idx="7313">
                  <c:v>166.38892616470295</c:v>
                </c:pt>
                <c:pt idx="7314">
                  <c:v>190.1363828001317</c:v>
                </c:pt>
                <c:pt idx="7315">
                  <c:v>83.97769000546994</c:v>
                </c:pt>
                <c:pt idx="7316">
                  <c:v>171.1799186854247</c:v>
                </c:pt>
                <c:pt idx="7317">
                  <c:v>184.1153977916938</c:v>
                </c:pt>
                <c:pt idx="7318">
                  <c:v>97.76414362356853</c:v>
                </c:pt>
                <c:pt idx="7319">
                  <c:v>216.784905149798</c:v>
                </c:pt>
                <c:pt idx="7320">
                  <c:v>173.50827881339245</c:v>
                </c:pt>
                <c:pt idx="7321">
                  <c:v>97.62613672367843</c:v>
                </c:pt>
                <c:pt idx="7322">
                  <c:v>89.38283131974644</c:v>
                </c:pt>
                <c:pt idx="7323">
                  <c:v>114.12407775461598</c:v>
                </c:pt>
                <c:pt idx="7324">
                  <c:v>208.86094749840748</c:v>
                </c:pt>
                <c:pt idx="7325">
                  <c:v>171.50665652117925</c:v>
                </c:pt>
                <c:pt idx="7326">
                  <c:v>175.1258882403424</c:v>
                </c:pt>
                <c:pt idx="7327">
                  <c:v>95.80740487573915</c:v>
                </c:pt>
                <c:pt idx="7328">
                  <c:v>107.38734040091782</c:v>
                </c:pt>
                <c:pt idx="7329">
                  <c:v>172.57748135236253</c:v>
                </c:pt>
                <c:pt idx="7330">
                  <c:v>89.64801680688862</c:v>
                </c:pt>
                <c:pt idx="7331">
                  <c:v>212.71835043560407</c:v>
                </c:pt>
                <c:pt idx="7332">
                  <c:v>151.28256351797052</c:v>
                </c:pt>
                <c:pt idx="7333">
                  <c:v>139.99839951240514</c:v>
                </c:pt>
                <c:pt idx="7334">
                  <c:v>130.55803077241848</c:v>
                </c:pt>
                <c:pt idx="7335">
                  <c:v>144.48158994029632</c:v>
                </c:pt>
                <c:pt idx="7336">
                  <c:v>219.73105458245323</c:v>
                </c:pt>
                <c:pt idx="7337">
                  <c:v>150.7650028825728</c:v>
                </c:pt>
                <c:pt idx="7338">
                  <c:v>104.22220011827264</c:v>
                </c:pt>
                <c:pt idx="7339">
                  <c:v>200.17597616259008</c:v>
                </c:pt>
                <c:pt idx="7340">
                  <c:v>107.24458906312591</c:v>
                </c:pt>
                <c:pt idx="7341">
                  <c:v>86.4985505917894</c:v>
                </c:pt>
                <c:pt idx="7342">
                  <c:v>216.14461938504763</c:v>
                </c:pt>
                <c:pt idx="7343">
                  <c:v>196.45398242995898</c:v>
                </c:pt>
                <c:pt idx="7344">
                  <c:v>203.48005876416724</c:v>
                </c:pt>
                <c:pt idx="7345">
                  <c:v>135.12403513444363</c:v>
                </c:pt>
                <c:pt idx="7346">
                  <c:v>140.402914246418</c:v>
                </c:pt>
                <c:pt idx="7347">
                  <c:v>110.47635558887356</c:v>
                </c:pt>
                <c:pt idx="7348">
                  <c:v>210.2384254900884</c:v>
                </c:pt>
                <c:pt idx="7349">
                  <c:v>147.12530783221794</c:v>
                </c:pt>
                <c:pt idx="7350">
                  <c:v>175.13579184187265</c:v>
                </c:pt>
                <c:pt idx="7351">
                  <c:v>172.70337166725494</c:v>
                </c:pt>
                <c:pt idx="7352">
                  <c:v>107.01899468849051</c:v>
                </c:pt>
                <c:pt idx="7353">
                  <c:v>156.11722853112815</c:v>
                </c:pt>
                <c:pt idx="7354">
                  <c:v>188.11936008086252</c:v>
                </c:pt>
                <c:pt idx="7355">
                  <c:v>127.3566964845191</c:v>
                </c:pt>
                <c:pt idx="7356">
                  <c:v>212.98506177319027</c:v>
                </c:pt>
                <c:pt idx="7357">
                  <c:v>157.7646821886219</c:v>
                </c:pt>
                <c:pt idx="7358">
                  <c:v>102.23346759883239</c:v>
                </c:pt>
                <c:pt idx="7359">
                  <c:v>121.46031079092263</c:v>
                </c:pt>
                <c:pt idx="7360">
                  <c:v>217.25940825106352</c:v>
                </c:pt>
                <c:pt idx="7361">
                  <c:v>102.15575066178108</c:v>
                </c:pt>
                <c:pt idx="7362">
                  <c:v>193.34453908703986</c:v>
                </c:pt>
                <c:pt idx="7363">
                  <c:v>111.74224606445277</c:v>
                </c:pt>
                <c:pt idx="7364">
                  <c:v>195.11774451992468</c:v>
                </c:pt>
                <c:pt idx="7365">
                  <c:v>192.28910128889822</c:v>
                </c:pt>
                <c:pt idx="7366">
                  <c:v>128.4424839435609</c:v>
                </c:pt>
                <c:pt idx="7367">
                  <c:v>148.02593094898302</c:v>
                </c:pt>
                <c:pt idx="7368">
                  <c:v>144.46017350100925</c:v>
                </c:pt>
                <c:pt idx="7369">
                  <c:v>157.085275058253</c:v>
                </c:pt>
                <c:pt idx="7370">
                  <c:v>198.04221915524096</c:v>
                </c:pt>
                <c:pt idx="7371">
                  <c:v>92.77646467029457</c:v>
                </c:pt>
                <c:pt idx="7372">
                  <c:v>208.67427940774274</c:v>
                </c:pt>
                <c:pt idx="7373">
                  <c:v>189.13865747690338</c:v>
                </c:pt>
                <c:pt idx="7374">
                  <c:v>195.61895080279743</c:v>
                </c:pt>
                <c:pt idx="7375">
                  <c:v>89.65982116905919</c:v>
                </c:pt>
                <c:pt idx="7376">
                  <c:v>180.87841134209108</c:v>
                </c:pt>
                <c:pt idx="7377">
                  <c:v>170.11606411525918</c:v>
                </c:pt>
                <c:pt idx="7378">
                  <c:v>94.62868304560926</c:v>
                </c:pt>
                <c:pt idx="7379">
                  <c:v>147.05933820945893</c:v>
                </c:pt>
                <c:pt idx="7380">
                  <c:v>83.72923563238734</c:v>
                </c:pt>
                <c:pt idx="7381">
                  <c:v>195.35819603280353</c:v>
                </c:pt>
                <c:pt idx="7382">
                  <c:v>192.22285881004112</c:v>
                </c:pt>
                <c:pt idx="7383">
                  <c:v>95.75674413208564</c:v>
                </c:pt>
                <c:pt idx="7384">
                  <c:v>206.24657198895537</c:v>
                </c:pt>
                <c:pt idx="7385">
                  <c:v>170.28068056111587</c:v>
                </c:pt>
                <c:pt idx="7386">
                  <c:v>90.31413747643043</c:v>
                </c:pt>
                <c:pt idx="7387">
                  <c:v>148.96087664378044</c:v>
                </c:pt>
                <c:pt idx="7388">
                  <c:v>204.85563750003092</c:v>
                </c:pt>
                <c:pt idx="7389">
                  <c:v>168.64547556935668</c:v>
                </c:pt>
                <c:pt idx="7390">
                  <c:v>97.9363517334114</c:v>
                </c:pt>
                <c:pt idx="7391">
                  <c:v>183.2516841288813</c:v>
                </c:pt>
                <c:pt idx="7392">
                  <c:v>165.83440449001478</c:v>
                </c:pt>
                <c:pt idx="7393">
                  <c:v>109.76799433736143</c:v>
                </c:pt>
                <c:pt idx="7394">
                  <c:v>142.38924865648104</c:v>
                </c:pt>
                <c:pt idx="7395">
                  <c:v>168.6952215288509</c:v>
                </c:pt>
                <c:pt idx="7396">
                  <c:v>172.7875149660445</c:v>
                </c:pt>
                <c:pt idx="7397">
                  <c:v>97.86645402933635</c:v>
                </c:pt>
                <c:pt idx="7398">
                  <c:v>202.7766719264775</c:v>
                </c:pt>
                <c:pt idx="7399">
                  <c:v>203.2882946868444</c:v>
                </c:pt>
                <c:pt idx="7400">
                  <c:v>114.98722945975297</c:v>
                </c:pt>
                <c:pt idx="7401">
                  <c:v>193.8764317973725</c:v>
                </c:pt>
                <c:pt idx="7402">
                  <c:v>212.16737863808413</c:v>
                </c:pt>
                <c:pt idx="7403">
                  <c:v>165.98435471953798</c:v>
                </c:pt>
                <c:pt idx="7404">
                  <c:v>96.45966460519624</c:v>
                </c:pt>
                <c:pt idx="7405">
                  <c:v>171.52225325266022</c:v>
                </c:pt>
                <c:pt idx="7406">
                  <c:v>150.19424773713007</c:v>
                </c:pt>
                <c:pt idx="7407">
                  <c:v>213.99836820461658</c:v>
                </c:pt>
                <c:pt idx="7408">
                  <c:v>158.75033358898588</c:v>
                </c:pt>
                <c:pt idx="7409">
                  <c:v>210.86470861528883</c:v>
                </c:pt>
                <c:pt idx="7410">
                  <c:v>94.23354606594016</c:v>
                </c:pt>
                <c:pt idx="7411">
                  <c:v>98.64036894731495</c:v>
                </c:pt>
                <c:pt idx="7412">
                  <c:v>170.51986505001523</c:v>
                </c:pt>
                <c:pt idx="7413">
                  <c:v>123.54057166864571</c:v>
                </c:pt>
                <c:pt idx="7414">
                  <c:v>78.52957310183014</c:v>
                </c:pt>
                <c:pt idx="7415">
                  <c:v>115.01139756392547</c:v>
                </c:pt>
                <c:pt idx="7416">
                  <c:v>117.26271865245927</c:v>
                </c:pt>
                <c:pt idx="7417">
                  <c:v>93.84756591032088</c:v>
                </c:pt>
                <c:pt idx="7418">
                  <c:v>207.74087343868146</c:v>
                </c:pt>
                <c:pt idx="7419">
                  <c:v>121.08298925954028</c:v>
                </c:pt>
                <c:pt idx="7420">
                  <c:v>195.26404169651713</c:v>
                </c:pt>
                <c:pt idx="7421">
                  <c:v>211.24104522857496</c:v>
                </c:pt>
                <c:pt idx="7422">
                  <c:v>195.29154082982097</c:v>
                </c:pt>
                <c:pt idx="7423">
                  <c:v>97.97326867049537</c:v>
                </c:pt>
                <c:pt idx="7424">
                  <c:v>226.38080785897972</c:v>
                </c:pt>
                <c:pt idx="7425">
                  <c:v>173.91814369988245</c:v>
                </c:pt>
                <c:pt idx="7426">
                  <c:v>197.89574285693536</c:v>
                </c:pt>
                <c:pt idx="7427">
                  <c:v>192.009689855061</c:v>
                </c:pt>
                <c:pt idx="7428">
                  <c:v>214.93284604761539</c:v>
                </c:pt>
                <c:pt idx="7429">
                  <c:v>121.32603011743903</c:v>
                </c:pt>
                <c:pt idx="7430">
                  <c:v>194.62254444084402</c:v>
                </c:pt>
                <c:pt idx="7431">
                  <c:v>165.874143452719</c:v>
                </c:pt>
                <c:pt idx="7432">
                  <c:v>187.84160576326136</c:v>
                </c:pt>
                <c:pt idx="7433">
                  <c:v>210.32459968517512</c:v>
                </c:pt>
                <c:pt idx="7434">
                  <c:v>108.99200112244272</c:v>
                </c:pt>
                <c:pt idx="7435">
                  <c:v>201.51610160984563</c:v>
                </c:pt>
                <c:pt idx="7436">
                  <c:v>162.02594480986966</c:v>
                </c:pt>
                <c:pt idx="7437">
                  <c:v>101.88197916347279</c:v>
                </c:pt>
                <c:pt idx="7438">
                  <c:v>90.48514711455095</c:v>
                </c:pt>
                <c:pt idx="7439">
                  <c:v>117.58407759036953</c:v>
                </c:pt>
                <c:pt idx="7440">
                  <c:v>171.74884773206614</c:v>
                </c:pt>
                <c:pt idx="7441">
                  <c:v>96.94513714621104</c:v>
                </c:pt>
                <c:pt idx="7442">
                  <c:v>81.22883182586077</c:v>
                </c:pt>
                <c:pt idx="7443">
                  <c:v>210.75215942110063</c:v>
                </c:pt>
                <c:pt idx="7444">
                  <c:v>195.75252054758866</c:v>
                </c:pt>
                <c:pt idx="7445">
                  <c:v>205.97895545489888</c:v>
                </c:pt>
                <c:pt idx="7446">
                  <c:v>204.03875813166374</c:v>
                </c:pt>
                <c:pt idx="7447">
                  <c:v>212.33251300262089</c:v>
                </c:pt>
                <c:pt idx="7448">
                  <c:v>98.94201533932748</c:v>
                </c:pt>
                <c:pt idx="7449">
                  <c:v>122.00986099994375</c:v>
                </c:pt>
                <c:pt idx="7450">
                  <c:v>176.7728978098153</c:v>
                </c:pt>
                <c:pt idx="7451">
                  <c:v>90.55776054207753</c:v>
                </c:pt>
                <c:pt idx="7452">
                  <c:v>196.444062215585</c:v>
                </c:pt>
                <c:pt idx="7453">
                  <c:v>109.35135412351379</c:v>
                </c:pt>
                <c:pt idx="7454">
                  <c:v>115.18600031931288</c:v>
                </c:pt>
                <c:pt idx="7455">
                  <c:v>169.256892694964</c:v>
                </c:pt>
                <c:pt idx="7456">
                  <c:v>174.4915504754776</c:v>
                </c:pt>
                <c:pt idx="7457">
                  <c:v>200.89679133000945</c:v>
                </c:pt>
                <c:pt idx="7458">
                  <c:v>168.31940808660144</c:v>
                </c:pt>
                <c:pt idx="7459">
                  <c:v>95.31896169707443</c:v>
                </c:pt>
                <c:pt idx="7460">
                  <c:v>90.95803922459434</c:v>
                </c:pt>
                <c:pt idx="7461">
                  <c:v>174.42272972410163</c:v>
                </c:pt>
                <c:pt idx="7462">
                  <c:v>195.89078775045735</c:v>
                </c:pt>
                <c:pt idx="7463">
                  <c:v>85.54232877096705</c:v>
                </c:pt>
                <c:pt idx="7464">
                  <c:v>205.0454132534281</c:v>
                </c:pt>
                <c:pt idx="7465">
                  <c:v>145.24210756037021</c:v>
                </c:pt>
                <c:pt idx="7466">
                  <c:v>152.91843931818744</c:v>
                </c:pt>
                <c:pt idx="7467">
                  <c:v>91.60457740078381</c:v>
                </c:pt>
                <c:pt idx="7468">
                  <c:v>199.76127767067268</c:v>
                </c:pt>
                <c:pt idx="7469">
                  <c:v>177.3889180700744</c:v>
                </c:pt>
                <c:pt idx="7470">
                  <c:v>114.26822677170826</c:v>
                </c:pt>
                <c:pt idx="7471">
                  <c:v>197.94701546170776</c:v>
                </c:pt>
                <c:pt idx="7472">
                  <c:v>207.6516771122939</c:v>
                </c:pt>
                <c:pt idx="7473">
                  <c:v>165.8122484305949</c:v>
                </c:pt>
                <c:pt idx="7474">
                  <c:v>91.68323701074327</c:v>
                </c:pt>
                <c:pt idx="7475">
                  <c:v>127.93895400160626</c:v>
                </c:pt>
                <c:pt idx="7476">
                  <c:v>84.00131775288422</c:v>
                </c:pt>
                <c:pt idx="7477">
                  <c:v>193.3449269875611</c:v>
                </c:pt>
                <c:pt idx="7478">
                  <c:v>209.65497149300867</c:v>
                </c:pt>
                <c:pt idx="7479">
                  <c:v>162.09308776174018</c:v>
                </c:pt>
                <c:pt idx="7480">
                  <c:v>86.13513828705246</c:v>
                </c:pt>
                <c:pt idx="7481">
                  <c:v>95.72572658959206</c:v>
                </c:pt>
                <c:pt idx="7482">
                  <c:v>107.50953818923554</c:v>
                </c:pt>
                <c:pt idx="7483">
                  <c:v>203.7553983594645</c:v>
                </c:pt>
                <c:pt idx="7484">
                  <c:v>194.75867811834848</c:v>
                </c:pt>
                <c:pt idx="7485">
                  <c:v>90.08782276940931</c:v>
                </c:pt>
                <c:pt idx="7486">
                  <c:v>169.9805393186204</c:v>
                </c:pt>
                <c:pt idx="7487">
                  <c:v>199.12726773220982</c:v>
                </c:pt>
                <c:pt idx="7488">
                  <c:v>186.84570277812622</c:v>
                </c:pt>
                <c:pt idx="7489">
                  <c:v>203.36818018926311</c:v>
                </c:pt>
                <c:pt idx="7490">
                  <c:v>171.66764593890275</c:v>
                </c:pt>
                <c:pt idx="7491">
                  <c:v>126.14347911920774</c:v>
                </c:pt>
                <c:pt idx="7492">
                  <c:v>153.74187647290097</c:v>
                </c:pt>
                <c:pt idx="7493">
                  <c:v>147.75924556252346</c:v>
                </c:pt>
                <c:pt idx="7494">
                  <c:v>119.15975928670159</c:v>
                </c:pt>
                <c:pt idx="7495">
                  <c:v>124.91175069774285</c:v>
                </c:pt>
                <c:pt idx="7496">
                  <c:v>127.93860438289218</c:v>
                </c:pt>
                <c:pt idx="7497">
                  <c:v>156.82737309593142</c:v>
                </c:pt>
                <c:pt idx="7498">
                  <c:v>93.12440339943369</c:v>
                </c:pt>
                <c:pt idx="7499">
                  <c:v>219.87614551742635</c:v>
                </c:pt>
                <c:pt idx="7500">
                  <c:v>180.89263829386795</c:v>
                </c:pt>
                <c:pt idx="7501">
                  <c:v>143.6977793373764</c:v>
                </c:pt>
                <c:pt idx="7502">
                  <c:v>87.09137173839723</c:v>
                </c:pt>
                <c:pt idx="7503">
                  <c:v>208.7709456256589</c:v>
                </c:pt>
                <c:pt idx="7504">
                  <c:v>218.5245403536051</c:v>
                </c:pt>
                <c:pt idx="7505">
                  <c:v>186.73564196457932</c:v>
                </c:pt>
                <c:pt idx="7506">
                  <c:v>123.73029056833911</c:v>
                </c:pt>
                <c:pt idx="7507">
                  <c:v>190.12833070947528</c:v>
                </c:pt>
                <c:pt idx="7508">
                  <c:v>93.25533676278471</c:v>
                </c:pt>
                <c:pt idx="7509">
                  <c:v>109.10537993132036</c:v>
                </c:pt>
                <c:pt idx="7510">
                  <c:v>203.60487985798244</c:v>
                </c:pt>
                <c:pt idx="7511">
                  <c:v>187.5819619799296</c:v>
                </c:pt>
                <c:pt idx="7512">
                  <c:v>174.38444637218436</c:v>
                </c:pt>
                <c:pt idx="7513">
                  <c:v>203.2300290932355</c:v>
                </c:pt>
                <c:pt idx="7514">
                  <c:v>191.05788190263732</c:v>
                </c:pt>
                <c:pt idx="7515">
                  <c:v>147.84260783449037</c:v>
                </c:pt>
                <c:pt idx="7516">
                  <c:v>130.14822089155513</c:v>
                </c:pt>
                <c:pt idx="7517">
                  <c:v>208.03800949116675</c:v>
                </c:pt>
                <c:pt idx="7518">
                  <c:v>100.86634815108694</c:v>
                </c:pt>
                <c:pt idx="7519">
                  <c:v>209.5397372056336</c:v>
                </c:pt>
                <c:pt idx="7520">
                  <c:v>205.16503521828952</c:v>
                </c:pt>
                <c:pt idx="7521">
                  <c:v>96.52949915311356</c:v>
                </c:pt>
                <c:pt idx="7522">
                  <c:v>199.07900387774103</c:v>
                </c:pt>
                <c:pt idx="7523">
                  <c:v>196.4937876291953</c:v>
                </c:pt>
                <c:pt idx="7524">
                  <c:v>123.7874660929448</c:v>
                </c:pt>
                <c:pt idx="7525">
                  <c:v>209.24211297580615</c:v>
                </c:pt>
                <c:pt idx="7526">
                  <c:v>190.7263529123235</c:v>
                </c:pt>
                <c:pt idx="7527">
                  <c:v>142.15809544586912</c:v>
                </c:pt>
                <c:pt idx="7528">
                  <c:v>120.27580729025526</c:v>
                </c:pt>
                <c:pt idx="7529">
                  <c:v>190.13555843222298</c:v>
                </c:pt>
                <c:pt idx="7530">
                  <c:v>137.85782055031675</c:v>
                </c:pt>
                <c:pt idx="7531">
                  <c:v>91.36109729360744</c:v>
                </c:pt>
                <c:pt idx="7532">
                  <c:v>89.32184606891236</c:v>
                </c:pt>
                <c:pt idx="7533">
                  <c:v>172.2697055217202</c:v>
                </c:pt>
                <c:pt idx="7534">
                  <c:v>211.24534775340646</c:v>
                </c:pt>
                <c:pt idx="7535">
                  <c:v>220.89767582067546</c:v>
                </c:pt>
                <c:pt idx="7536">
                  <c:v>216.40839151413255</c:v>
                </c:pt>
                <c:pt idx="7537">
                  <c:v>97.76354708632462</c:v>
                </c:pt>
                <c:pt idx="7538">
                  <c:v>99.02990321264195</c:v>
                </c:pt>
                <c:pt idx="7539">
                  <c:v>196.24417133669064</c:v>
                </c:pt>
                <c:pt idx="7540">
                  <c:v>128.4855631950314</c:v>
                </c:pt>
                <c:pt idx="7541">
                  <c:v>113.32721968893857</c:v>
                </c:pt>
                <c:pt idx="7542">
                  <c:v>101.18156254931853</c:v>
                </c:pt>
                <c:pt idx="7543">
                  <c:v>215.33737861551285</c:v>
                </c:pt>
                <c:pt idx="7544">
                  <c:v>225.34666398608624</c:v>
                </c:pt>
                <c:pt idx="7545">
                  <c:v>133.77336637649444</c:v>
                </c:pt>
                <c:pt idx="7546">
                  <c:v>145.73076084249652</c:v>
                </c:pt>
                <c:pt idx="7547">
                  <c:v>195.2671091875736</c:v>
                </c:pt>
                <c:pt idx="7548">
                  <c:v>219.46508296642287</c:v>
                </c:pt>
                <c:pt idx="7549">
                  <c:v>100.1704685780645</c:v>
                </c:pt>
                <c:pt idx="7550">
                  <c:v>164.21707342556707</c:v>
                </c:pt>
                <c:pt idx="7551">
                  <c:v>197.67673807160543</c:v>
                </c:pt>
                <c:pt idx="7552">
                  <c:v>219.63360912041858</c:v>
                </c:pt>
                <c:pt idx="7553">
                  <c:v>149.7946017556649</c:v>
                </c:pt>
                <c:pt idx="7554">
                  <c:v>86.52683052610871</c:v>
                </c:pt>
                <c:pt idx="7555">
                  <c:v>141.4216533315167</c:v>
                </c:pt>
                <c:pt idx="7556">
                  <c:v>211.3671783298906</c:v>
                </c:pt>
                <c:pt idx="7557">
                  <c:v>84.61381171028862</c:v>
                </c:pt>
                <c:pt idx="7558">
                  <c:v>173.25017093750054</c:v>
                </c:pt>
                <c:pt idx="7559">
                  <c:v>149.72110826086887</c:v>
                </c:pt>
                <c:pt idx="7560">
                  <c:v>159.35599208994574</c:v>
                </c:pt>
                <c:pt idx="7561">
                  <c:v>102.91091147461245</c:v>
                </c:pt>
                <c:pt idx="7562">
                  <c:v>197.50795444533844</c:v>
                </c:pt>
                <c:pt idx="7563">
                  <c:v>154.61265725416163</c:v>
                </c:pt>
                <c:pt idx="7564">
                  <c:v>198.35174039367953</c:v>
                </c:pt>
                <c:pt idx="7565">
                  <c:v>118.08713123931595</c:v>
                </c:pt>
                <c:pt idx="7566">
                  <c:v>153.55250678316378</c:v>
                </c:pt>
                <c:pt idx="7567">
                  <c:v>196.00252431941615</c:v>
                </c:pt>
                <c:pt idx="7568">
                  <c:v>187.93908756412938</c:v>
                </c:pt>
                <c:pt idx="7569">
                  <c:v>92.30032583807628</c:v>
                </c:pt>
                <c:pt idx="7570">
                  <c:v>125.89043338110729</c:v>
                </c:pt>
                <c:pt idx="7571">
                  <c:v>206.61758776748806</c:v>
                </c:pt>
                <c:pt idx="7572">
                  <c:v>96.05781672539351</c:v>
                </c:pt>
                <c:pt idx="7573">
                  <c:v>205.24568818970502</c:v>
                </c:pt>
                <c:pt idx="7574">
                  <c:v>229.94214074072224</c:v>
                </c:pt>
                <c:pt idx="7575">
                  <c:v>78.86508958434592</c:v>
                </c:pt>
                <c:pt idx="7576">
                  <c:v>193.15921155640714</c:v>
                </c:pt>
                <c:pt idx="7577">
                  <c:v>122.16018882674325</c:v>
                </c:pt>
                <c:pt idx="7578">
                  <c:v>168.035683657484</c:v>
                </c:pt>
                <c:pt idx="7579">
                  <c:v>95.9902906261554</c:v>
                </c:pt>
                <c:pt idx="7580">
                  <c:v>90.87108628441118</c:v>
                </c:pt>
                <c:pt idx="7581">
                  <c:v>181.20609526848776</c:v>
                </c:pt>
                <c:pt idx="7582">
                  <c:v>200.09495096318102</c:v>
                </c:pt>
                <c:pt idx="7583">
                  <c:v>193.43708074301765</c:v>
                </c:pt>
                <c:pt idx="7584">
                  <c:v>195.8803293651316</c:v>
                </c:pt>
                <c:pt idx="7585">
                  <c:v>96.11675865881854</c:v>
                </c:pt>
                <c:pt idx="7586">
                  <c:v>207.52004528703097</c:v>
                </c:pt>
                <c:pt idx="7587">
                  <c:v>104.89114343620608</c:v>
                </c:pt>
                <c:pt idx="7588">
                  <c:v>194.88979347616768</c:v>
                </c:pt>
                <c:pt idx="7589">
                  <c:v>210.41498274273587</c:v>
                </c:pt>
                <c:pt idx="7590">
                  <c:v>192.23512959835165</c:v>
                </c:pt>
                <c:pt idx="7591">
                  <c:v>209.97378702959332</c:v>
                </c:pt>
                <c:pt idx="7592">
                  <c:v>95.07841825633415</c:v>
                </c:pt>
                <c:pt idx="7593">
                  <c:v>191.042890400006</c:v>
                </c:pt>
                <c:pt idx="7594">
                  <c:v>98.54233560631533</c:v>
                </c:pt>
                <c:pt idx="7595">
                  <c:v>102.70511333126866</c:v>
                </c:pt>
                <c:pt idx="7596">
                  <c:v>102.48524430911884</c:v>
                </c:pt>
                <c:pt idx="7597">
                  <c:v>110.46960108462984</c:v>
                </c:pt>
                <c:pt idx="7598">
                  <c:v>165.1657163982647</c:v>
                </c:pt>
                <c:pt idx="7599">
                  <c:v>235.9101862020745</c:v>
                </c:pt>
                <c:pt idx="7600">
                  <c:v>172.52317892151603</c:v>
                </c:pt>
                <c:pt idx="7601">
                  <c:v>107.4462760194224</c:v>
                </c:pt>
                <c:pt idx="7602">
                  <c:v>157.31540071459068</c:v>
                </c:pt>
                <c:pt idx="7603">
                  <c:v>109.9560612858275</c:v>
                </c:pt>
                <c:pt idx="7604">
                  <c:v>104.5062264391641</c:v>
                </c:pt>
                <c:pt idx="7605">
                  <c:v>142.5721500982391</c:v>
                </c:pt>
                <c:pt idx="7606">
                  <c:v>136.6767923449153</c:v>
                </c:pt>
                <c:pt idx="7607">
                  <c:v>204.6749718606455</c:v>
                </c:pt>
                <c:pt idx="7608">
                  <c:v>243.93033177715296</c:v>
                </c:pt>
                <c:pt idx="7609">
                  <c:v>148.2456173175093</c:v>
                </c:pt>
                <c:pt idx="7610">
                  <c:v>175.0179319087326</c:v>
                </c:pt>
                <c:pt idx="7611">
                  <c:v>242.39022879291437</c:v>
                </c:pt>
                <c:pt idx="7612">
                  <c:v>142.56447139938118</c:v>
                </c:pt>
                <c:pt idx="7613">
                  <c:v>120.6973339903292</c:v>
                </c:pt>
                <c:pt idx="7614">
                  <c:v>152.32300680724643</c:v>
                </c:pt>
                <c:pt idx="7615">
                  <c:v>96.2250986941743</c:v>
                </c:pt>
                <c:pt idx="7616">
                  <c:v>210.39992747648063</c:v>
                </c:pt>
                <c:pt idx="7617">
                  <c:v>179.23780739688024</c:v>
                </c:pt>
                <c:pt idx="7618">
                  <c:v>146.91186425328883</c:v>
                </c:pt>
                <c:pt idx="7619">
                  <c:v>119.99266129252482</c:v>
                </c:pt>
                <c:pt idx="7620">
                  <c:v>221.45727471924337</c:v>
                </c:pt>
                <c:pt idx="7621">
                  <c:v>111.96074423245017</c:v>
                </c:pt>
                <c:pt idx="7622">
                  <c:v>134.64594669582522</c:v>
                </c:pt>
                <c:pt idx="7623">
                  <c:v>186.40056657153704</c:v>
                </c:pt>
                <c:pt idx="7624">
                  <c:v>181.00532515748617</c:v>
                </c:pt>
                <c:pt idx="7625">
                  <c:v>101.79511201998754</c:v>
                </c:pt>
                <c:pt idx="7626">
                  <c:v>224.02180717671413</c:v>
                </c:pt>
                <c:pt idx="7627">
                  <c:v>158.69480501044274</c:v>
                </c:pt>
                <c:pt idx="7628">
                  <c:v>172.90265545943828</c:v>
                </c:pt>
                <c:pt idx="7629">
                  <c:v>224.32012916451154</c:v>
                </c:pt>
                <c:pt idx="7630">
                  <c:v>190.08455747795392</c:v>
                </c:pt>
                <c:pt idx="7631">
                  <c:v>173.6067211025251</c:v>
                </c:pt>
                <c:pt idx="7632">
                  <c:v>245.54452389352005</c:v>
                </c:pt>
                <c:pt idx="7633">
                  <c:v>107.98319417830496</c:v>
                </c:pt>
                <c:pt idx="7634">
                  <c:v>226.7272196872885</c:v>
                </c:pt>
                <c:pt idx="7635">
                  <c:v>129.25656233752315</c:v>
                </c:pt>
                <c:pt idx="7636">
                  <c:v>159.52700946910292</c:v>
                </c:pt>
                <c:pt idx="7637">
                  <c:v>134.44179380233857</c:v>
                </c:pt>
                <c:pt idx="7638">
                  <c:v>232.75637729420035</c:v>
                </c:pt>
                <c:pt idx="7639">
                  <c:v>248.97819886049504</c:v>
                </c:pt>
                <c:pt idx="7640">
                  <c:v>241.86378479130877</c:v>
                </c:pt>
                <c:pt idx="7641">
                  <c:v>96.44401373326626</c:v>
                </c:pt>
                <c:pt idx="7642">
                  <c:v>135.9081855140901</c:v>
                </c:pt>
                <c:pt idx="7643">
                  <c:v>154.14420116789262</c:v>
                </c:pt>
                <c:pt idx="7644">
                  <c:v>105.4176739883065</c:v>
                </c:pt>
                <c:pt idx="7645">
                  <c:v>217.0887420820904</c:v>
                </c:pt>
                <c:pt idx="7646">
                  <c:v>171.39043301809667</c:v>
                </c:pt>
                <c:pt idx="7647">
                  <c:v>233.1884665259975</c:v>
                </c:pt>
                <c:pt idx="7648">
                  <c:v>127.19547761107334</c:v>
                </c:pt>
                <c:pt idx="7649">
                  <c:v>136.77569739315817</c:v>
                </c:pt>
                <c:pt idx="7650">
                  <c:v>142.06248427401977</c:v>
                </c:pt>
                <c:pt idx="7651">
                  <c:v>235.26699167824108</c:v>
                </c:pt>
                <c:pt idx="7652">
                  <c:v>192.5391586413843</c:v>
                </c:pt>
                <c:pt idx="7653">
                  <c:v>180.6483226094868</c:v>
                </c:pt>
                <c:pt idx="7654">
                  <c:v>141.7558348090367</c:v>
                </c:pt>
                <c:pt idx="7655">
                  <c:v>230.25185086221222</c:v>
                </c:pt>
                <c:pt idx="7656">
                  <c:v>158.31706368754718</c:v>
                </c:pt>
                <c:pt idx="7657">
                  <c:v>118.54478301464165</c:v>
                </c:pt>
                <c:pt idx="7658">
                  <c:v>213.9529494151143</c:v>
                </c:pt>
                <c:pt idx="7659">
                  <c:v>137.13874789612814</c:v>
                </c:pt>
                <c:pt idx="7660">
                  <c:v>122.35547715750688</c:v>
                </c:pt>
                <c:pt idx="7661">
                  <c:v>226.40709243875224</c:v>
                </c:pt>
                <c:pt idx="7662">
                  <c:v>176.12748265362413</c:v>
                </c:pt>
                <c:pt idx="7663">
                  <c:v>222.95263112343733</c:v>
                </c:pt>
                <c:pt idx="7664">
                  <c:v>145.00099193313721</c:v>
                </c:pt>
                <c:pt idx="7665">
                  <c:v>231.2199501827287</c:v>
                </c:pt>
                <c:pt idx="7666">
                  <c:v>112.13336775081085</c:v>
                </c:pt>
                <c:pt idx="7667">
                  <c:v>163.95669259740106</c:v>
                </c:pt>
                <c:pt idx="7668">
                  <c:v>247.95589204661462</c:v>
                </c:pt>
                <c:pt idx="7669">
                  <c:v>256.2336195164751</c:v>
                </c:pt>
                <c:pt idx="7670">
                  <c:v>173.74116256935704</c:v>
                </c:pt>
                <c:pt idx="7671">
                  <c:v>142.93771032039788</c:v>
                </c:pt>
                <c:pt idx="7672">
                  <c:v>250.00541961581044</c:v>
                </c:pt>
                <c:pt idx="7673">
                  <c:v>187.0806115584021</c:v>
                </c:pt>
                <c:pt idx="7674">
                  <c:v>226.8239444670645</c:v>
                </c:pt>
                <c:pt idx="7675">
                  <c:v>239.13419973214903</c:v>
                </c:pt>
                <c:pt idx="7676">
                  <c:v>103.20399780778028</c:v>
                </c:pt>
                <c:pt idx="7677">
                  <c:v>126.76655959185861</c:v>
                </c:pt>
                <c:pt idx="7678">
                  <c:v>195.44077169739867</c:v>
                </c:pt>
                <c:pt idx="7679">
                  <c:v>99.81204180135629</c:v>
                </c:pt>
                <c:pt idx="7680">
                  <c:v>120.24202939931563</c:v>
                </c:pt>
                <c:pt idx="7681">
                  <c:v>187.51878709820488</c:v>
                </c:pt>
                <c:pt idx="7682">
                  <c:v>217.00622914593274</c:v>
                </c:pt>
                <c:pt idx="7683">
                  <c:v>208.75825278130694</c:v>
                </c:pt>
                <c:pt idx="7684">
                  <c:v>153.36920481769587</c:v>
                </c:pt>
                <c:pt idx="7685">
                  <c:v>215.72915531667888</c:v>
                </c:pt>
                <c:pt idx="7686">
                  <c:v>102.50249018038446</c:v>
                </c:pt>
                <c:pt idx="7687">
                  <c:v>141.68542788852162</c:v>
                </c:pt>
                <c:pt idx="7688">
                  <c:v>123.5887978766732</c:v>
                </c:pt>
                <c:pt idx="7689">
                  <c:v>170.11275472155904</c:v>
                </c:pt>
                <c:pt idx="7690">
                  <c:v>180.46846673739435</c:v>
                </c:pt>
                <c:pt idx="7691">
                  <c:v>159.18477440575725</c:v>
                </c:pt>
                <c:pt idx="7692">
                  <c:v>160.11631243857673</c:v>
                </c:pt>
                <c:pt idx="7693">
                  <c:v>194.18056508994292</c:v>
                </c:pt>
                <c:pt idx="7694">
                  <c:v>119.22878729202294</c:v>
                </c:pt>
                <c:pt idx="7695">
                  <c:v>189.77106366448285</c:v>
                </c:pt>
                <c:pt idx="7696">
                  <c:v>122.32379628386549</c:v>
                </c:pt>
                <c:pt idx="7697">
                  <c:v>140.3666484230752</c:v>
                </c:pt>
                <c:pt idx="7698">
                  <c:v>121.9470306169263</c:v>
                </c:pt>
                <c:pt idx="7699">
                  <c:v>152.77168397636007</c:v>
                </c:pt>
                <c:pt idx="7700">
                  <c:v>124.83618194579287</c:v>
                </c:pt>
                <c:pt idx="7701">
                  <c:v>143.72730168747785</c:v>
                </c:pt>
                <c:pt idx="7702">
                  <c:v>156.64660253478982</c:v>
                </c:pt>
                <c:pt idx="7703">
                  <c:v>220.88454366718918</c:v>
                </c:pt>
                <c:pt idx="7704">
                  <c:v>118.84054621890064</c:v>
                </c:pt>
                <c:pt idx="7705">
                  <c:v>227.57911414480176</c:v>
                </c:pt>
                <c:pt idx="7706">
                  <c:v>179.36822410008833</c:v>
                </c:pt>
                <c:pt idx="7707">
                  <c:v>158.85180984780322</c:v>
                </c:pt>
                <c:pt idx="7708">
                  <c:v>173.31238447308235</c:v>
                </c:pt>
                <c:pt idx="7709">
                  <c:v>119.16592953215006</c:v>
                </c:pt>
                <c:pt idx="7710">
                  <c:v>212.35843079126118</c:v>
                </c:pt>
                <c:pt idx="7711">
                  <c:v>178.16236242636722</c:v>
                </c:pt>
                <c:pt idx="7712">
                  <c:v>218.00139043761814</c:v>
                </c:pt>
                <c:pt idx="7713">
                  <c:v>123.87001209484187</c:v>
                </c:pt>
                <c:pt idx="7714">
                  <c:v>214.18822564476105</c:v>
                </c:pt>
                <c:pt idx="7715">
                  <c:v>188.73879430415244</c:v>
                </c:pt>
                <c:pt idx="7716">
                  <c:v>99.8476840499101</c:v>
                </c:pt>
                <c:pt idx="7717">
                  <c:v>156.44147978570362</c:v>
                </c:pt>
                <c:pt idx="7718">
                  <c:v>230.23846542293788</c:v>
                </c:pt>
                <c:pt idx="7719">
                  <c:v>199.19057808232213</c:v>
                </c:pt>
                <c:pt idx="7720">
                  <c:v>146.42928881584868</c:v>
                </c:pt>
                <c:pt idx="7721">
                  <c:v>237.25639326307908</c:v>
                </c:pt>
                <c:pt idx="7722">
                  <c:v>173.76730593315625</c:v>
                </c:pt>
                <c:pt idx="7723">
                  <c:v>215.60162778822078</c:v>
                </c:pt>
                <c:pt idx="7724">
                  <c:v>109.64638159110963</c:v>
                </c:pt>
                <c:pt idx="7725">
                  <c:v>238.64915261360932</c:v>
                </c:pt>
                <c:pt idx="7726">
                  <c:v>153.38166309386995</c:v>
                </c:pt>
                <c:pt idx="7727">
                  <c:v>197.59626786744536</c:v>
                </c:pt>
                <c:pt idx="7728">
                  <c:v>174.32189965017633</c:v>
                </c:pt>
                <c:pt idx="7729">
                  <c:v>108.2920767721434</c:v>
                </c:pt>
                <c:pt idx="7730">
                  <c:v>155.6267031659736</c:v>
                </c:pt>
                <c:pt idx="7731">
                  <c:v>139.0904503520751</c:v>
                </c:pt>
                <c:pt idx="7732">
                  <c:v>238.38137386375368</c:v>
                </c:pt>
                <c:pt idx="7733">
                  <c:v>203.25443229856646</c:v>
                </c:pt>
                <c:pt idx="7734">
                  <c:v>116.85225538484407</c:v>
                </c:pt>
                <c:pt idx="7735">
                  <c:v>222.37048156139784</c:v>
                </c:pt>
                <c:pt idx="7736">
                  <c:v>106.04032946120164</c:v>
                </c:pt>
                <c:pt idx="7737">
                  <c:v>109.3483250268308</c:v>
                </c:pt>
                <c:pt idx="7738">
                  <c:v>234.08156392646802</c:v>
                </c:pt>
                <c:pt idx="7739">
                  <c:v>116.92095394110662</c:v>
                </c:pt>
                <c:pt idx="7740">
                  <c:v>154.99603696414476</c:v>
                </c:pt>
                <c:pt idx="7741">
                  <c:v>250.41682013409425</c:v>
                </c:pt>
                <c:pt idx="7742">
                  <c:v>128.1390118743593</c:v>
                </c:pt>
                <c:pt idx="7743">
                  <c:v>157.85542351493405</c:v>
                </c:pt>
                <c:pt idx="7744">
                  <c:v>165.48459894942945</c:v>
                </c:pt>
                <c:pt idx="7745">
                  <c:v>110.30079520904718</c:v>
                </c:pt>
                <c:pt idx="7746">
                  <c:v>205.2167338830199</c:v>
                </c:pt>
                <c:pt idx="7747">
                  <c:v>247.71400331200303</c:v>
                </c:pt>
                <c:pt idx="7748">
                  <c:v>240.5842468383862</c:v>
                </c:pt>
                <c:pt idx="7749">
                  <c:v>214.1044441681272</c:v>
                </c:pt>
                <c:pt idx="7750">
                  <c:v>119.37436221974487</c:v>
                </c:pt>
                <c:pt idx="7751">
                  <c:v>111.06413921032178</c:v>
                </c:pt>
                <c:pt idx="7752">
                  <c:v>176.50187542224248</c:v>
                </c:pt>
                <c:pt idx="7753">
                  <c:v>230.7628620069941</c:v>
                </c:pt>
                <c:pt idx="7754">
                  <c:v>188.24087726788002</c:v>
                </c:pt>
                <c:pt idx="7755">
                  <c:v>167.0645367922136</c:v>
                </c:pt>
                <c:pt idx="7756">
                  <c:v>109.55417392123682</c:v>
                </c:pt>
                <c:pt idx="7757">
                  <c:v>121.48025977082845</c:v>
                </c:pt>
                <c:pt idx="7758">
                  <c:v>178.60592138921896</c:v>
                </c:pt>
                <c:pt idx="7759">
                  <c:v>159.13768310072996</c:v>
                </c:pt>
                <c:pt idx="7760">
                  <c:v>250.42233891220448</c:v>
                </c:pt>
                <c:pt idx="7761">
                  <c:v>228.34047229924948</c:v>
                </c:pt>
                <c:pt idx="7762">
                  <c:v>98.63801025967744</c:v>
                </c:pt>
                <c:pt idx="7763">
                  <c:v>178.37563583829962</c:v>
                </c:pt>
                <c:pt idx="7764">
                  <c:v>115.96060495754408</c:v>
                </c:pt>
                <c:pt idx="7765">
                  <c:v>143.18830931829643</c:v>
                </c:pt>
                <c:pt idx="7766">
                  <c:v>230.07599237894047</c:v>
                </c:pt>
                <c:pt idx="7767">
                  <c:v>203.9278992113741</c:v>
                </c:pt>
                <c:pt idx="7768">
                  <c:v>139.08144245234348</c:v>
                </c:pt>
                <c:pt idx="7769">
                  <c:v>136.94072073619225</c:v>
                </c:pt>
                <c:pt idx="7770">
                  <c:v>108.25256644728042</c:v>
                </c:pt>
                <c:pt idx="7771">
                  <c:v>202.54299196676922</c:v>
                </c:pt>
                <c:pt idx="7772">
                  <c:v>109.18936492790156</c:v>
                </c:pt>
                <c:pt idx="7773">
                  <c:v>127.3798083829012</c:v>
                </c:pt>
                <c:pt idx="7774">
                  <c:v>89.57537709286031</c:v>
                </c:pt>
                <c:pt idx="7775">
                  <c:v>152.41465460824932</c:v>
                </c:pt>
                <c:pt idx="7776">
                  <c:v>109.5364939701564</c:v>
                </c:pt>
                <c:pt idx="7777">
                  <c:v>174.0011931694743</c:v>
                </c:pt>
                <c:pt idx="7778">
                  <c:v>241.91863944717514</c:v>
                </c:pt>
                <c:pt idx="7779">
                  <c:v>127.09255890262943</c:v>
                </c:pt>
                <c:pt idx="7780">
                  <c:v>109.62686910456414</c:v>
                </c:pt>
                <c:pt idx="7781">
                  <c:v>145.0829166912925</c:v>
                </c:pt>
                <c:pt idx="7782">
                  <c:v>222.16457832015018</c:v>
                </c:pt>
                <c:pt idx="7783">
                  <c:v>121.07842501751176</c:v>
                </c:pt>
                <c:pt idx="7784">
                  <c:v>142.9466852172435</c:v>
                </c:pt>
                <c:pt idx="7785">
                  <c:v>101.71538277726206</c:v>
                </c:pt>
                <c:pt idx="7786">
                  <c:v>209.95773605788895</c:v>
                </c:pt>
                <c:pt idx="7787">
                  <c:v>155.6839421743319</c:v>
                </c:pt>
                <c:pt idx="7788">
                  <c:v>174.62690799682412</c:v>
                </c:pt>
                <c:pt idx="7789">
                  <c:v>196.07474366714337</c:v>
                </c:pt>
                <c:pt idx="7790">
                  <c:v>142.60629459171923</c:v>
                </c:pt>
                <c:pt idx="7791">
                  <c:v>217.1537291931969</c:v>
                </c:pt>
                <c:pt idx="7792">
                  <c:v>104.93668891063189</c:v>
                </c:pt>
                <c:pt idx="7793">
                  <c:v>241.29129328902437</c:v>
                </c:pt>
                <c:pt idx="7794">
                  <c:v>209.66066750161477</c:v>
                </c:pt>
                <c:pt idx="7795">
                  <c:v>220.88899487324116</c:v>
                </c:pt>
                <c:pt idx="7796">
                  <c:v>102.14900888448065</c:v>
                </c:pt>
                <c:pt idx="7797">
                  <c:v>94.70225031975214</c:v>
                </c:pt>
                <c:pt idx="7798">
                  <c:v>162.5534107549113</c:v>
                </c:pt>
                <c:pt idx="7799">
                  <c:v>124.71230672783987</c:v>
                </c:pt>
                <c:pt idx="7800">
                  <c:v>151.60792307112862</c:v>
                </c:pt>
                <c:pt idx="7801">
                  <c:v>133.10894750293573</c:v>
                </c:pt>
                <c:pt idx="7802">
                  <c:v>139.8743236697901</c:v>
                </c:pt>
                <c:pt idx="7803">
                  <c:v>246.6334283677412</c:v>
                </c:pt>
                <c:pt idx="7804">
                  <c:v>180.39006532410284</c:v>
                </c:pt>
                <c:pt idx="7805">
                  <c:v>84.95917060951936</c:v>
                </c:pt>
                <c:pt idx="7806">
                  <c:v>128.82530078742244</c:v>
                </c:pt>
                <c:pt idx="7807">
                  <c:v>110.0613263722736</c:v>
                </c:pt>
                <c:pt idx="7808">
                  <c:v>211.11428158877243</c:v>
                </c:pt>
                <c:pt idx="7809">
                  <c:v>104.38460441351295</c:v>
                </c:pt>
                <c:pt idx="7810">
                  <c:v>240.2037829802627</c:v>
                </c:pt>
                <c:pt idx="7811">
                  <c:v>247.70935190200214</c:v>
                </c:pt>
                <c:pt idx="7812">
                  <c:v>216.72547544619468</c:v>
                </c:pt>
                <c:pt idx="7813">
                  <c:v>216.9967939590855</c:v>
                </c:pt>
                <c:pt idx="7814">
                  <c:v>179.93133537376593</c:v>
                </c:pt>
                <c:pt idx="7815">
                  <c:v>242.87597223543486</c:v>
                </c:pt>
                <c:pt idx="7816">
                  <c:v>217.2695809975457</c:v>
                </c:pt>
                <c:pt idx="7817">
                  <c:v>176.95945593488557</c:v>
                </c:pt>
                <c:pt idx="7818">
                  <c:v>174.53724377396796</c:v>
                </c:pt>
                <c:pt idx="7819">
                  <c:v>177.6177572776529</c:v>
                </c:pt>
                <c:pt idx="7820">
                  <c:v>229.58106770089046</c:v>
                </c:pt>
                <c:pt idx="7821">
                  <c:v>155.54763857081144</c:v>
                </c:pt>
                <c:pt idx="7822">
                  <c:v>157.44548674173603</c:v>
                </c:pt>
                <c:pt idx="7823">
                  <c:v>110.29916139417364</c:v>
                </c:pt>
                <c:pt idx="7824">
                  <c:v>112.13785120018512</c:v>
                </c:pt>
                <c:pt idx="7825">
                  <c:v>139.0853418107824</c:v>
                </c:pt>
                <c:pt idx="7826">
                  <c:v>109.81111667830247</c:v>
                </c:pt>
                <c:pt idx="7827">
                  <c:v>174.74196187939373</c:v>
                </c:pt>
                <c:pt idx="7828">
                  <c:v>129.1890821361933</c:v>
                </c:pt>
                <c:pt idx="7829">
                  <c:v>264.58116986505496</c:v>
                </c:pt>
                <c:pt idx="7830">
                  <c:v>98.99817884074031</c:v>
                </c:pt>
                <c:pt idx="7831">
                  <c:v>128.77564677136527</c:v>
                </c:pt>
                <c:pt idx="7832">
                  <c:v>210.81727956289654</c:v>
                </c:pt>
                <c:pt idx="7833">
                  <c:v>154.5358482707157</c:v>
                </c:pt>
                <c:pt idx="7834">
                  <c:v>109.97302225351427</c:v>
                </c:pt>
                <c:pt idx="7835">
                  <c:v>150.97121271538893</c:v>
                </c:pt>
                <c:pt idx="7836">
                  <c:v>224.5221679826174</c:v>
                </c:pt>
                <c:pt idx="7837">
                  <c:v>159.95805626940287</c:v>
                </c:pt>
                <c:pt idx="7838">
                  <c:v>142.041061514579</c:v>
                </c:pt>
                <c:pt idx="7839">
                  <c:v>240.6045648464236</c:v>
                </c:pt>
                <c:pt idx="7840">
                  <c:v>209.2894502853825</c:v>
                </c:pt>
                <c:pt idx="7841">
                  <c:v>187.39199428622996</c:v>
                </c:pt>
                <c:pt idx="7842">
                  <c:v>223.794834185805</c:v>
                </c:pt>
                <c:pt idx="7843">
                  <c:v>155.80967004750792</c:v>
                </c:pt>
                <c:pt idx="7844">
                  <c:v>176.21931155091423</c:v>
                </c:pt>
                <c:pt idx="7845">
                  <c:v>136.94181494530613</c:v>
                </c:pt>
                <c:pt idx="7846">
                  <c:v>226.68642382504314</c:v>
                </c:pt>
                <c:pt idx="7847">
                  <c:v>219.46607143014796</c:v>
                </c:pt>
                <c:pt idx="7848">
                  <c:v>218.011664194005</c:v>
                </c:pt>
                <c:pt idx="7849">
                  <c:v>145.34526077768325</c:v>
                </c:pt>
                <c:pt idx="7850">
                  <c:v>119.79591800172084</c:v>
                </c:pt>
                <c:pt idx="7851">
                  <c:v>125.70121917714651</c:v>
                </c:pt>
                <c:pt idx="7852">
                  <c:v>204.76094126532553</c:v>
                </c:pt>
                <c:pt idx="7853">
                  <c:v>141.04919442210795</c:v>
                </c:pt>
                <c:pt idx="7854">
                  <c:v>122.62980479935312</c:v>
                </c:pt>
                <c:pt idx="7855">
                  <c:v>272.847547012562</c:v>
                </c:pt>
                <c:pt idx="7856">
                  <c:v>91.69819126674938</c:v>
                </c:pt>
                <c:pt idx="7857">
                  <c:v>273.37008697909664</c:v>
                </c:pt>
                <c:pt idx="7858">
                  <c:v>103.27867483958583</c:v>
                </c:pt>
                <c:pt idx="7859">
                  <c:v>216.90783602993739</c:v>
                </c:pt>
                <c:pt idx="7860">
                  <c:v>86.91882092253817</c:v>
                </c:pt>
                <c:pt idx="7861">
                  <c:v>238.88371116223487</c:v>
                </c:pt>
                <c:pt idx="7862">
                  <c:v>164.02084393062685</c:v>
                </c:pt>
                <c:pt idx="7863">
                  <c:v>104.03966166045502</c:v>
                </c:pt>
                <c:pt idx="7864">
                  <c:v>153.77773949051723</c:v>
                </c:pt>
                <c:pt idx="7865">
                  <c:v>135.1042172671931</c:v>
                </c:pt>
                <c:pt idx="7866">
                  <c:v>139.39395760776765</c:v>
                </c:pt>
                <c:pt idx="7867">
                  <c:v>235.6632508566492</c:v>
                </c:pt>
                <c:pt idx="7868">
                  <c:v>171.23209466865242</c:v>
                </c:pt>
                <c:pt idx="7869">
                  <c:v>226.48612777937882</c:v>
                </c:pt>
                <c:pt idx="7870">
                  <c:v>215.77689773493714</c:v>
                </c:pt>
                <c:pt idx="7871">
                  <c:v>205.90301301094556</c:v>
                </c:pt>
                <c:pt idx="7872">
                  <c:v>104.7382446591734</c:v>
                </c:pt>
                <c:pt idx="7873">
                  <c:v>142.89310439107675</c:v>
                </c:pt>
                <c:pt idx="7874">
                  <c:v>227.0514942686003</c:v>
                </c:pt>
                <c:pt idx="7875">
                  <c:v>238.99824284265245</c:v>
                </c:pt>
                <c:pt idx="7876">
                  <c:v>111.99531757807982</c:v>
                </c:pt>
                <c:pt idx="7877">
                  <c:v>146.9893377198976</c:v>
                </c:pt>
                <c:pt idx="7878">
                  <c:v>182.50133181730985</c:v>
                </c:pt>
                <c:pt idx="7879">
                  <c:v>249.03650766831154</c:v>
                </c:pt>
                <c:pt idx="7880">
                  <c:v>120.96689805660715</c:v>
                </c:pt>
                <c:pt idx="7881">
                  <c:v>159.7932042020041</c:v>
                </c:pt>
                <c:pt idx="7882">
                  <c:v>144.25880622102977</c:v>
                </c:pt>
                <c:pt idx="7883">
                  <c:v>102.97856768564837</c:v>
                </c:pt>
                <c:pt idx="7884">
                  <c:v>104.81024118210046</c:v>
                </c:pt>
                <c:pt idx="7885">
                  <c:v>158.43599403712105</c:v>
                </c:pt>
                <c:pt idx="7886">
                  <c:v>172.33645849657339</c:v>
                </c:pt>
                <c:pt idx="7887">
                  <c:v>143.54614469597266</c:v>
                </c:pt>
                <c:pt idx="7888">
                  <c:v>156.90487688791112</c:v>
                </c:pt>
                <c:pt idx="7889">
                  <c:v>154.232782320422</c:v>
                </c:pt>
                <c:pt idx="7890">
                  <c:v>203.77247117408874</c:v>
                </c:pt>
                <c:pt idx="7891">
                  <c:v>160.73749782177194</c:v>
                </c:pt>
                <c:pt idx="7892">
                  <c:v>153.1904807932218</c:v>
                </c:pt>
                <c:pt idx="7893">
                  <c:v>171.1950797086076</c:v>
                </c:pt>
                <c:pt idx="7894">
                  <c:v>176.27608515001458</c:v>
                </c:pt>
                <c:pt idx="7895">
                  <c:v>181.97085167581653</c:v>
                </c:pt>
                <c:pt idx="7896">
                  <c:v>225.36660756915245</c:v>
                </c:pt>
                <c:pt idx="7897">
                  <c:v>222.57153359870296</c:v>
                </c:pt>
                <c:pt idx="7898">
                  <c:v>217.2734949784177</c:v>
                </c:pt>
                <c:pt idx="7899">
                  <c:v>176.21706702556315</c:v>
                </c:pt>
                <c:pt idx="7900">
                  <c:v>161.904885838025</c:v>
                </c:pt>
                <c:pt idx="7901">
                  <c:v>165.51925366483067</c:v>
                </c:pt>
                <c:pt idx="7902">
                  <c:v>118.3699154338104</c:v>
                </c:pt>
                <c:pt idx="7903">
                  <c:v>157.77840120192138</c:v>
                </c:pt>
                <c:pt idx="7904">
                  <c:v>111.17020440061698</c:v>
                </c:pt>
                <c:pt idx="7905">
                  <c:v>157.56164652871217</c:v>
                </c:pt>
                <c:pt idx="7906">
                  <c:v>235.17207764793488</c:v>
                </c:pt>
                <c:pt idx="7907">
                  <c:v>135.50189932900562</c:v>
                </c:pt>
                <c:pt idx="7908">
                  <c:v>267.6880167351478</c:v>
                </c:pt>
                <c:pt idx="7909">
                  <c:v>229.05384386461984</c:v>
                </c:pt>
                <c:pt idx="7910">
                  <c:v>268.77301633345684</c:v>
                </c:pt>
                <c:pt idx="7911">
                  <c:v>164.82809054816997</c:v>
                </c:pt>
                <c:pt idx="7912">
                  <c:v>113.76827225055459</c:v>
                </c:pt>
                <c:pt idx="7913">
                  <c:v>197.15749076850224</c:v>
                </c:pt>
                <c:pt idx="7914">
                  <c:v>107.37064539997296</c:v>
                </c:pt>
                <c:pt idx="7915">
                  <c:v>159.47514018327897</c:v>
                </c:pt>
                <c:pt idx="7916">
                  <c:v>237.3186007268074</c:v>
                </c:pt>
                <c:pt idx="7917">
                  <c:v>141.14742214600386</c:v>
                </c:pt>
                <c:pt idx="7918">
                  <c:v>159.0821613832519</c:v>
                </c:pt>
                <c:pt idx="7919">
                  <c:v>166.38393933151426</c:v>
                </c:pt>
                <c:pt idx="7920">
                  <c:v>221.26062299777578</c:v>
                </c:pt>
                <c:pt idx="7921">
                  <c:v>214.13414620362923</c:v>
                </c:pt>
                <c:pt idx="7922">
                  <c:v>115.52777057683261</c:v>
                </c:pt>
                <c:pt idx="7923">
                  <c:v>225.79178900858474</c:v>
                </c:pt>
                <c:pt idx="7924">
                  <c:v>152.73073458153908</c:v>
                </c:pt>
                <c:pt idx="7925">
                  <c:v>255.44304647651938</c:v>
                </c:pt>
                <c:pt idx="7926">
                  <c:v>225.7689057274414</c:v>
                </c:pt>
                <c:pt idx="7927">
                  <c:v>249.08441001544153</c:v>
                </c:pt>
                <c:pt idx="7928">
                  <c:v>104.85615125882396</c:v>
                </c:pt>
                <c:pt idx="7929">
                  <c:v>217.89277836027327</c:v>
                </c:pt>
                <c:pt idx="7930">
                  <c:v>245.3830065045125</c:v>
                </c:pt>
                <c:pt idx="7931">
                  <c:v>108.38545681448664</c:v>
                </c:pt>
                <c:pt idx="7932">
                  <c:v>210.25448594930464</c:v>
                </c:pt>
                <c:pt idx="7933">
                  <c:v>148.63436393085934</c:v>
                </c:pt>
                <c:pt idx="7934">
                  <c:v>220.1512406006989</c:v>
                </c:pt>
                <c:pt idx="7935">
                  <c:v>138.00509768900466</c:v>
                </c:pt>
                <c:pt idx="7936">
                  <c:v>201.66184619477457</c:v>
                </c:pt>
                <c:pt idx="7937">
                  <c:v>111.86874550882463</c:v>
                </c:pt>
                <c:pt idx="7938">
                  <c:v>153.54730874833422</c:v>
                </c:pt>
                <c:pt idx="7939">
                  <c:v>175.2089406998977</c:v>
                </c:pt>
                <c:pt idx="7940">
                  <c:v>230.55175569770793</c:v>
                </c:pt>
                <c:pt idx="7941">
                  <c:v>166.82204163414588</c:v>
                </c:pt>
                <c:pt idx="7942">
                  <c:v>139.67251302250972</c:v>
                </c:pt>
                <c:pt idx="7943">
                  <c:v>165.93062225066814</c:v>
                </c:pt>
                <c:pt idx="7944">
                  <c:v>197.56398334232878</c:v>
                </c:pt>
                <c:pt idx="7945">
                  <c:v>173.51319685276906</c:v>
                </c:pt>
                <c:pt idx="7946">
                  <c:v>220.75155557443256</c:v>
                </c:pt>
                <c:pt idx="7947">
                  <c:v>189.90038570421402</c:v>
                </c:pt>
                <c:pt idx="7948">
                  <c:v>157.0036013498516</c:v>
                </c:pt>
                <c:pt idx="7949">
                  <c:v>121.89937023594003</c:v>
                </c:pt>
                <c:pt idx="7950">
                  <c:v>115.55034430595536</c:v>
                </c:pt>
                <c:pt idx="7951">
                  <c:v>109.74598008761431</c:v>
                </c:pt>
                <c:pt idx="7952">
                  <c:v>100.13506534998956</c:v>
                </c:pt>
                <c:pt idx="7953">
                  <c:v>180.43605651344845</c:v>
                </c:pt>
                <c:pt idx="7954">
                  <c:v>220.7383709088167</c:v>
                </c:pt>
                <c:pt idx="7955">
                  <c:v>176.67138530057</c:v>
                </c:pt>
                <c:pt idx="7956">
                  <c:v>241.35457663484223</c:v>
                </c:pt>
                <c:pt idx="7957">
                  <c:v>239.82005553908755</c:v>
                </c:pt>
                <c:pt idx="7958">
                  <c:v>215.84648042911255</c:v>
                </c:pt>
                <c:pt idx="7959">
                  <c:v>228.26193648583902</c:v>
                </c:pt>
                <c:pt idx="7960">
                  <c:v>163.14923621756947</c:v>
                </c:pt>
                <c:pt idx="7961">
                  <c:v>168.57111885569586</c:v>
                </c:pt>
                <c:pt idx="7962">
                  <c:v>124.02595736465805</c:v>
                </c:pt>
                <c:pt idx="7963">
                  <c:v>156.4141143862305</c:v>
                </c:pt>
                <c:pt idx="7964">
                  <c:v>173.10245149608954</c:v>
                </c:pt>
                <c:pt idx="7965">
                  <c:v>239.8368090032718</c:v>
                </c:pt>
                <c:pt idx="7966">
                  <c:v>119.84113737665301</c:v>
                </c:pt>
                <c:pt idx="7967">
                  <c:v>176.42869453067053</c:v>
                </c:pt>
                <c:pt idx="7968">
                  <c:v>224.07503851209393</c:v>
                </c:pt>
                <c:pt idx="7969">
                  <c:v>110.84198570570494</c:v>
                </c:pt>
                <c:pt idx="7970">
                  <c:v>155.2731317315962</c:v>
                </c:pt>
                <c:pt idx="7971">
                  <c:v>231.9190459265388</c:v>
                </c:pt>
                <c:pt idx="7972">
                  <c:v>164.17258383903615</c:v>
                </c:pt>
                <c:pt idx="7973">
                  <c:v>115.52600114347821</c:v>
                </c:pt>
                <c:pt idx="7974">
                  <c:v>173.61441310008934</c:v>
                </c:pt>
                <c:pt idx="7975">
                  <c:v>247.66072405589307</c:v>
                </c:pt>
                <c:pt idx="7976">
                  <c:v>199.97544776642826</c:v>
                </c:pt>
                <c:pt idx="7977">
                  <c:v>115.91433854707252</c:v>
                </c:pt>
                <c:pt idx="7978">
                  <c:v>113.5908372437991</c:v>
                </c:pt>
                <c:pt idx="7979">
                  <c:v>183.29010707202048</c:v>
                </c:pt>
                <c:pt idx="7980">
                  <c:v>122.61933646897616</c:v>
                </c:pt>
                <c:pt idx="7981">
                  <c:v>207.93278486414832</c:v>
                </c:pt>
                <c:pt idx="7982">
                  <c:v>111.6617310405613</c:v>
                </c:pt>
                <c:pt idx="7983">
                  <c:v>164.77155558854437</c:v>
                </c:pt>
                <c:pt idx="7984">
                  <c:v>111.48786224350954</c:v>
                </c:pt>
                <c:pt idx="7985">
                  <c:v>151.06028141045542</c:v>
                </c:pt>
                <c:pt idx="7986">
                  <c:v>86.49733810257356</c:v>
                </c:pt>
                <c:pt idx="7987">
                  <c:v>154.71048470574442</c:v>
                </c:pt>
                <c:pt idx="7988">
                  <c:v>174.217763734861</c:v>
                </c:pt>
                <c:pt idx="7989">
                  <c:v>167.09677635475865</c:v>
                </c:pt>
                <c:pt idx="7990">
                  <c:v>119.96337959644404</c:v>
                </c:pt>
                <c:pt idx="7991">
                  <c:v>196.0645935323059</c:v>
                </c:pt>
                <c:pt idx="7992">
                  <c:v>114.10897127938043</c:v>
                </c:pt>
                <c:pt idx="7993">
                  <c:v>210.51635618612758</c:v>
                </c:pt>
                <c:pt idx="7994">
                  <c:v>231.98431828015765</c:v>
                </c:pt>
                <c:pt idx="7995">
                  <c:v>159.20858459915334</c:v>
                </c:pt>
                <c:pt idx="7996">
                  <c:v>179.67993380041486</c:v>
                </c:pt>
                <c:pt idx="7997">
                  <c:v>164.29936914269118</c:v>
                </c:pt>
                <c:pt idx="7998">
                  <c:v>94.2942728717974</c:v>
                </c:pt>
                <c:pt idx="7999">
                  <c:v>156.9943415048173</c:v>
                </c:pt>
                <c:pt idx="8000">
                  <c:v>229.08770813406966</c:v>
                </c:pt>
                <c:pt idx="8001">
                  <c:v>241.6244263950874</c:v>
                </c:pt>
                <c:pt idx="8002">
                  <c:v>129.72012661588226</c:v>
                </c:pt>
                <c:pt idx="8003">
                  <c:v>224.11529617165627</c:v>
                </c:pt>
                <c:pt idx="8004">
                  <c:v>171.78739057849586</c:v>
                </c:pt>
                <c:pt idx="8005">
                  <c:v>220.96401317670436</c:v>
                </c:pt>
                <c:pt idx="8006">
                  <c:v>180.1568549489925</c:v>
                </c:pt>
                <c:pt idx="8007">
                  <c:v>178.16035525071095</c:v>
                </c:pt>
                <c:pt idx="8008">
                  <c:v>107.33525207555361</c:v>
                </c:pt>
                <c:pt idx="8009">
                  <c:v>157.60810548133196</c:v>
                </c:pt>
                <c:pt idx="8010">
                  <c:v>220.9137116185989</c:v>
                </c:pt>
                <c:pt idx="8011">
                  <c:v>128.7842339225782</c:v>
                </c:pt>
                <c:pt idx="8012">
                  <c:v>227.74599848633287</c:v>
                </c:pt>
                <c:pt idx="8013">
                  <c:v>203.26946716763229</c:v>
                </c:pt>
                <c:pt idx="8014">
                  <c:v>107.33950014715988</c:v>
                </c:pt>
                <c:pt idx="8015">
                  <c:v>97.97087626990947</c:v>
                </c:pt>
                <c:pt idx="8016">
                  <c:v>127.13840756776831</c:v>
                </c:pt>
                <c:pt idx="8017">
                  <c:v>175.18672817048818</c:v>
                </c:pt>
                <c:pt idx="8018">
                  <c:v>156.22026539285721</c:v>
                </c:pt>
                <c:pt idx="8019">
                  <c:v>179.26317218760994</c:v>
                </c:pt>
                <c:pt idx="8020">
                  <c:v>132.9431096401605</c:v>
                </c:pt>
                <c:pt idx="8021">
                  <c:v>114.57589854231843</c:v>
                </c:pt>
                <c:pt idx="8022">
                  <c:v>174.92671301237425</c:v>
                </c:pt>
                <c:pt idx="8023">
                  <c:v>102.93092698846927</c:v>
                </c:pt>
                <c:pt idx="8024">
                  <c:v>235.87098372783308</c:v>
                </c:pt>
                <c:pt idx="8025">
                  <c:v>159.20540483885335</c:v>
                </c:pt>
                <c:pt idx="8026">
                  <c:v>155.07424925743015</c:v>
                </c:pt>
                <c:pt idx="8027">
                  <c:v>171.00952299853492</c:v>
                </c:pt>
                <c:pt idx="8028">
                  <c:v>185.73817615418554</c:v>
                </c:pt>
                <c:pt idx="8029">
                  <c:v>237.33127531975364</c:v>
                </c:pt>
                <c:pt idx="8030">
                  <c:v>219.12414471034015</c:v>
                </c:pt>
                <c:pt idx="8031">
                  <c:v>113.25001782900452</c:v>
                </c:pt>
                <c:pt idx="8032">
                  <c:v>203.86808631570415</c:v>
                </c:pt>
                <c:pt idx="8033">
                  <c:v>129.3756634831147</c:v>
                </c:pt>
                <c:pt idx="8034">
                  <c:v>87.82012511430894</c:v>
                </c:pt>
                <c:pt idx="8035">
                  <c:v>229.74048660417068</c:v>
                </c:pt>
                <c:pt idx="8036">
                  <c:v>170.1718158202527</c:v>
                </c:pt>
                <c:pt idx="8037">
                  <c:v>223.07590169970723</c:v>
                </c:pt>
                <c:pt idx="8038">
                  <c:v>174.75133273709588</c:v>
                </c:pt>
                <c:pt idx="8039">
                  <c:v>142.7925715306839</c:v>
                </c:pt>
                <c:pt idx="8040">
                  <c:v>189.62780089466264</c:v>
                </c:pt>
                <c:pt idx="8041">
                  <c:v>161.11864435850802</c:v>
                </c:pt>
                <c:pt idx="8042">
                  <c:v>163.60367508309923</c:v>
                </c:pt>
                <c:pt idx="8043">
                  <c:v>160.96082468296242</c:v>
                </c:pt>
                <c:pt idx="8044">
                  <c:v>204.46405821980002</c:v>
                </c:pt>
                <c:pt idx="8045">
                  <c:v>221.36859968470637</c:v>
                </c:pt>
                <c:pt idx="8046">
                  <c:v>117.38413236086767</c:v>
                </c:pt>
                <c:pt idx="8047">
                  <c:v>166.9622067772405</c:v>
                </c:pt>
                <c:pt idx="8048">
                  <c:v>142.27927062351722</c:v>
                </c:pt>
                <c:pt idx="8049">
                  <c:v>138.74543214987256</c:v>
                </c:pt>
                <c:pt idx="8050">
                  <c:v>163.43387390244123</c:v>
                </c:pt>
                <c:pt idx="8051">
                  <c:v>164.01510681739322</c:v>
                </c:pt>
                <c:pt idx="8052">
                  <c:v>111.45043515803151</c:v>
                </c:pt>
                <c:pt idx="8053">
                  <c:v>159.30528479093553</c:v>
                </c:pt>
                <c:pt idx="8054">
                  <c:v>249.48734528540635</c:v>
                </c:pt>
                <c:pt idx="8055">
                  <c:v>109.53435880086846</c:v>
                </c:pt>
                <c:pt idx="8056">
                  <c:v>206.61286504092064</c:v>
                </c:pt>
                <c:pt idx="8057">
                  <c:v>109.08497126006262</c:v>
                </c:pt>
                <c:pt idx="8058">
                  <c:v>233.81963229097792</c:v>
                </c:pt>
                <c:pt idx="8059">
                  <c:v>197.59070168292217</c:v>
                </c:pt>
                <c:pt idx="8060">
                  <c:v>134.88395940589874</c:v>
                </c:pt>
                <c:pt idx="8061">
                  <c:v>139.67055468546587</c:v>
                </c:pt>
                <c:pt idx="8062">
                  <c:v>250.07561587886474</c:v>
                </c:pt>
                <c:pt idx="8063">
                  <c:v>172.22805484317</c:v>
                </c:pt>
                <c:pt idx="8064">
                  <c:v>243.21689314948816</c:v>
                </c:pt>
                <c:pt idx="8065">
                  <c:v>109.28661367294178</c:v>
                </c:pt>
                <c:pt idx="8066">
                  <c:v>235.1015209707939</c:v>
                </c:pt>
                <c:pt idx="8067">
                  <c:v>220.41498778646337</c:v>
                </c:pt>
                <c:pt idx="8068">
                  <c:v>230.79813228421042</c:v>
                </c:pt>
                <c:pt idx="8069">
                  <c:v>109.92995318896513</c:v>
                </c:pt>
                <c:pt idx="8070">
                  <c:v>207.2473791309739</c:v>
                </c:pt>
                <c:pt idx="8071">
                  <c:v>162.55579480123754</c:v>
                </c:pt>
                <c:pt idx="8072">
                  <c:v>116.16284600894267</c:v>
                </c:pt>
                <c:pt idx="8073">
                  <c:v>159.05061739412264</c:v>
                </c:pt>
                <c:pt idx="8074">
                  <c:v>105.48829223251893</c:v>
                </c:pt>
                <c:pt idx="8075">
                  <c:v>213.68101104603824</c:v>
                </c:pt>
                <c:pt idx="8076">
                  <c:v>177.179167250396</c:v>
                </c:pt>
                <c:pt idx="8077">
                  <c:v>104.1210330176965</c:v>
                </c:pt>
                <c:pt idx="8078">
                  <c:v>243.1660530886392</c:v>
                </c:pt>
                <c:pt idx="8079">
                  <c:v>174.2891255274253</c:v>
                </c:pt>
                <c:pt idx="8080">
                  <c:v>108.24178085168938</c:v>
                </c:pt>
                <c:pt idx="8081">
                  <c:v>216.4437299389046</c:v>
                </c:pt>
                <c:pt idx="8082">
                  <c:v>234.09771377688057</c:v>
                </c:pt>
                <c:pt idx="8083">
                  <c:v>128.24954352713402</c:v>
                </c:pt>
                <c:pt idx="8084">
                  <c:v>105.17684031457911</c:v>
                </c:pt>
                <c:pt idx="8085">
                  <c:v>215.74255949735075</c:v>
                </c:pt>
                <c:pt idx="8086">
                  <c:v>227.97939753654288</c:v>
                </c:pt>
                <c:pt idx="8087">
                  <c:v>124.6982029848814</c:v>
                </c:pt>
                <c:pt idx="8088">
                  <c:v>174.42874363730277</c:v>
                </c:pt>
                <c:pt idx="8089">
                  <c:v>185.43761987799869</c:v>
                </c:pt>
                <c:pt idx="8090">
                  <c:v>180.32699402675019</c:v>
                </c:pt>
                <c:pt idx="8091">
                  <c:v>127.85329599041701</c:v>
                </c:pt>
                <c:pt idx="8092">
                  <c:v>215.77597170938256</c:v>
                </c:pt>
                <c:pt idx="8093">
                  <c:v>240.4085660400786</c:v>
                </c:pt>
                <c:pt idx="8094">
                  <c:v>131.17242699569968</c:v>
                </c:pt>
                <c:pt idx="8095">
                  <c:v>208.24864858552652</c:v>
                </c:pt>
                <c:pt idx="8096">
                  <c:v>228.25025800573906</c:v>
                </c:pt>
                <c:pt idx="8097">
                  <c:v>164.45634216494884</c:v>
                </c:pt>
                <c:pt idx="8098">
                  <c:v>138.23863619955046</c:v>
                </c:pt>
                <c:pt idx="8099">
                  <c:v>180.60291464295454</c:v>
                </c:pt>
                <c:pt idx="8100">
                  <c:v>187.64665675892522</c:v>
                </c:pt>
                <c:pt idx="8101">
                  <c:v>227.09112776906912</c:v>
                </c:pt>
                <c:pt idx="8102">
                  <c:v>169.49051494921488</c:v>
                </c:pt>
                <c:pt idx="8103">
                  <c:v>243.73677718510265</c:v>
                </c:pt>
                <c:pt idx="8104">
                  <c:v>91.4622968295606</c:v>
                </c:pt>
                <c:pt idx="8105">
                  <c:v>104.24617203513218</c:v>
                </c:pt>
                <c:pt idx="8106">
                  <c:v>217.5738724017068</c:v>
                </c:pt>
                <c:pt idx="8107">
                  <c:v>128.53984483351022</c:v>
                </c:pt>
                <c:pt idx="8108">
                  <c:v>113.17267268225187</c:v>
                </c:pt>
                <c:pt idx="8109">
                  <c:v>146.23699784167493</c:v>
                </c:pt>
                <c:pt idx="8110">
                  <c:v>149.11562949360012</c:v>
                </c:pt>
                <c:pt idx="8111">
                  <c:v>95.66138651511334</c:v>
                </c:pt>
                <c:pt idx="8112">
                  <c:v>281.0343459141963</c:v>
                </c:pt>
                <c:pt idx="8113">
                  <c:v>122.59591485051273</c:v>
                </c:pt>
                <c:pt idx="8114">
                  <c:v>210.1083419967648</c:v>
                </c:pt>
                <c:pt idx="8115">
                  <c:v>238.2990581769805</c:v>
                </c:pt>
                <c:pt idx="8116">
                  <c:v>247.31694550750157</c:v>
                </c:pt>
                <c:pt idx="8117">
                  <c:v>107.69130788306997</c:v>
                </c:pt>
                <c:pt idx="8118">
                  <c:v>168.12159108132363</c:v>
                </c:pt>
                <c:pt idx="8119">
                  <c:v>187.40653827914994</c:v>
                </c:pt>
                <c:pt idx="8120">
                  <c:v>220.3745600229686</c:v>
                </c:pt>
                <c:pt idx="8121">
                  <c:v>178.8280765153177</c:v>
                </c:pt>
                <c:pt idx="8122">
                  <c:v>239.23682298348706</c:v>
                </c:pt>
                <c:pt idx="8123">
                  <c:v>141.19106983292278</c:v>
                </c:pt>
                <c:pt idx="8124">
                  <c:v>225.549428493858</c:v>
                </c:pt>
                <c:pt idx="8125">
                  <c:v>177.4637089566297</c:v>
                </c:pt>
                <c:pt idx="8126">
                  <c:v>219.7011262966638</c:v>
                </c:pt>
                <c:pt idx="8127">
                  <c:v>243.40139860005766</c:v>
                </c:pt>
                <c:pt idx="8128">
                  <c:v>132.70162736521817</c:v>
                </c:pt>
                <c:pt idx="8129">
                  <c:v>240.10132945597613</c:v>
                </c:pt>
                <c:pt idx="8130">
                  <c:v>182.36344292853556</c:v>
                </c:pt>
                <c:pt idx="8131">
                  <c:v>109.8647478533564</c:v>
                </c:pt>
                <c:pt idx="8132">
                  <c:v>103.00272590470158</c:v>
                </c:pt>
                <c:pt idx="8133">
                  <c:v>126.45664201242505</c:v>
                </c:pt>
                <c:pt idx="8134">
                  <c:v>151.81313454812047</c:v>
                </c:pt>
                <c:pt idx="8135">
                  <c:v>97.46010380463491</c:v>
                </c:pt>
                <c:pt idx="8136">
                  <c:v>87.7957476694205</c:v>
                </c:pt>
                <c:pt idx="8137">
                  <c:v>222.35829832686542</c:v>
                </c:pt>
                <c:pt idx="8138">
                  <c:v>206.44653883879545</c:v>
                </c:pt>
                <c:pt idx="8139">
                  <c:v>233.70956284092765</c:v>
                </c:pt>
                <c:pt idx="8140">
                  <c:v>168.86804054645575</c:v>
                </c:pt>
                <c:pt idx="8141">
                  <c:v>234.89880489783914</c:v>
                </c:pt>
                <c:pt idx="8142">
                  <c:v>96.54197780152123</c:v>
                </c:pt>
                <c:pt idx="8143">
                  <c:v>145.43849638906428</c:v>
                </c:pt>
                <c:pt idx="8144">
                  <c:v>173.94762169801695</c:v>
                </c:pt>
                <c:pt idx="8145">
                  <c:v>124.49144015758584</c:v>
                </c:pt>
                <c:pt idx="8146">
                  <c:v>216.15513541578557</c:v>
                </c:pt>
                <c:pt idx="8147">
                  <c:v>100.56381745568208</c:v>
                </c:pt>
                <c:pt idx="8148">
                  <c:v>108.20730265637572</c:v>
                </c:pt>
                <c:pt idx="8149">
                  <c:v>186.70661543731933</c:v>
                </c:pt>
                <c:pt idx="8150">
                  <c:v>225.85755738570592</c:v>
                </c:pt>
                <c:pt idx="8151">
                  <c:v>196.43939718310781</c:v>
                </c:pt>
                <c:pt idx="8152">
                  <c:v>102.63964180731641</c:v>
                </c:pt>
                <c:pt idx="8153">
                  <c:v>111.39243978015166</c:v>
                </c:pt>
                <c:pt idx="8154">
                  <c:v>236.3028822417239</c:v>
                </c:pt>
                <c:pt idx="8155">
                  <c:v>214.82914634850388</c:v>
                </c:pt>
                <c:pt idx="8156">
                  <c:v>102.39418050170181</c:v>
                </c:pt>
                <c:pt idx="8157">
                  <c:v>148.27381601122082</c:v>
                </c:pt>
                <c:pt idx="8158">
                  <c:v>174.4164218012849</c:v>
                </c:pt>
                <c:pt idx="8159">
                  <c:v>103.19084254874019</c:v>
                </c:pt>
                <c:pt idx="8160">
                  <c:v>217.12305424509148</c:v>
                </c:pt>
                <c:pt idx="8161">
                  <c:v>270.6919265305738</c:v>
                </c:pt>
                <c:pt idx="8162">
                  <c:v>127.40559703422944</c:v>
                </c:pt>
                <c:pt idx="8163">
                  <c:v>203.22897344716222</c:v>
                </c:pt>
                <c:pt idx="8164">
                  <c:v>217.60578539816402</c:v>
                </c:pt>
                <c:pt idx="8165">
                  <c:v>122.19022126125395</c:v>
                </c:pt>
                <c:pt idx="8166">
                  <c:v>109.60141886087423</c:v>
                </c:pt>
                <c:pt idx="8167">
                  <c:v>152.8214565382301</c:v>
                </c:pt>
                <c:pt idx="8168">
                  <c:v>107.85715570991546</c:v>
                </c:pt>
                <c:pt idx="8169">
                  <c:v>217.32446929944837</c:v>
                </c:pt>
                <c:pt idx="8170">
                  <c:v>236.5396312053624</c:v>
                </c:pt>
                <c:pt idx="8171">
                  <c:v>179.76378927024297</c:v>
                </c:pt>
                <c:pt idx="8172">
                  <c:v>114.57920073915588</c:v>
                </c:pt>
                <c:pt idx="8173">
                  <c:v>108.81659742384919</c:v>
                </c:pt>
                <c:pt idx="8174">
                  <c:v>153.30699764082402</c:v>
                </c:pt>
                <c:pt idx="8175">
                  <c:v>213.14802153770557</c:v>
                </c:pt>
                <c:pt idx="8176">
                  <c:v>203.4556896975147</c:v>
                </c:pt>
                <c:pt idx="8177">
                  <c:v>108.60572057129771</c:v>
                </c:pt>
                <c:pt idx="8178">
                  <c:v>182.25388939708043</c:v>
                </c:pt>
                <c:pt idx="8179">
                  <c:v>183.52625479420215</c:v>
                </c:pt>
                <c:pt idx="8180">
                  <c:v>186.99637562245982</c:v>
                </c:pt>
                <c:pt idx="8181">
                  <c:v>228.04684092080382</c:v>
                </c:pt>
                <c:pt idx="8182">
                  <c:v>172.07352187780648</c:v>
                </c:pt>
                <c:pt idx="8183">
                  <c:v>166.27353481422938</c:v>
                </c:pt>
                <c:pt idx="8184">
                  <c:v>179.2547028559968</c:v>
                </c:pt>
                <c:pt idx="8185">
                  <c:v>160.93621445863155</c:v>
                </c:pt>
                <c:pt idx="8186">
                  <c:v>127.93178579758109</c:v>
                </c:pt>
                <c:pt idx="8187">
                  <c:v>136.91511129942853</c:v>
                </c:pt>
                <c:pt idx="8188">
                  <c:v>137.5618672358905</c:v>
                </c:pt>
                <c:pt idx="8189">
                  <c:v>162.00378679449653</c:v>
                </c:pt>
                <c:pt idx="8190">
                  <c:v>87.9681618696365</c:v>
                </c:pt>
                <c:pt idx="8191">
                  <c:v>240.27607367300058</c:v>
                </c:pt>
                <c:pt idx="8192">
                  <c:v>122.28525962684553</c:v>
                </c:pt>
                <c:pt idx="8193">
                  <c:v>164.04024610077434</c:v>
                </c:pt>
                <c:pt idx="8194">
                  <c:v>104.84957839385828</c:v>
                </c:pt>
                <c:pt idx="8195">
                  <c:v>242.00476079576634</c:v>
                </c:pt>
                <c:pt idx="8196">
                  <c:v>240.32147017716736</c:v>
                </c:pt>
                <c:pt idx="8197">
                  <c:v>229.70694145268723</c:v>
                </c:pt>
                <c:pt idx="8198">
                  <c:v>147.87140313055255</c:v>
                </c:pt>
                <c:pt idx="8199">
                  <c:v>216.06966020376302</c:v>
                </c:pt>
                <c:pt idx="8200">
                  <c:v>109.03861382010003</c:v>
                </c:pt>
                <c:pt idx="8201">
                  <c:v>105.09370317360948</c:v>
                </c:pt>
                <c:pt idx="8202">
                  <c:v>215.73029619905967</c:v>
                </c:pt>
                <c:pt idx="8203">
                  <c:v>214.7983345715146</c:v>
                </c:pt>
                <c:pt idx="8204">
                  <c:v>192.482112023014</c:v>
                </c:pt>
                <c:pt idx="8205">
                  <c:v>226.97731875924907</c:v>
                </c:pt>
                <c:pt idx="8206">
                  <c:v>227.44013758944885</c:v>
                </c:pt>
                <c:pt idx="8207">
                  <c:v>157.97230821781565</c:v>
                </c:pt>
                <c:pt idx="8208">
                  <c:v>130.77323920257203</c:v>
                </c:pt>
                <c:pt idx="8209">
                  <c:v>202.97401143985363</c:v>
                </c:pt>
                <c:pt idx="8210">
                  <c:v>108.91477693326088</c:v>
                </c:pt>
                <c:pt idx="8211">
                  <c:v>172.0199425694323</c:v>
                </c:pt>
                <c:pt idx="8212">
                  <c:v>239.88436953533687</c:v>
                </c:pt>
                <c:pt idx="8213">
                  <c:v>110.3703185520097</c:v>
                </c:pt>
                <c:pt idx="8214">
                  <c:v>223.66192249179508</c:v>
                </c:pt>
                <c:pt idx="8215">
                  <c:v>227.15040589067436</c:v>
                </c:pt>
                <c:pt idx="8216">
                  <c:v>165.65636720749964</c:v>
                </c:pt>
                <c:pt idx="8217">
                  <c:v>240.37872081068724</c:v>
                </c:pt>
                <c:pt idx="8218">
                  <c:v>137.91200763876938</c:v>
                </c:pt>
                <c:pt idx="8219">
                  <c:v>137.986654274995</c:v>
                </c:pt>
                <c:pt idx="8220">
                  <c:v>215.03864282305148</c:v>
                </c:pt>
                <c:pt idx="8221">
                  <c:v>171.99546613019754</c:v>
                </c:pt>
                <c:pt idx="8222">
                  <c:v>110.44142666645678</c:v>
                </c:pt>
                <c:pt idx="8223">
                  <c:v>110.72537930069961</c:v>
                </c:pt>
                <c:pt idx="8224">
                  <c:v>177.11436569656814</c:v>
                </c:pt>
                <c:pt idx="8225">
                  <c:v>244.76879689506154</c:v>
                </c:pt>
                <c:pt idx="8226">
                  <c:v>238.30760620116814</c:v>
                </c:pt>
                <c:pt idx="8227">
                  <c:v>224.27895720515846</c:v>
                </c:pt>
                <c:pt idx="8228">
                  <c:v>111.8393793744167</c:v>
                </c:pt>
                <c:pt idx="8229">
                  <c:v>119.46915671831181</c:v>
                </c:pt>
                <c:pt idx="8230">
                  <c:v>240.14725124140114</c:v>
                </c:pt>
                <c:pt idx="8231">
                  <c:v>123.12423482874539</c:v>
                </c:pt>
                <c:pt idx="8232">
                  <c:v>95.47291781222444</c:v>
                </c:pt>
                <c:pt idx="8233">
                  <c:v>114.29618014102194</c:v>
                </c:pt>
                <c:pt idx="8234">
                  <c:v>223.31604001327233</c:v>
                </c:pt>
                <c:pt idx="8235">
                  <c:v>242.65737655929422</c:v>
                </c:pt>
                <c:pt idx="8236">
                  <c:v>140.07126496646455</c:v>
                </c:pt>
                <c:pt idx="8237">
                  <c:v>131.18483854666505</c:v>
                </c:pt>
                <c:pt idx="8238">
                  <c:v>256.2171323628869</c:v>
                </c:pt>
                <c:pt idx="8239">
                  <c:v>117.26824458434656</c:v>
                </c:pt>
                <c:pt idx="8240">
                  <c:v>156.07683053215283</c:v>
                </c:pt>
                <c:pt idx="8241">
                  <c:v>216.3966188746427</c:v>
                </c:pt>
                <c:pt idx="8242">
                  <c:v>243.42785253202678</c:v>
                </c:pt>
                <c:pt idx="8243">
                  <c:v>173.24822051034488</c:v>
                </c:pt>
                <c:pt idx="8244">
                  <c:v>88.40733003819946</c:v>
                </c:pt>
                <c:pt idx="8245">
                  <c:v>167.29323884847165</c:v>
                </c:pt>
                <c:pt idx="8246">
                  <c:v>276.1435256459086</c:v>
                </c:pt>
                <c:pt idx="8247">
                  <c:v>95.24602191911343</c:v>
                </c:pt>
                <c:pt idx="8248">
                  <c:v>170.250871032785</c:v>
                </c:pt>
                <c:pt idx="8249">
                  <c:v>158.28827842420418</c:v>
                </c:pt>
                <c:pt idx="8250">
                  <c:v>190.93179110428323</c:v>
                </c:pt>
                <c:pt idx="8251">
                  <c:v>140.46602722553615</c:v>
                </c:pt>
                <c:pt idx="8252">
                  <c:v>220.9774769395307</c:v>
                </c:pt>
                <c:pt idx="8253">
                  <c:v>155.89628964807625</c:v>
                </c:pt>
                <c:pt idx="8254">
                  <c:v>225.2034104938968</c:v>
                </c:pt>
                <c:pt idx="8255">
                  <c:v>174.3306250761716</c:v>
                </c:pt>
                <c:pt idx="8256">
                  <c:v>196.0472755274252</c:v>
                </c:pt>
                <c:pt idx="8257">
                  <c:v>222.953157706956</c:v>
                </c:pt>
                <c:pt idx="8258">
                  <c:v>216.67364381894708</c:v>
                </c:pt>
                <c:pt idx="8259">
                  <c:v>93.4169733071893</c:v>
                </c:pt>
                <c:pt idx="8260">
                  <c:v>144.13380544266093</c:v>
                </c:pt>
                <c:pt idx="8261">
                  <c:v>238.31318317066513</c:v>
                </c:pt>
                <c:pt idx="8262">
                  <c:v>112.65709899054363</c:v>
                </c:pt>
                <c:pt idx="8263">
                  <c:v>237.11585690014354</c:v>
                </c:pt>
                <c:pt idx="8264">
                  <c:v>249.73332341176166</c:v>
                </c:pt>
                <c:pt idx="8265">
                  <c:v>87.07822859383248</c:v>
                </c:pt>
                <c:pt idx="8266">
                  <c:v>181.97175658927574</c:v>
                </c:pt>
                <c:pt idx="8267">
                  <c:v>134.3757383017427</c:v>
                </c:pt>
                <c:pt idx="8268">
                  <c:v>174.89926381667814</c:v>
                </c:pt>
                <c:pt idx="8269">
                  <c:v>104.37380607864128</c:v>
                </c:pt>
                <c:pt idx="8270">
                  <c:v>88.67443445070806</c:v>
                </c:pt>
                <c:pt idx="8271">
                  <c:v>223.20321312080793</c:v>
                </c:pt>
                <c:pt idx="8272">
                  <c:v>247.9267044836806</c:v>
                </c:pt>
                <c:pt idx="8273">
                  <c:v>225.84520624132324</c:v>
                </c:pt>
                <c:pt idx="8274">
                  <c:v>133.4661852059287</c:v>
                </c:pt>
                <c:pt idx="8275">
                  <c:v>115.01797116442974</c:v>
                </c:pt>
                <c:pt idx="8276">
                  <c:v>223.851361983178</c:v>
                </c:pt>
                <c:pt idx="8277">
                  <c:v>131.11020038910772</c:v>
                </c:pt>
                <c:pt idx="8278">
                  <c:v>217.68300077067866</c:v>
                </c:pt>
                <c:pt idx="8279">
                  <c:v>233.71109012723755</c:v>
                </c:pt>
                <c:pt idx="8280">
                  <c:v>227.95086976400688</c:v>
                </c:pt>
                <c:pt idx="8281">
                  <c:v>247.7740027070662</c:v>
                </c:pt>
                <c:pt idx="8282">
                  <c:v>108.88645233325028</c:v>
                </c:pt>
                <c:pt idx="8283">
                  <c:v>272.5446129464989</c:v>
                </c:pt>
              </c:numCache>
            </c:numRef>
          </c:xVal>
          <c:yVal>
            <c:numRef>
              <c:f>Sheet1!$B$2:$B$8285</c:f>
              <c:numCache>
                <c:formatCode>General</c:formatCode>
                <c:ptCount val="8284"/>
                <c:pt idx="0">
                  <c:v>120.95945945945944</c:v>
                </c:pt>
                <c:pt idx="1">
                  <c:v>82.47311827956989</c:v>
                </c:pt>
                <c:pt idx="2">
                  <c:v>136.96491228070175</c:v>
                </c:pt>
                <c:pt idx="3">
                  <c:v>123.7391304347826</c:v>
                </c:pt>
                <c:pt idx="4">
                  <c:v>122.01030927835052</c:v>
                </c:pt>
                <c:pt idx="5">
                  <c:v>250.90983606557376</c:v>
                </c:pt>
                <c:pt idx="6">
                  <c:v>150.73076923076923</c:v>
                </c:pt>
                <c:pt idx="7">
                  <c:v>133.79861111111111</c:v>
                </c:pt>
                <c:pt idx="8">
                  <c:v>178.96919917864477</c:v>
                </c:pt>
                <c:pt idx="9">
                  <c:v>110.90789473684212</c:v>
                </c:pt>
                <c:pt idx="10">
                  <c:v>110.07843137254902</c:v>
                </c:pt>
                <c:pt idx="11">
                  <c:v>172.65263157894736</c:v>
                </c:pt>
                <c:pt idx="12">
                  <c:v>145.04</c:v>
                </c:pt>
                <c:pt idx="13">
                  <c:v>258.3099415204678</c:v>
                </c:pt>
                <c:pt idx="14">
                  <c:v>265.93888888888887</c:v>
                </c:pt>
                <c:pt idx="15">
                  <c:v>162.2264150943396</c:v>
                </c:pt>
                <c:pt idx="16">
                  <c:v>163.84347826086957</c:v>
                </c:pt>
                <c:pt idx="17">
                  <c:v>340.42533936651586</c:v>
                </c:pt>
                <c:pt idx="18">
                  <c:v>130.97058823529412</c:v>
                </c:pt>
                <c:pt idx="19">
                  <c:v>154.18493150684932</c:v>
                </c:pt>
                <c:pt idx="20">
                  <c:v>250.5</c:v>
                </c:pt>
                <c:pt idx="21">
                  <c:v>87.65957446808511</c:v>
                </c:pt>
                <c:pt idx="22">
                  <c:v>182.01408450704224</c:v>
                </c:pt>
                <c:pt idx="23">
                  <c:v>218.46987951807228</c:v>
                </c:pt>
                <c:pt idx="24">
                  <c:v>151.47272727272727</c:v>
                </c:pt>
                <c:pt idx="25">
                  <c:v>161.86552567237163</c:v>
                </c:pt>
                <c:pt idx="26">
                  <c:v>208.9278350515464</c:v>
                </c:pt>
                <c:pt idx="27">
                  <c:v>128.5718085106383</c:v>
                </c:pt>
                <c:pt idx="28">
                  <c:v>138.85669781931463</c:v>
                </c:pt>
                <c:pt idx="29">
                  <c:v>226.7926829268293</c:v>
                </c:pt>
                <c:pt idx="30">
                  <c:v>181.71666666666667</c:v>
                </c:pt>
                <c:pt idx="31">
                  <c:v>113.61333333333332</c:v>
                </c:pt>
                <c:pt idx="32">
                  <c:v>291.7234042553192</c:v>
                </c:pt>
                <c:pt idx="33">
                  <c:v>198.6428571428572</c:v>
                </c:pt>
                <c:pt idx="34">
                  <c:v>218.8</c:v>
                </c:pt>
                <c:pt idx="35">
                  <c:v>219.69767441860463</c:v>
                </c:pt>
                <c:pt idx="36">
                  <c:v>261.48837209302326</c:v>
                </c:pt>
                <c:pt idx="37">
                  <c:v>108.75757575757576</c:v>
                </c:pt>
                <c:pt idx="38">
                  <c:v>237.36013986013987</c:v>
                </c:pt>
                <c:pt idx="39">
                  <c:v>122.73846153846154</c:v>
                </c:pt>
                <c:pt idx="40">
                  <c:v>204.4040404040404</c:v>
                </c:pt>
                <c:pt idx="41">
                  <c:v>138.14</c:v>
                </c:pt>
                <c:pt idx="42">
                  <c:v>179.9318181818182</c:v>
                </c:pt>
                <c:pt idx="43">
                  <c:v>277.609756097561</c:v>
                </c:pt>
                <c:pt idx="44">
                  <c:v>312.3184523809524</c:v>
                </c:pt>
                <c:pt idx="45">
                  <c:v>114.9327731092437</c:v>
                </c:pt>
                <c:pt idx="46">
                  <c:v>117.515625</c:v>
                </c:pt>
                <c:pt idx="47">
                  <c:v>310.1757575757576</c:v>
                </c:pt>
                <c:pt idx="48">
                  <c:v>185.475</c:v>
                </c:pt>
                <c:pt idx="49">
                  <c:v>241.403611760205</c:v>
                </c:pt>
                <c:pt idx="50">
                  <c:v>252.4</c:v>
                </c:pt>
                <c:pt idx="51">
                  <c:v>228.8181818181818</c:v>
                </c:pt>
                <c:pt idx="52">
                  <c:v>289.4655172413793</c:v>
                </c:pt>
                <c:pt idx="53">
                  <c:v>165.62100456621005</c:v>
                </c:pt>
                <c:pt idx="54">
                  <c:v>196.12267657992564</c:v>
                </c:pt>
                <c:pt idx="55">
                  <c:v>233.2760180995475</c:v>
                </c:pt>
                <c:pt idx="56">
                  <c:v>207.8571428571429</c:v>
                </c:pt>
                <c:pt idx="57">
                  <c:v>236.7925925925926</c:v>
                </c:pt>
                <c:pt idx="58">
                  <c:v>221.015</c:v>
                </c:pt>
                <c:pt idx="59">
                  <c:v>164.3375</c:v>
                </c:pt>
                <c:pt idx="60">
                  <c:v>294.94736842105266</c:v>
                </c:pt>
                <c:pt idx="61">
                  <c:v>159.0</c:v>
                </c:pt>
                <c:pt idx="62">
                  <c:v>142.74358974358975</c:v>
                </c:pt>
                <c:pt idx="63">
                  <c:v>262.0886075949367</c:v>
                </c:pt>
                <c:pt idx="64">
                  <c:v>138.38636363636363</c:v>
                </c:pt>
                <c:pt idx="65">
                  <c:v>132.02325581395348</c:v>
                </c:pt>
                <c:pt idx="66">
                  <c:v>237.25</c:v>
                </c:pt>
                <c:pt idx="67">
                  <c:v>174.23248882265275</c:v>
                </c:pt>
                <c:pt idx="68">
                  <c:v>189.7027027027027</c:v>
                </c:pt>
                <c:pt idx="69">
                  <c:v>202.6086956521739</c:v>
                </c:pt>
                <c:pt idx="70">
                  <c:v>256.91620111731845</c:v>
                </c:pt>
                <c:pt idx="71">
                  <c:v>123.23417721518987</c:v>
                </c:pt>
                <c:pt idx="72">
                  <c:v>170.06976744186048</c:v>
                </c:pt>
                <c:pt idx="73">
                  <c:v>296.46753246753246</c:v>
                </c:pt>
                <c:pt idx="74">
                  <c:v>240.1034482758621</c:v>
                </c:pt>
                <c:pt idx="75">
                  <c:v>248.6140350877193</c:v>
                </c:pt>
                <c:pt idx="76">
                  <c:v>155.75257731958763</c:v>
                </c:pt>
                <c:pt idx="77">
                  <c:v>279.2439024390244</c:v>
                </c:pt>
                <c:pt idx="78">
                  <c:v>174.69064748201438</c:v>
                </c:pt>
                <c:pt idx="79">
                  <c:v>263.6233766233766</c:v>
                </c:pt>
                <c:pt idx="80">
                  <c:v>243.29166666666663</c:v>
                </c:pt>
                <c:pt idx="81">
                  <c:v>101.80208333333331</c:v>
                </c:pt>
                <c:pt idx="82">
                  <c:v>116.68</c:v>
                </c:pt>
                <c:pt idx="83">
                  <c:v>286.65714285714284</c:v>
                </c:pt>
                <c:pt idx="84">
                  <c:v>155.97560975609755</c:v>
                </c:pt>
                <c:pt idx="85">
                  <c:v>148.90721649484536</c:v>
                </c:pt>
                <c:pt idx="86">
                  <c:v>267.9117647058824</c:v>
                </c:pt>
                <c:pt idx="87">
                  <c:v>241.88888888888889</c:v>
                </c:pt>
                <c:pt idx="88">
                  <c:v>169.30666666666667</c:v>
                </c:pt>
                <c:pt idx="89">
                  <c:v>207.505016722408</c:v>
                </c:pt>
                <c:pt idx="90">
                  <c:v>212.8961038961039</c:v>
                </c:pt>
                <c:pt idx="91">
                  <c:v>127.36666666666666</c:v>
                </c:pt>
                <c:pt idx="92">
                  <c:v>167.51530612244898</c:v>
                </c:pt>
                <c:pt idx="93">
                  <c:v>170.51724137931035</c:v>
                </c:pt>
                <c:pt idx="94">
                  <c:v>190.0862068965517</c:v>
                </c:pt>
                <c:pt idx="95">
                  <c:v>224.56</c:v>
                </c:pt>
                <c:pt idx="96">
                  <c:v>212.76666666666668</c:v>
                </c:pt>
                <c:pt idx="97">
                  <c:v>162.0888888888889</c:v>
                </c:pt>
                <c:pt idx="98">
                  <c:v>186.03636363636363</c:v>
                </c:pt>
                <c:pt idx="99">
                  <c:v>132.28977272727272</c:v>
                </c:pt>
                <c:pt idx="100">
                  <c:v>213.8390804597701</c:v>
                </c:pt>
                <c:pt idx="101">
                  <c:v>87.66</c:v>
                </c:pt>
                <c:pt idx="102">
                  <c:v>156.62962962962962</c:v>
                </c:pt>
                <c:pt idx="103">
                  <c:v>118.6818181818182</c:v>
                </c:pt>
                <c:pt idx="104">
                  <c:v>149.68493150684932</c:v>
                </c:pt>
                <c:pt idx="105">
                  <c:v>263.9396551724138</c:v>
                </c:pt>
                <c:pt idx="106">
                  <c:v>135.67619047619047</c:v>
                </c:pt>
                <c:pt idx="107">
                  <c:v>204.30882352941177</c:v>
                </c:pt>
                <c:pt idx="108">
                  <c:v>234.6296296296296</c:v>
                </c:pt>
                <c:pt idx="109">
                  <c:v>124.18372703412074</c:v>
                </c:pt>
                <c:pt idx="110">
                  <c:v>316.5217391304348</c:v>
                </c:pt>
                <c:pt idx="111">
                  <c:v>217.95238095238096</c:v>
                </c:pt>
                <c:pt idx="112">
                  <c:v>180.6694560669456</c:v>
                </c:pt>
                <c:pt idx="113">
                  <c:v>239.3921568627451</c:v>
                </c:pt>
                <c:pt idx="114">
                  <c:v>115.14285714285714</c:v>
                </c:pt>
                <c:pt idx="115">
                  <c:v>224.02941176470588</c:v>
                </c:pt>
                <c:pt idx="116">
                  <c:v>170.15300546448088</c:v>
                </c:pt>
                <c:pt idx="117">
                  <c:v>297.07</c:v>
                </c:pt>
                <c:pt idx="118">
                  <c:v>111.96892655367232</c:v>
                </c:pt>
                <c:pt idx="119">
                  <c:v>213.34526854219948</c:v>
                </c:pt>
                <c:pt idx="120">
                  <c:v>234.0722891566265</c:v>
                </c:pt>
                <c:pt idx="121">
                  <c:v>100.80434782608695</c:v>
                </c:pt>
                <c:pt idx="122">
                  <c:v>158.21818181818182</c:v>
                </c:pt>
                <c:pt idx="123">
                  <c:v>271.0769230769231</c:v>
                </c:pt>
                <c:pt idx="124">
                  <c:v>259.5</c:v>
                </c:pt>
                <c:pt idx="125">
                  <c:v>182.65384615384616</c:v>
                </c:pt>
                <c:pt idx="126">
                  <c:v>239.1025641025641</c:v>
                </c:pt>
                <c:pt idx="127">
                  <c:v>280.2916666666667</c:v>
                </c:pt>
                <c:pt idx="128">
                  <c:v>269.3617021276596</c:v>
                </c:pt>
                <c:pt idx="129">
                  <c:v>128.327868852459</c:v>
                </c:pt>
                <c:pt idx="130">
                  <c:v>286.15</c:v>
                </c:pt>
                <c:pt idx="131">
                  <c:v>150.16537467700255</c:v>
                </c:pt>
                <c:pt idx="132">
                  <c:v>205.2394366197183</c:v>
                </c:pt>
                <c:pt idx="133">
                  <c:v>192.7894736842105</c:v>
                </c:pt>
                <c:pt idx="134">
                  <c:v>106.04255319148936</c:v>
                </c:pt>
                <c:pt idx="135">
                  <c:v>248.76666666666668</c:v>
                </c:pt>
                <c:pt idx="136">
                  <c:v>127.60714285714286</c:v>
                </c:pt>
                <c:pt idx="137">
                  <c:v>293.53508771929825</c:v>
                </c:pt>
                <c:pt idx="138">
                  <c:v>290.3177083333333</c:v>
                </c:pt>
                <c:pt idx="139">
                  <c:v>249.34013605442172</c:v>
                </c:pt>
                <c:pt idx="140">
                  <c:v>147.44</c:v>
                </c:pt>
                <c:pt idx="141">
                  <c:v>233.94827586206893</c:v>
                </c:pt>
                <c:pt idx="142">
                  <c:v>136.31428571428572</c:v>
                </c:pt>
                <c:pt idx="143">
                  <c:v>112.61428571428571</c:v>
                </c:pt>
                <c:pt idx="144">
                  <c:v>230.28571428571428</c:v>
                </c:pt>
                <c:pt idx="145">
                  <c:v>133.8806818181818</c:v>
                </c:pt>
                <c:pt idx="146">
                  <c:v>180.9387755102041</c:v>
                </c:pt>
                <c:pt idx="147">
                  <c:v>307.73713490959665</c:v>
                </c:pt>
                <c:pt idx="148">
                  <c:v>184.91925465838509</c:v>
                </c:pt>
                <c:pt idx="149">
                  <c:v>187.15686274509804</c:v>
                </c:pt>
                <c:pt idx="150">
                  <c:v>228.7195357833656</c:v>
                </c:pt>
                <c:pt idx="151">
                  <c:v>114.30105633802818</c:v>
                </c:pt>
                <c:pt idx="152">
                  <c:v>242.06976744186048</c:v>
                </c:pt>
                <c:pt idx="153">
                  <c:v>304.68992248062017</c:v>
                </c:pt>
                <c:pt idx="154">
                  <c:v>290.03588516746413</c:v>
                </c:pt>
                <c:pt idx="155">
                  <c:v>234.7859824780976</c:v>
                </c:pt>
                <c:pt idx="156">
                  <c:v>168.5939086294416</c:v>
                </c:pt>
                <c:pt idx="157">
                  <c:v>90.96</c:v>
                </c:pt>
                <c:pt idx="158">
                  <c:v>227.0340909090909</c:v>
                </c:pt>
                <c:pt idx="159">
                  <c:v>253.1680672268908</c:v>
                </c:pt>
                <c:pt idx="160">
                  <c:v>199.28474576271188</c:v>
                </c:pt>
                <c:pt idx="161">
                  <c:v>114.5108695652174</c:v>
                </c:pt>
                <c:pt idx="162">
                  <c:v>124.81623931623932</c:v>
                </c:pt>
                <c:pt idx="163">
                  <c:v>116.75</c:v>
                </c:pt>
                <c:pt idx="164">
                  <c:v>206.97752808988764</c:v>
                </c:pt>
                <c:pt idx="165">
                  <c:v>171.66666666666666</c:v>
                </c:pt>
                <c:pt idx="166">
                  <c:v>276.3828125</c:v>
                </c:pt>
                <c:pt idx="167">
                  <c:v>214.2560975609756</c:v>
                </c:pt>
                <c:pt idx="168">
                  <c:v>153.43243243243242</c:v>
                </c:pt>
                <c:pt idx="169">
                  <c:v>223.1818181818182</c:v>
                </c:pt>
                <c:pt idx="170">
                  <c:v>187.825</c:v>
                </c:pt>
                <c:pt idx="171">
                  <c:v>227.27272727272728</c:v>
                </c:pt>
                <c:pt idx="172">
                  <c:v>196.54883720930232</c:v>
                </c:pt>
                <c:pt idx="173">
                  <c:v>242.54929577464787</c:v>
                </c:pt>
                <c:pt idx="174">
                  <c:v>143.30275229357798</c:v>
                </c:pt>
                <c:pt idx="175">
                  <c:v>120.45569620253164</c:v>
                </c:pt>
                <c:pt idx="176">
                  <c:v>242.41129032258064</c:v>
                </c:pt>
                <c:pt idx="177">
                  <c:v>133.875</c:v>
                </c:pt>
                <c:pt idx="178">
                  <c:v>168.1264367816092</c:v>
                </c:pt>
                <c:pt idx="179">
                  <c:v>97.6738519212746</c:v>
                </c:pt>
                <c:pt idx="180">
                  <c:v>214.3409090909091</c:v>
                </c:pt>
                <c:pt idx="181">
                  <c:v>155.16071428571428</c:v>
                </c:pt>
                <c:pt idx="182">
                  <c:v>193.5126050420168</c:v>
                </c:pt>
                <c:pt idx="183">
                  <c:v>291.8407079646018</c:v>
                </c:pt>
                <c:pt idx="184">
                  <c:v>115.55238095238096</c:v>
                </c:pt>
                <c:pt idx="185">
                  <c:v>133.89473684210526</c:v>
                </c:pt>
                <c:pt idx="186">
                  <c:v>166.5142857142857</c:v>
                </c:pt>
                <c:pt idx="187">
                  <c:v>252.91056910569105</c:v>
                </c:pt>
                <c:pt idx="188">
                  <c:v>162.5897435897436</c:v>
                </c:pt>
                <c:pt idx="189">
                  <c:v>131.42857142857142</c:v>
                </c:pt>
                <c:pt idx="190">
                  <c:v>123.5952380952381</c:v>
                </c:pt>
                <c:pt idx="191">
                  <c:v>253.8196721311476</c:v>
                </c:pt>
                <c:pt idx="192">
                  <c:v>186.8802083333333</c:v>
                </c:pt>
                <c:pt idx="193">
                  <c:v>272.86238532110093</c:v>
                </c:pt>
                <c:pt idx="194">
                  <c:v>304.0035650623886</c:v>
                </c:pt>
                <c:pt idx="195">
                  <c:v>117.67961165048544</c:v>
                </c:pt>
                <c:pt idx="196">
                  <c:v>223.39344262295083</c:v>
                </c:pt>
                <c:pt idx="197">
                  <c:v>95.2</c:v>
                </c:pt>
                <c:pt idx="198">
                  <c:v>253.0</c:v>
                </c:pt>
                <c:pt idx="199">
                  <c:v>241.44</c:v>
                </c:pt>
                <c:pt idx="200">
                  <c:v>225.02941176470588</c:v>
                </c:pt>
                <c:pt idx="201">
                  <c:v>108.39759036144578</c:v>
                </c:pt>
                <c:pt idx="202">
                  <c:v>116.0655737704918</c:v>
                </c:pt>
                <c:pt idx="203">
                  <c:v>161.7826086956522</c:v>
                </c:pt>
                <c:pt idx="204">
                  <c:v>199.3333333333333</c:v>
                </c:pt>
                <c:pt idx="205">
                  <c:v>160.48809523809524</c:v>
                </c:pt>
                <c:pt idx="206">
                  <c:v>164.80645161290323</c:v>
                </c:pt>
                <c:pt idx="207">
                  <c:v>115.2046783625731</c:v>
                </c:pt>
                <c:pt idx="208">
                  <c:v>210.68571428571428</c:v>
                </c:pt>
                <c:pt idx="209">
                  <c:v>249.375</c:v>
                </c:pt>
                <c:pt idx="210">
                  <c:v>190.375</c:v>
                </c:pt>
                <c:pt idx="211">
                  <c:v>115.72649572649571</c:v>
                </c:pt>
                <c:pt idx="212">
                  <c:v>199.0681818181818</c:v>
                </c:pt>
                <c:pt idx="213">
                  <c:v>86.1219512195122</c:v>
                </c:pt>
                <c:pt idx="214">
                  <c:v>337.81848184818483</c:v>
                </c:pt>
                <c:pt idx="215">
                  <c:v>110.0909090909091</c:v>
                </c:pt>
                <c:pt idx="216">
                  <c:v>214.75</c:v>
                </c:pt>
                <c:pt idx="217">
                  <c:v>365.890625</c:v>
                </c:pt>
                <c:pt idx="218">
                  <c:v>229.2430555555556</c:v>
                </c:pt>
                <c:pt idx="219">
                  <c:v>216.4120879120879</c:v>
                </c:pt>
                <c:pt idx="220">
                  <c:v>257.1</c:v>
                </c:pt>
                <c:pt idx="221">
                  <c:v>292.2608695652174</c:v>
                </c:pt>
                <c:pt idx="222">
                  <c:v>237.5205479452055</c:v>
                </c:pt>
                <c:pt idx="223">
                  <c:v>207.280701754386</c:v>
                </c:pt>
                <c:pt idx="224">
                  <c:v>287.7567567567568</c:v>
                </c:pt>
                <c:pt idx="225">
                  <c:v>184.6377952755905</c:v>
                </c:pt>
                <c:pt idx="226">
                  <c:v>187.1237322515213</c:v>
                </c:pt>
                <c:pt idx="227">
                  <c:v>206.78899082568807</c:v>
                </c:pt>
                <c:pt idx="228">
                  <c:v>128.61428571428573</c:v>
                </c:pt>
                <c:pt idx="229">
                  <c:v>143.5</c:v>
                </c:pt>
                <c:pt idx="230">
                  <c:v>98.31168831168831</c:v>
                </c:pt>
                <c:pt idx="231">
                  <c:v>155.88636363636363</c:v>
                </c:pt>
                <c:pt idx="232">
                  <c:v>106.47872340425532</c:v>
                </c:pt>
                <c:pt idx="233">
                  <c:v>239.30666666666667</c:v>
                </c:pt>
                <c:pt idx="234">
                  <c:v>127.65833333333332</c:v>
                </c:pt>
                <c:pt idx="235">
                  <c:v>307.2516129032258</c:v>
                </c:pt>
                <c:pt idx="236">
                  <c:v>124.1346153846154</c:v>
                </c:pt>
                <c:pt idx="237">
                  <c:v>95.6279069767442</c:v>
                </c:pt>
                <c:pt idx="238">
                  <c:v>216.24137931034485</c:v>
                </c:pt>
                <c:pt idx="239">
                  <c:v>212.3333333333333</c:v>
                </c:pt>
                <c:pt idx="240">
                  <c:v>107.8974358974359</c:v>
                </c:pt>
                <c:pt idx="241">
                  <c:v>228.1951219512195</c:v>
                </c:pt>
                <c:pt idx="242">
                  <c:v>252.1484375</c:v>
                </c:pt>
                <c:pt idx="243">
                  <c:v>199.01114206128133</c:v>
                </c:pt>
                <c:pt idx="244">
                  <c:v>133.61904761904762</c:v>
                </c:pt>
                <c:pt idx="245">
                  <c:v>342.3380281690141</c:v>
                </c:pt>
                <c:pt idx="246">
                  <c:v>209.56637168141592</c:v>
                </c:pt>
                <c:pt idx="247">
                  <c:v>129.03184713375796</c:v>
                </c:pt>
                <c:pt idx="248">
                  <c:v>220.1190476190476</c:v>
                </c:pt>
                <c:pt idx="249">
                  <c:v>155.47703180212014</c:v>
                </c:pt>
                <c:pt idx="250">
                  <c:v>180.90625</c:v>
                </c:pt>
                <c:pt idx="251">
                  <c:v>125.40350877192982</c:v>
                </c:pt>
                <c:pt idx="252">
                  <c:v>164.2007722007722</c:v>
                </c:pt>
                <c:pt idx="253">
                  <c:v>179.70454545454547</c:v>
                </c:pt>
                <c:pt idx="254">
                  <c:v>177.77272727272728</c:v>
                </c:pt>
                <c:pt idx="255">
                  <c:v>129.5</c:v>
                </c:pt>
                <c:pt idx="256">
                  <c:v>207.48245614035088</c:v>
                </c:pt>
                <c:pt idx="257">
                  <c:v>246.2469135802469</c:v>
                </c:pt>
                <c:pt idx="258">
                  <c:v>206.79310344827587</c:v>
                </c:pt>
                <c:pt idx="259">
                  <c:v>95.35849056603772</c:v>
                </c:pt>
                <c:pt idx="260">
                  <c:v>295.9833333333333</c:v>
                </c:pt>
                <c:pt idx="261">
                  <c:v>107.10204081632654</c:v>
                </c:pt>
                <c:pt idx="262">
                  <c:v>268.542372881356</c:v>
                </c:pt>
                <c:pt idx="263">
                  <c:v>109.35</c:v>
                </c:pt>
                <c:pt idx="264">
                  <c:v>227.96774193548387</c:v>
                </c:pt>
                <c:pt idx="265">
                  <c:v>68.96096096096096</c:v>
                </c:pt>
                <c:pt idx="266">
                  <c:v>253.17241379310343</c:v>
                </c:pt>
                <c:pt idx="267">
                  <c:v>217.32857142857145</c:v>
                </c:pt>
                <c:pt idx="268">
                  <c:v>118.2718204488778</c:v>
                </c:pt>
                <c:pt idx="269">
                  <c:v>155.88571428571427</c:v>
                </c:pt>
                <c:pt idx="270">
                  <c:v>158.29166666666666</c:v>
                </c:pt>
                <c:pt idx="271">
                  <c:v>111.71379310344828</c:v>
                </c:pt>
                <c:pt idx="272">
                  <c:v>316.6470588235294</c:v>
                </c:pt>
                <c:pt idx="273">
                  <c:v>214.12345679012347</c:v>
                </c:pt>
                <c:pt idx="274">
                  <c:v>241.21917808219172</c:v>
                </c:pt>
                <c:pt idx="275">
                  <c:v>230.7872340425532</c:v>
                </c:pt>
                <c:pt idx="276">
                  <c:v>195.82539682539684</c:v>
                </c:pt>
                <c:pt idx="277">
                  <c:v>118.93661971830986</c:v>
                </c:pt>
                <c:pt idx="278">
                  <c:v>137.62424242424242</c:v>
                </c:pt>
                <c:pt idx="279">
                  <c:v>184.9882352941177</c:v>
                </c:pt>
                <c:pt idx="280">
                  <c:v>268.26</c:v>
                </c:pt>
                <c:pt idx="281">
                  <c:v>146.20689655172413</c:v>
                </c:pt>
                <c:pt idx="282">
                  <c:v>171.53164556962025</c:v>
                </c:pt>
                <c:pt idx="283">
                  <c:v>178.19736842105263</c:v>
                </c:pt>
                <c:pt idx="284">
                  <c:v>314.37150127226465</c:v>
                </c:pt>
                <c:pt idx="285">
                  <c:v>165.37078651685394</c:v>
                </c:pt>
                <c:pt idx="286">
                  <c:v>154.344</c:v>
                </c:pt>
                <c:pt idx="287">
                  <c:v>265.2105263157895</c:v>
                </c:pt>
                <c:pt idx="288">
                  <c:v>59.01709401709402</c:v>
                </c:pt>
                <c:pt idx="289">
                  <c:v>112.02733485193622</c:v>
                </c:pt>
                <c:pt idx="290">
                  <c:v>218.32</c:v>
                </c:pt>
                <c:pt idx="291">
                  <c:v>228.48809523809524</c:v>
                </c:pt>
                <c:pt idx="292">
                  <c:v>182.8</c:v>
                </c:pt>
                <c:pt idx="293">
                  <c:v>214.6086956521739</c:v>
                </c:pt>
                <c:pt idx="294">
                  <c:v>192.28191489361703</c:v>
                </c:pt>
                <c:pt idx="295">
                  <c:v>199.3260869565217</c:v>
                </c:pt>
                <c:pt idx="296">
                  <c:v>232.73584905660377</c:v>
                </c:pt>
                <c:pt idx="297">
                  <c:v>173.23333333333332</c:v>
                </c:pt>
                <c:pt idx="298">
                  <c:v>202.3333333333333</c:v>
                </c:pt>
                <c:pt idx="299">
                  <c:v>261.45098039215685</c:v>
                </c:pt>
                <c:pt idx="300">
                  <c:v>205.3121387283237</c:v>
                </c:pt>
                <c:pt idx="301">
                  <c:v>165.54580152671755</c:v>
                </c:pt>
                <c:pt idx="302">
                  <c:v>255.85454545454544</c:v>
                </c:pt>
                <c:pt idx="303">
                  <c:v>119.20833333333331</c:v>
                </c:pt>
                <c:pt idx="304">
                  <c:v>287.5762711864407</c:v>
                </c:pt>
                <c:pt idx="305">
                  <c:v>207.3</c:v>
                </c:pt>
                <c:pt idx="306">
                  <c:v>165.55614973262033</c:v>
                </c:pt>
                <c:pt idx="307">
                  <c:v>180.08348457350272</c:v>
                </c:pt>
                <c:pt idx="308">
                  <c:v>179.859375</c:v>
                </c:pt>
                <c:pt idx="309">
                  <c:v>136.8469387755102</c:v>
                </c:pt>
                <c:pt idx="310">
                  <c:v>100.69243421052632</c:v>
                </c:pt>
                <c:pt idx="311">
                  <c:v>102.93617021276596</c:v>
                </c:pt>
                <c:pt idx="312">
                  <c:v>167.10650887573965</c:v>
                </c:pt>
                <c:pt idx="313">
                  <c:v>255.19791666666663</c:v>
                </c:pt>
                <c:pt idx="314">
                  <c:v>154.33333333333334</c:v>
                </c:pt>
                <c:pt idx="315">
                  <c:v>308.3103448275862</c:v>
                </c:pt>
                <c:pt idx="316">
                  <c:v>188.8571428571429</c:v>
                </c:pt>
                <c:pt idx="317">
                  <c:v>227.8099173553719</c:v>
                </c:pt>
                <c:pt idx="318">
                  <c:v>227.71153846153845</c:v>
                </c:pt>
                <c:pt idx="319">
                  <c:v>129.15824915824916</c:v>
                </c:pt>
                <c:pt idx="320">
                  <c:v>147.80714285714285</c:v>
                </c:pt>
                <c:pt idx="321">
                  <c:v>72.1424375917768</c:v>
                </c:pt>
                <c:pt idx="322">
                  <c:v>164.644128113879</c:v>
                </c:pt>
                <c:pt idx="323">
                  <c:v>145.2375</c:v>
                </c:pt>
                <c:pt idx="324">
                  <c:v>174.38888888888889</c:v>
                </c:pt>
                <c:pt idx="325">
                  <c:v>171.8943396226415</c:v>
                </c:pt>
                <c:pt idx="326">
                  <c:v>282.46774193548384</c:v>
                </c:pt>
                <c:pt idx="327">
                  <c:v>274.52941176470586</c:v>
                </c:pt>
                <c:pt idx="328">
                  <c:v>140.03472222222223</c:v>
                </c:pt>
                <c:pt idx="329">
                  <c:v>237.0833333333333</c:v>
                </c:pt>
                <c:pt idx="330">
                  <c:v>142.203125</c:v>
                </c:pt>
                <c:pt idx="331">
                  <c:v>214.53020134228188</c:v>
                </c:pt>
                <c:pt idx="332">
                  <c:v>240.179104477612</c:v>
                </c:pt>
                <c:pt idx="333">
                  <c:v>234.1346153846154</c:v>
                </c:pt>
                <c:pt idx="334">
                  <c:v>286.8780487804878</c:v>
                </c:pt>
                <c:pt idx="335">
                  <c:v>84.88732394366197</c:v>
                </c:pt>
                <c:pt idx="336">
                  <c:v>277.0352422907489</c:v>
                </c:pt>
                <c:pt idx="337">
                  <c:v>254.79012345679013</c:v>
                </c:pt>
                <c:pt idx="338">
                  <c:v>114.40579710144928</c:v>
                </c:pt>
                <c:pt idx="339">
                  <c:v>211.65</c:v>
                </c:pt>
                <c:pt idx="340">
                  <c:v>178.95081967213116</c:v>
                </c:pt>
                <c:pt idx="341">
                  <c:v>254.4404761904762</c:v>
                </c:pt>
                <c:pt idx="342">
                  <c:v>280.03809523809525</c:v>
                </c:pt>
                <c:pt idx="343">
                  <c:v>147.97014925373134</c:v>
                </c:pt>
                <c:pt idx="344">
                  <c:v>104.71875</c:v>
                </c:pt>
                <c:pt idx="345">
                  <c:v>168.40645161290325</c:v>
                </c:pt>
                <c:pt idx="346">
                  <c:v>197.9604519774012</c:v>
                </c:pt>
                <c:pt idx="347">
                  <c:v>305.25</c:v>
                </c:pt>
                <c:pt idx="348">
                  <c:v>145.89523809523808</c:v>
                </c:pt>
                <c:pt idx="349">
                  <c:v>179.35344827586206</c:v>
                </c:pt>
                <c:pt idx="350">
                  <c:v>259.8301886792453</c:v>
                </c:pt>
                <c:pt idx="351">
                  <c:v>132.29861111111111</c:v>
                </c:pt>
                <c:pt idx="352">
                  <c:v>208.0314960629921</c:v>
                </c:pt>
                <c:pt idx="353">
                  <c:v>212.60912052117263</c:v>
                </c:pt>
                <c:pt idx="354">
                  <c:v>166.92307692307693</c:v>
                </c:pt>
                <c:pt idx="355">
                  <c:v>224.5609756097561</c:v>
                </c:pt>
                <c:pt idx="356">
                  <c:v>144.77611940298507</c:v>
                </c:pt>
                <c:pt idx="357">
                  <c:v>130.35507246376812</c:v>
                </c:pt>
                <c:pt idx="358">
                  <c:v>89.70833333333333</c:v>
                </c:pt>
                <c:pt idx="359">
                  <c:v>138.45222929936307</c:v>
                </c:pt>
                <c:pt idx="360">
                  <c:v>231.9111111111111</c:v>
                </c:pt>
                <c:pt idx="361">
                  <c:v>340.6898395721925</c:v>
                </c:pt>
                <c:pt idx="362">
                  <c:v>194.95238095238096</c:v>
                </c:pt>
                <c:pt idx="363">
                  <c:v>165.85365853658536</c:v>
                </c:pt>
                <c:pt idx="364">
                  <c:v>359.2287581699346</c:v>
                </c:pt>
                <c:pt idx="365">
                  <c:v>273.05263157894734</c:v>
                </c:pt>
                <c:pt idx="366">
                  <c:v>234.8205128205128</c:v>
                </c:pt>
                <c:pt idx="367">
                  <c:v>220.03571428571428</c:v>
                </c:pt>
                <c:pt idx="368">
                  <c:v>245.5443037974684</c:v>
                </c:pt>
                <c:pt idx="369">
                  <c:v>109.38172043010752</c:v>
                </c:pt>
                <c:pt idx="370">
                  <c:v>178.91525423728814</c:v>
                </c:pt>
                <c:pt idx="371">
                  <c:v>216.31632653061223</c:v>
                </c:pt>
                <c:pt idx="372">
                  <c:v>298.2023121387283</c:v>
                </c:pt>
                <c:pt idx="373">
                  <c:v>131.05141843971631</c:v>
                </c:pt>
                <c:pt idx="374">
                  <c:v>171.2680412371134</c:v>
                </c:pt>
                <c:pt idx="375">
                  <c:v>260.8958333333333</c:v>
                </c:pt>
                <c:pt idx="376">
                  <c:v>116.0</c:v>
                </c:pt>
                <c:pt idx="377">
                  <c:v>212.16483516483515</c:v>
                </c:pt>
                <c:pt idx="378">
                  <c:v>290.07142857142856</c:v>
                </c:pt>
                <c:pt idx="379">
                  <c:v>212.6086956521739</c:v>
                </c:pt>
                <c:pt idx="380">
                  <c:v>108.22826086956522</c:v>
                </c:pt>
                <c:pt idx="381">
                  <c:v>202.0375939849624</c:v>
                </c:pt>
                <c:pt idx="382">
                  <c:v>266.11764705882354</c:v>
                </c:pt>
                <c:pt idx="383">
                  <c:v>217.4197530864197</c:v>
                </c:pt>
                <c:pt idx="384">
                  <c:v>125.75</c:v>
                </c:pt>
                <c:pt idx="385">
                  <c:v>164.58333333333334</c:v>
                </c:pt>
                <c:pt idx="386">
                  <c:v>223.35621521335807</c:v>
                </c:pt>
                <c:pt idx="387">
                  <c:v>216.0</c:v>
                </c:pt>
                <c:pt idx="388">
                  <c:v>224.5862068965517</c:v>
                </c:pt>
                <c:pt idx="389">
                  <c:v>104.8867924528302</c:v>
                </c:pt>
                <c:pt idx="390">
                  <c:v>305.84104046242777</c:v>
                </c:pt>
                <c:pt idx="391">
                  <c:v>85.55072463768116</c:v>
                </c:pt>
                <c:pt idx="392">
                  <c:v>168.5909090909091</c:v>
                </c:pt>
                <c:pt idx="393">
                  <c:v>105.35687732342008</c:v>
                </c:pt>
                <c:pt idx="394">
                  <c:v>133.625</c:v>
                </c:pt>
                <c:pt idx="395">
                  <c:v>181.97297297297297</c:v>
                </c:pt>
                <c:pt idx="396">
                  <c:v>167.16</c:v>
                </c:pt>
                <c:pt idx="397">
                  <c:v>130.4193548387097</c:v>
                </c:pt>
                <c:pt idx="398">
                  <c:v>258.0169971671388</c:v>
                </c:pt>
                <c:pt idx="399">
                  <c:v>123.62222222222222</c:v>
                </c:pt>
                <c:pt idx="400">
                  <c:v>245.9795918367347</c:v>
                </c:pt>
                <c:pt idx="401">
                  <c:v>292.34</c:v>
                </c:pt>
                <c:pt idx="402">
                  <c:v>125.26829268292684</c:v>
                </c:pt>
                <c:pt idx="403">
                  <c:v>235.15</c:v>
                </c:pt>
                <c:pt idx="404">
                  <c:v>165.6011235955056</c:v>
                </c:pt>
                <c:pt idx="405">
                  <c:v>83.11111111111111</c:v>
                </c:pt>
                <c:pt idx="406">
                  <c:v>175.45762711864407</c:v>
                </c:pt>
                <c:pt idx="407">
                  <c:v>221.0</c:v>
                </c:pt>
                <c:pt idx="408">
                  <c:v>194.4406779661017</c:v>
                </c:pt>
                <c:pt idx="409">
                  <c:v>142.1315789473684</c:v>
                </c:pt>
                <c:pt idx="410">
                  <c:v>277.65615141955834</c:v>
                </c:pt>
                <c:pt idx="411">
                  <c:v>231.08</c:v>
                </c:pt>
                <c:pt idx="412">
                  <c:v>268.07142857142856</c:v>
                </c:pt>
                <c:pt idx="413">
                  <c:v>233.8815789473684</c:v>
                </c:pt>
                <c:pt idx="414">
                  <c:v>192.3333333333333</c:v>
                </c:pt>
                <c:pt idx="415">
                  <c:v>237.9479065168926</c:v>
                </c:pt>
                <c:pt idx="416">
                  <c:v>89.92481203007519</c:v>
                </c:pt>
                <c:pt idx="417">
                  <c:v>305.2153846153846</c:v>
                </c:pt>
                <c:pt idx="418">
                  <c:v>140.66129032258064</c:v>
                </c:pt>
                <c:pt idx="419">
                  <c:v>221.12345679012347</c:v>
                </c:pt>
                <c:pt idx="420">
                  <c:v>216.3968253968254</c:v>
                </c:pt>
                <c:pt idx="421">
                  <c:v>118.9330985915493</c:v>
                </c:pt>
                <c:pt idx="422">
                  <c:v>119.42222222222222</c:v>
                </c:pt>
                <c:pt idx="423">
                  <c:v>144.54166666666666</c:v>
                </c:pt>
                <c:pt idx="424">
                  <c:v>304.72727272727275</c:v>
                </c:pt>
                <c:pt idx="425">
                  <c:v>204.51445086705203</c:v>
                </c:pt>
                <c:pt idx="426">
                  <c:v>158.1</c:v>
                </c:pt>
                <c:pt idx="427">
                  <c:v>126.36</c:v>
                </c:pt>
                <c:pt idx="428">
                  <c:v>125.16666666666669</c:v>
                </c:pt>
                <c:pt idx="429">
                  <c:v>239.0198412698413</c:v>
                </c:pt>
                <c:pt idx="430">
                  <c:v>142.875</c:v>
                </c:pt>
                <c:pt idx="431">
                  <c:v>245.1951219512195</c:v>
                </c:pt>
                <c:pt idx="432">
                  <c:v>151.06172839506172</c:v>
                </c:pt>
                <c:pt idx="433">
                  <c:v>191.30882352941177</c:v>
                </c:pt>
                <c:pt idx="434">
                  <c:v>182.15942028985503</c:v>
                </c:pt>
                <c:pt idx="435">
                  <c:v>192.9291338582677</c:v>
                </c:pt>
                <c:pt idx="436">
                  <c:v>297.3047619047619</c:v>
                </c:pt>
                <c:pt idx="437">
                  <c:v>187.7692307692308</c:v>
                </c:pt>
                <c:pt idx="438">
                  <c:v>103.3</c:v>
                </c:pt>
                <c:pt idx="439">
                  <c:v>185.6705882352941</c:v>
                </c:pt>
                <c:pt idx="440">
                  <c:v>137.05</c:v>
                </c:pt>
                <c:pt idx="441">
                  <c:v>120.71052631578948</c:v>
                </c:pt>
                <c:pt idx="442">
                  <c:v>224.2688172043011</c:v>
                </c:pt>
                <c:pt idx="443">
                  <c:v>271.34090909090907</c:v>
                </c:pt>
                <c:pt idx="444">
                  <c:v>245.4496402877698</c:v>
                </c:pt>
                <c:pt idx="445">
                  <c:v>167.33333333333334</c:v>
                </c:pt>
                <c:pt idx="446">
                  <c:v>218.7209302325581</c:v>
                </c:pt>
                <c:pt idx="447">
                  <c:v>73.82795698924731</c:v>
                </c:pt>
                <c:pt idx="448">
                  <c:v>147.37078651685394</c:v>
                </c:pt>
                <c:pt idx="449">
                  <c:v>323.51575931232094</c:v>
                </c:pt>
                <c:pt idx="450">
                  <c:v>144.28185328185327</c:v>
                </c:pt>
                <c:pt idx="451">
                  <c:v>236.5</c:v>
                </c:pt>
                <c:pt idx="452">
                  <c:v>228.68166849615807</c:v>
                </c:pt>
                <c:pt idx="453">
                  <c:v>113.68604651162792</c:v>
                </c:pt>
                <c:pt idx="454">
                  <c:v>183.625</c:v>
                </c:pt>
                <c:pt idx="455">
                  <c:v>301.1904761904762</c:v>
                </c:pt>
                <c:pt idx="456">
                  <c:v>101.1279069767442</c:v>
                </c:pt>
                <c:pt idx="457">
                  <c:v>186.3538461538461</c:v>
                </c:pt>
                <c:pt idx="458">
                  <c:v>124.82758620689656</c:v>
                </c:pt>
                <c:pt idx="459">
                  <c:v>244.4</c:v>
                </c:pt>
                <c:pt idx="460">
                  <c:v>322.2857142857143</c:v>
                </c:pt>
                <c:pt idx="461">
                  <c:v>138.3846153846154</c:v>
                </c:pt>
                <c:pt idx="462">
                  <c:v>129.88888888888889</c:v>
                </c:pt>
                <c:pt idx="463">
                  <c:v>243.0560471976401</c:v>
                </c:pt>
                <c:pt idx="464">
                  <c:v>236.3958333333333</c:v>
                </c:pt>
                <c:pt idx="465">
                  <c:v>146.509900990099</c:v>
                </c:pt>
                <c:pt idx="466">
                  <c:v>164.4878048780488</c:v>
                </c:pt>
                <c:pt idx="467">
                  <c:v>269.25454545454545</c:v>
                </c:pt>
                <c:pt idx="468">
                  <c:v>169.80275229357798</c:v>
                </c:pt>
                <c:pt idx="469">
                  <c:v>229.42857142857144</c:v>
                </c:pt>
                <c:pt idx="470">
                  <c:v>115.83333333333331</c:v>
                </c:pt>
                <c:pt idx="471">
                  <c:v>251.57142857142856</c:v>
                </c:pt>
                <c:pt idx="472">
                  <c:v>263.12455516014234</c:v>
                </c:pt>
                <c:pt idx="473">
                  <c:v>317.11538461538464</c:v>
                </c:pt>
                <c:pt idx="474">
                  <c:v>141.39655172413794</c:v>
                </c:pt>
                <c:pt idx="475">
                  <c:v>211.6935483870968</c:v>
                </c:pt>
                <c:pt idx="476">
                  <c:v>161.03086419753086</c:v>
                </c:pt>
                <c:pt idx="477">
                  <c:v>172.1878453038674</c:v>
                </c:pt>
                <c:pt idx="478">
                  <c:v>180.9803921568628</c:v>
                </c:pt>
                <c:pt idx="479">
                  <c:v>118.3015873015873</c:v>
                </c:pt>
                <c:pt idx="480">
                  <c:v>213.34133333333327</c:v>
                </c:pt>
                <c:pt idx="481">
                  <c:v>210.99688473520249</c:v>
                </c:pt>
                <c:pt idx="482">
                  <c:v>104.98214285714286</c:v>
                </c:pt>
                <c:pt idx="483">
                  <c:v>208.21354166666663</c:v>
                </c:pt>
                <c:pt idx="484">
                  <c:v>204.7196261682243</c:v>
                </c:pt>
                <c:pt idx="485">
                  <c:v>118.75675675675676</c:v>
                </c:pt>
                <c:pt idx="486">
                  <c:v>283.72972972972974</c:v>
                </c:pt>
                <c:pt idx="487">
                  <c:v>282.85</c:v>
                </c:pt>
                <c:pt idx="488">
                  <c:v>177.7195767195767</c:v>
                </c:pt>
                <c:pt idx="489">
                  <c:v>121.3791348600509</c:v>
                </c:pt>
                <c:pt idx="490">
                  <c:v>283.3112582781457</c:v>
                </c:pt>
                <c:pt idx="491">
                  <c:v>232.53571428571428</c:v>
                </c:pt>
                <c:pt idx="492">
                  <c:v>152.25396825396825</c:v>
                </c:pt>
                <c:pt idx="493">
                  <c:v>187.22569444444449</c:v>
                </c:pt>
                <c:pt idx="494">
                  <c:v>235.20138888888889</c:v>
                </c:pt>
                <c:pt idx="495">
                  <c:v>209.25925925925927</c:v>
                </c:pt>
                <c:pt idx="496">
                  <c:v>183.5609756097561</c:v>
                </c:pt>
                <c:pt idx="497">
                  <c:v>253.07142857142856</c:v>
                </c:pt>
                <c:pt idx="498">
                  <c:v>305.8127659574468</c:v>
                </c:pt>
                <c:pt idx="499">
                  <c:v>173.7910447761194</c:v>
                </c:pt>
                <c:pt idx="500">
                  <c:v>259.6862745098039</c:v>
                </c:pt>
                <c:pt idx="501">
                  <c:v>295.4673913043478</c:v>
                </c:pt>
                <c:pt idx="502">
                  <c:v>169.1818181818182</c:v>
                </c:pt>
                <c:pt idx="503">
                  <c:v>197.6721649484536</c:v>
                </c:pt>
                <c:pt idx="504">
                  <c:v>254.35555555555555</c:v>
                </c:pt>
                <c:pt idx="505">
                  <c:v>220.9581395348837</c:v>
                </c:pt>
                <c:pt idx="506">
                  <c:v>240.80246913580248</c:v>
                </c:pt>
                <c:pt idx="507">
                  <c:v>151.83185840707964</c:v>
                </c:pt>
                <c:pt idx="508">
                  <c:v>296.6044776119403</c:v>
                </c:pt>
                <c:pt idx="509">
                  <c:v>94.94252873563218</c:v>
                </c:pt>
                <c:pt idx="510">
                  <c:v>100.53403141361257</c:v>
                </c:pt>
                <c:pt idx="511">
                  <c:v>231.9183673469388</c:v>
                </c:pt>
                <c:pt idx="512">
                  <c:v>118.3</c:v>
                </c:pt>
                <c:pt idx="513">
                  <c:v>166.1851851851852</c:v>
                </c:pt>
                <c:pt idx="514">
                  <c:v>126.67567567567568</c:v>
                </c:pt>
                <c:pt idx="515">
                  <c:v>139.62962962962962</c:v>
                </c:pt>
                <c:pt idx="516">
                  <c:v>101.74089068825911</c:v>
                </c:pt>
                <c:pt idx="517">
                  <c:v>337.71098265895955</c:v>
                </c:pt>
                <c:pt idx="518">
                  <c:v>119.23255813953487</c:v>
                </c:pt>
                <c:pt idx="519">
                  <c:v>225.3205128205128</c:v>
                </c:pt>
                <c:pt idx="520">
                  <c:v>235.6564885496184</c:v>
                </c:pt>
                <c:pt idx="521">
                  <c:v>223.2941176470588</c:v>
                </c:pt>
                <c:pt idx="522">
                  <c:v>116.27272727272728</c:v>
                </c:pt>
                <c:pt idx="523">
                  <c:v>240.2987012987013</c:v>
                </c:pt>
                <c:pt idx="524">
                  <c:v>199.81372549019608</c:v>
                </c:pt>
                <c:pt idx="525">
                  <c:v>243.68197879858656</c:v>
                </c:pt>
                <c:pt idx="526">
                  <c:v>214.7573964497041</c:v>
                </c:pt>
                <c:pt idx="527">
                  <c:v>257.6122448979592</c:v>
                </c:pt>
                <c:pt idx="528">
                  <c:v>158.12376237623764</c:v>
                </c:pt>
                <c:pt idx="529">
                  <c:v>245.73076923076923</c:v>
                </c:pt>
                <c:pt idx="530">
                  <c:v>237.94827586206893</c:v>
                </c:pt>
                <c:pt idx="531">
                  <c:v>256.4657534246575</c:v>
                </c:pt>
                <c:pt idx="532">
                  <c:v>291.27142857142854</c:v>
                </c:pt>
                <c:pt idx="533">
                  <c:v>129.68055555555554</c:v>
                </c:pt>
                <c:pt idx="534">
                  <c:v>193.3653846153846</c:v>
                </c:pt>
                <c:pt idx="535">
                  <c:v>110.84</c:v>
                </c:pt>
                <c:pt idx="536">
                  <c:v>104.12765957446808</c:v>
                </c:pt>
                <c:pt idx="537">
                  <c:v>142.45098039215685</c:v>
                </c:pt>
                <c:pt idx="538">
                  <c:v>221.16834170854275</c:v>
                </c:pt>
                <c:pt idx="539">
                  <c:v>201.03773584905665</c:v>
                </c:pt>
                <c:pt idx="540">
                  <c:v>121.93884892086332</c:v>
                </c:pt>
                <c:pt idx="541">
                  <c:v>135.35802469135805</c:v>
                </c:pt>
                <c:pt idx="542">
                  <c:v>189.8761061946903</c:v>
                </c:pt>
                <c:pt idx="543">
                  <c:v>243.1434782608696</c:v>
                </c:pt>
                <c:pt idx="544">
                  <c:v>246.26315789473685</c:v>
                </c:pt>
                <c:pt idx="545">
                  <c:v>315.9510204081633</c:v>
                </c:pt>
                <c:pt idx="546">
                  <c:v>273.7073170731707</c:v>
                </c:pt>
                <c:pt idx="547">
                  <c:v>119.2162162162162</c:v>
                </c:pt>
                <c:pt idx="548">
                  <c:v>179.35714285714286</c:v>
                </c:pt>
                <c:pt idx="549">
                  <c:v>280.48387096774195</c:v>
                </c:pt>
                <c:pt idx="550">
                  <c:v>168.1818181818182</c:v>
                </c:pt>
                <c:pt idx="551">
                  <c:v>247.2008733624454</c:v>
                </c:pt>
                <c:pt idx="552">
                  <c:v>129.38983050847455</c:v>
                </c:pt>
                <c:pt idx="553">
                  <c:v>148.6768558951965</c:v>
                </c:pt>
                <c:pt idx="554">
                  <c:v>224.3947368421053</c:v>
                </c:pt>
                <c:pt idx="555">
                  <c:v>261.967032967033</c:v>
                </c:pt>
                <c:pt idx="556">
                  <c:v>194.4</c:v>
                </c:pt>
                <c:pt idx="557">
                  <c:v>196.15413533834587</c:v>
                </c:pt>
                <c:pt idx="558">
                  <c:v>108.33663366336634</c:v>
                </c:pt>
                <c:pt idx="559">
                  <c:v>137.4</c:v>
                </c:pt>
                <c:pt idx="560">
                  <c:v>291.6842105263158</c:v>
                </c:pt>
                <c:pt idx="561">
                  <c:v>223.82954545454547</c:v>
                </c:pt>
                <c:pt idx="562">
                  <c:v>156.60377358490567</c:v>
                </c:pt>
                <c:pt idx="563">
                  <c:v>204.47222222222223</c:v>
                </c:pt>
                <c:pt idx="564">
                  <c:v>139.24444444444444</c:v>
                </c:pt>
                <c:pt idx="565">
                  <c:v>232.5625</c:v>
                </c:pt>
                <c:pt idx="566">
                  <c:v>133.66101694915255</c:v>
                </c:pt>
                <c:pt idx="567">
                  <c:v>325.9513513513514</c:v>
                </c:pt>
                <c:pt idx="568">
                  <c:v>245.39772727272728</c:v>
                </c:pt>
                <c:pt idx="569">
                  <c:v>141.2191011235955</c:v>
                </c:pt>
                <c:pt idx="570">
                  <c:v>253.3774834437086</c:v>
                </c:pt>
                <c:pt idx="571">
                  <c:v>206.6065573770492</c:v>
                </c:pt>
                <c:pt idx="572">
                  <c:v>151.88235294117646</c:v>
                </c:pt>
                <c:pt idx="573">
                  <c:v>119.08333333333331</c:v>
                </c:pt>
                <c:pt idx="574">
                  <c:v>162.69444444444446</c:v>
                </c:pt>
                <c:pt idx="575">
                  <c:v>115.03658536585364</c:v>
                </c:pt>
                <c:pt idx="576">
                  <c:v>183.14070351758795</c:v>
                </c:pt>
                <c:pt idx="577">
                  <c:v>296.4047619047619</c:v>
                </c:pt>
                <c:pt idx="578">
                  <c:v>223.35135135135133</c:v>
                </c:pt>
                <c:pt idx="579">
                  <c:v>113.13333333333334</c:v>
                </c:pt>
                <c:pt idx="580">
                  <c:v>100.64285714285714</c:v>
                </c:pt>
                <c:pt idx="581">
                  <c:v>176.4078947368421</c:v>
                </c:pt>
                <c:pt idx="582">
                  <c:v>232.1296296296296</c:v>
                </c:pt>
                <c:pt idx="583">
                  <c:v>261.0759493670886</c:v>
                </c:pt>
                <c:pt idx="584">
                  <c:v>135.2</c:v>
                </c:pt>
                <c:pt idx="585">
                  <c:v>281.07394366197184</c:v>
                </c:pt>
                <c:pt idx="586">
                  <c:v>155.66666666666666</c:v>
                </c:pt>
                <c:pt idx="587">
                  <c:v>196.7709923664122</c:v>
                </c:pt>
                <c:pt idx="588">
                  <c:v>274.9365558912387</c:v>
                </c:pt>
                <c:pt idx="589">
                  <c:v>241.2142857142857</c:v>
                </c:pt>
                <c:pt idx="590">
                  <c:v>241.1311475409836</c:v>
                </c:pt>
                <c:pt idx="591">
                  <c:v>193.83132530120483</c:v>
                </c:pt>
                <c:pt idx="592">
                  <c:v>190.9950738916256</c:v>
                </c:pt>
                <c:pt idx="593">
                  <c:v>164.55900621118013</c:v>
                </c:pt>
                <c:pt idx="594">
                  <c:v>176.04415584415585</c:v>
                </c:pt>
                <c:pt idx="595">
                  <c:v>148.4044750430293</c:v>
                </c:pt>
                <c:pt idx="596">
                  <c:v>207.6161971830986</c:v>
                </c:pt>
                <c:pt idx="597">
                  <c:v>134.6952380952381</c:v>
                </c:pt>
                <c:pt idx="598">
                  <c:v>307.6666666666667</c:v>
                </c:pt>
                <c:pt idx="599">
                  <c:v>216.7462686567164</c:v>
                </c:pt>
                <c:pt idx="600">
                  <c:v>167.96652719665272</c:v>
                </c:pt>
                <c:pt idx="601">
                  <c:v>156.54545454545453</c:v>
                </c:pt>
                <c:pt idx="602">
                  <c:v>228.77</c:v>
                </c:pt>
                <c:pt idx="603">
                  <c:v>217.5679012345679</c:v>
                </c:pt>
                <c:pt idx="604">
                  <c:v>261.8155080213904</c:v>
                </c:pt>
                <c:pt idx="605">
                  <c:v>164.79310344827587</c:v>
                </c:pt>
                <c:pt idx="606">
                  <c:v>158.54710144927537</c:v>
                </c:pt>
                <c:pt idx="607">
                  <c:v>115.4</c:v>
                </c:pt>
                <c:pt idx="608">
                  <c:v>176.68333333333334</c:v>
                </c:pt>
                <c:pt idx="609">
                  <c:v>187.2</c:v>
                </c:pt>
                <c:pt idx="610">
                  <c:v>216.2811059907834</c:v>
                </c:pt>
                <c:pt idx="611">
                  <c:v>229.7809523809524</c:v>
                </c:pt>
                <c:pt idx="612">
                  <c:v>259.4754098360656</c:v>
                </c:pt>
                <c:pt idx="613">
                  <c:v>241.01408450704224</c:v>
                </c:pt>
                <c:pt idx="614">
                  <c:v>161.7344827586207</c:v>
                </c:pt>
                <c:pt idx="615">
                  <c:v>35.57813246441057</c:v>
                </c:pt>
                <c:pt idx="616">
                  <c:v>191.2</c:v>
                </c:pt>
                <c:pt idx="617">
                  <c:v>86.921875</c:v>
                </c:pt>
                <c:pt idx="618">
                  <c:v>325.6463414634146</c:v>
                </c:pt>
                <c:pt idx="619">
                  <c:v>250.08490566037736</c:v>
                </c:pt>
                <c:pt idx="620">
                  <c:v>134.69811320754718</c:v>
                </c:pt>
                <c:pt idx="621">
                  <c:v>204.38805970149247</c:v>
                </c:pt>
                <c:pt idx="622">
                  <c:v>271.4095022624434</c:v>
                </c:pt>
                <c:pt idx="623">
                  <c:v>263.2121212121212</c:v>
                </c:pt>
                <c:pt idx="624">
                  <c:v>319.21693121693124</c:v>
                </c:pt>
                <c:pt idx="625">
                  <c:v>278.9674796747967</c:v>
                </c:pt>
                <c:pt idx="626">
                  <c:v>228.3267326732673</c:v>
                </c:pt>
                <c:pt idx="627">
                  <c:v>199.4918032786885</c:v>
                </c:pt>
                <c:pt idx="628">
                  <c:v>348.46909090909094</c:v>
                </c:pt>
                <c:pt idx="629">
                  <c:v>217.1355013550136</c:v>
                </c:pt>
                <c:pt idx="630">
                  <c:v>146.09876543209876</c:v>
                </c:pt>
                <c:pt idx="631">
                  <c:v>114.25174825174824</c:v>
                </c:pt>
                <c:pt idx="632">
                  <c:v>177.48618784530387</c:v>
                </c:pt>
                <c:pt idx="633">
                  <c:v>233.90196078431373</c:v>
                </c:pt>
                <c:pt idx="634">
                  <c:v>266.15</c:v>
                </c:pt>
                <c:pt idx="635">
                  <c:v>269.13461538461536</c:v>
                </c:pt>
                <c:pt idx="636">
                  <c:v>104.14814814814817</c:v>
                </c:pt>
                <c:pt idx="637">
                  <c:v>135.85714285714286</c:v>
                </c:pt>
                <c:pt idx="638">
                  <c:v>304.5208333333333</c:v>
                </c:pt>
                <c:pt idx="639">
                  <c:v>132.3421052631579</c:v>
                </c:pt>
                <c:pt idx="640">
                  <c:v>157.19736842105263</c:v>
                </c:pt>
                <c:pt idx="641">
                  <c:v>151.0</c:v>
                </c:pt>
                <c:pt idx="642">
                  <c:v>249.6551724137931</c:v>
                </c:pt>
                <c:pt idx="643">
                  <c:v>254.63636363636363</c:v>
                </c:pt>
                <c:pt idx="644">
                  <c:v>171.26666666666668</c:v>
                </c:pt>
                <c:pt idx="645">
                  <c:v>143.51685393258427</c:v>
                </c:pt>
                <c:pt idx="646">
                  <c:v>207.3333333333333</c:v>
                </c:pt>
                <c:pt idx="647">
                  <c:v>328.02255639097746</c:v>
                </c:pt>
                <c:pt idx="648">
                  <c:v>104.82142857142856</c:v>
                </c:pt>
                <c:pt idx="649">
                  <c:v>232.19634703196348</c:v>
                </c:pt>
                <c:pt idx="650">
                  <c:v>206.93478260869568</c:v>
                </c:pt>
                <c:pt idx="651">
                  <c:v>278.125</c:v>
                </c:pt>
                <c:pt idx="652">
                  <c:v>215.68421052631572</c:v>
                </c:pt>
                <c:pt idx="653">
                  <c:v>99.40314136125654</c:v>
                </c:pt>
                <c:pt idx="654">
                  <c:v>232.5</c:v>
                </c:pt>
                <c:pt idx="655">
                  <c:v>230.70813397129183</c:v>
                </c:pt>
                <c:pt idx="656">
                  <c:v>57.910714285714285</c:v>
                </c:pt>
                <c:pt idx="657">
                  <c:v>322.8723404255319</c:v>
                </c:pt>
                <c:pt idx="658">
                  <c:v>145.23076923076923</c:v>
                </c:pt>
                <c:pt idx="659">
                  <c:v>188.72566371681413</c:v>
                </c:pt>
                <c:pt idx="660">
                  <c:v>170.2469135802469</c:v>
                </c:pt>
                <c:pt idx="661">
                  <c:v>210.0683229813665</c:v>
                </c:pt>
                <c:pt idx="662">
                  <c:v>212.3095238095238</c:v>
                </c:pt>
                <c:pt idx="663">
                  <c:v>293.57142857142856</c:v>
                </c:pt>
                <c:pt idx="664">
                  <c:v>275.7692307692308</c:v>
                </c:pt>
                <c:pt idx="665">
                  <c:v>252.1384615384616</c:v>
                </c:pt>
                <c:pt idx="666">
                  <c:v>287.475</c:v>
                </c:pt>
                <c:pt idx="667">
                  <c:v>259.7692307692308</c:v>
                </c:pt>
                <c:pt idx="668">
                  <c:v>113.52173913043478</c:v>
                </c:pt>
                <c:pt idx="669">
                  <c:v>178.9611111111111</c:v>
                </c:pt>
                <c:pt idx="670">
                  <c:v>264.9404761904762</c:v>
                </c:pt>
                <c:pt idx="671">
                  <c:v>144.0</c:v>
                </c:pt>
                <c:pt idx="672">
                  <c:v>225.9705882352941</c:v>
                </c:pt>
                <c:pt idx="673">
                  <c:v>331.82758620689657</c:v>
                </c:pt>
                <c:pt idx="674">
                  <c:v>98.95400788436268</c:v>
                </c:pt>
                <c:pt idx="675">
                  <c:v>206.9406779661017</c:v>
                </c:pt>
                <c:pt idx="676">
                  <c:v>189.1071428571429</c:v>
                </c:pt>
                <c:pt idx="677">
                  <c:v>221.05281690140845</c:v>
                </c:pt>
                <c:pt idx="678">
                  <c:v>130.33333333333334</c:v>
                </c:pt>
                <c:pt idx="679">
                  <c:v>112.0</c:v>
                </c:pt>
                <c:pt idx="680">
                  <c:v>258.4</c:v>
                </c:pt>
                <c:pt idx="681">
                  <c:v>277.6825396825397</c:v>
                </c:pt>
                <c:pt idx="682">
                  <c:v>250.02549575070825</c:v>
                </c:pt>
                <c:pt idx="683">
                  <c:v>208.425</c:v>
                </c:pt>
                <c:pt idx="684">
                  <c:v>110.21428571428572</c:v>
                </c:pt>
                <c:pt idx="685">
                  <c:v>214.85185185185185</c:v>
                </c:pt>
                <c:pt idx="686">
                  <c:v>100.0</c:v>
                </c:pt>
                <c:pt idx="687">
                  <c:v>298.1496062992126</c:v>
                </c:pt>
                <c:pt idx="688">
                  <c:v>303.5603448275862</c:v>
                </c:pt>
                <c:pt idx="689">
                  <c:v>267.8727272727273</c:v>
                </c:pt>
                <c:pt idx="690">
                  <c:v>284.9258517034068</c:v>
                </c:pt>
                <c:pt idx="691">
                  <c:v>100.3859649122807</c:v>
                </c:pt>
                <c:pt idx="692">
                  <c:v>245.9655172413793</c:v>
                </c:pt>
                <c:pt idx="693">
                  <c:v>99.8108108108108</c:v>
                </c:pt>
                <c:pt idx="694">
                  <c:v>84.26344086021506</c:v>
                </c:pt>
                <c:pt idx="695">
                  <c:v>159.82456140350877</c:v>
                </c:pt>
                <c:pt idx="696">
                  <c:v>125.17391304347828</c:v>
                </c:pt>
                <c:pt idx="697">
                  <c:v>162.1958762886598</c:v>
                </c:pt>
                <c:pt idx="698">
                  <c:v>255.3360655737705</c:v>
                </c:pt>
                <c:pt idx="699">
                  <c:v>169.75</c:v>
                </c:pt>
                <c:pt idx="700">
                  <c:v>95.73611111111111</c:v>
                </c:pt>
                <c:pt idx="701">
                  <c:v>112.28131416837782</c:v>
                </c:pt>
                <c:pt idx="702">
                  <c:v>93.19736842105264</c:v>
                </c:pt>
                <c:pt idx="703">
                  <c:v>115.27450980392156</c:v>
                </c:pt>
                <c:pt idx="704">
                  <c:v>133.37894736842105</c:v>
                </c:pt>
                <c:pt idx="705">
                  <c:v>161.28</c:v>
                </c:pt>
                <c:pt idx="706">
                  <c:v>232.9766081871345</c:v>
                </c:pt>
                <c:pt idx="707">
                  <c:v>307.24444444444447</c:v>
                </c:pt>
                <c:pt idx="708">
                  <c:v>203.5283018867925</c:v>
                </c:pt>
                <c:pt idx="709">
                  <c:v>175.09565217391304</c:v>
                </c:pt>
                <c:pt idx="710">
                  <c:v>221.36199095022624</c:v>
                </c:pt>
                <c:pt idx="711">
                  <c:v>144.0</c:v>
                </c:pt>
                <c:pt idx="712">
                  <c:v>127.58219178082192</c:v>
                </c:pt>
                <c:pt idx="713">
                  <c:v>281.3375</c:v>
                </c:pt>
                <c:pt idx="714">
                  <c:v>128.58510638297872</c:v>
                </c:pt>
                <c:pt idx="715">
                  <c:v>233.67605633802816</c:v>
                </c:pt>
                <c:pt idx="716">
                  <c:v>188.72289156626505</c:v>
                </c:pt>
                <c:pt idx="717">
                  <c:v>137.34545454545454</c:v>
                </c:pt>
                <c:pt idx="718">
                  <c:v>31.18202642905836</c:v>
                </c:pt>
                <c:pt idx="719">
                  <c:v>248.98969072164948</c:v>
                </c:pt>
                <c:pt idx="720">
                  <c:v>104.50797872340424</c:v>
                </c:pt>
                <c:pt idx="721">
                  <c:v>117.6822429906542</c:v>
                </c:pt>
                <c:pt idx="722">
                  <c:v>249.54065040650408</c:v>
                </c:pt>
                <c:pt idx="723">
                  <c:v>178.61</c:v>
                </c:pt>
                <c:pt idx="724">
                  <c:v>94.97333333333331</c:v>
                </c:pt>
                <c:pt idx="725">
                  <c:v>226.8404255319149</c:v>
                </c:pt>
                <c:pt idx="726">
                  <c:v>155.23214285714286</c:v>
                </c:pt>
                <c:pt idx="727">
                  <c:v>250.0</c:v>
                </c:pt>
                <c:pt idx="728">
                  <c:v>194.6046511627907</c:v>
                </c:pt>
                <c:pt idx="729">
                  <c:v>173.88372093023256</c:v>
                </c:pt>
                <c:pt idx="730">
                  <c:v>181.7878787878788</c:v>
                </c:pt>
                <c:pt idx="731">
                  <c:v>257.5174825174825</c:v>
                </c:pt>
                <c:pt idx="732">
                  <c:v>110.07692307692308</c:v>
                </c:pt>
                <c:pt idx="733">
                  <c:v>257.6161616161616</c:v>
                </c:pt>
                <c:pt idx="734">
                  <c:v>140.9</c:v>
                </c:pt>
                <c:pt idx="735">
                  <c:v>119.375</c:v>
                </c:pt>
                <c:pt idx="736">
                  <c:v>164.06501547987617</c:v>
                </c:pt>
                <c:pt idx="737">
                  <c:v>250.02439024390245</c:v>
                </c:pt>
                <c:pt idx="738">
                  <c:v>125.09243697478992</c:v>
                </c:pt>
                <c:pt idx="739">
                  <c:v>101.171875</c:v>
                </c:pt>
                <c:pt idx="740">
                  <c:v>216.3939393939394</c:v>
                </c:pt>
                <c:pt idx="741">
                  <c:v>202.775</c:v>
                </c:pt>
                <c:pt idx="742">
                  <c:v>113.29166666666669</c:v>
                </c:pt>
                <c:pt idx="743">
                  <c:v>206.025</c:v>
                </c:pt>
                <c:pt idx="744">
                  <c:v>223.66666666666663</c:v>
                </c:pt>
                <c:pt idx="745">
                  <c:v>228.98275862068965</c:v>
                </c:pt>
                <c:pt idx="746">
                  <c:v>81.83561643835617</c:v>
                </c:pt>
                <c:pt idx="747">
                  <c:v>108.97397769516728</c:v>
                </c:pt>
                <c:pt idx="748">
                  <c:v>195.26470588235293</c:v>
                </c:pt>
                <c:pt idx="749">
                  <c:v>229.6820276497696</c:v>
                </c:pt>
                <c:pt idx="750">
                  <c:v>196.9185185185185</c:v>
                </c:pt>
                <c:pt idx="751">
                  <c:v>181.195</c:v>
                </c:pt>
                <c:pt idx="752">
                  <c:v>130.0125</c:v>
                </c:pt>
                <c:pt idx="753">
                  <c:v>260.35526315789474</c:v>
                </c:pt>
                <c:pt idx="754">
                  <c:v>186.68571428571428</c:v>
                </c:pt>
                <c:pt idx="755">
                  <c:v>91.82051282051282</c:v>
                </c:pt>
                <c:pt idx="756">
                  <c:v>187.5696202531645</c:v>
                </c:pt>
                <c:pt idx="757">
                  <c:v>83.5</c:v>
                </c:pt>
                <c:pt idx="758">
                  <c:v>116.72674418604652</c:v>
                </c:pt>
                <c:pt idx="759">
                  <c:v>298.45454545454544</c:v>
                </c:pt>
                <c:pt idx="760">
                  <c:v>192.71087928464976</c:v>
                </c:pt>
                <c:pt idx="761">
                  <c:v>257.8378378378378</c:v>
                </c:pt>
                <c:pt idx="762">
                  <c:v>141.47826086956522</c:v>
                </c:pt>
                <c:pt idx="763">
                  <c:v>245.268156424581</c:v>
                </c:pt>
                <c:pt idx="764">
                  <c:v>126.65822784810126</c:v>
                </c:pt>
                <c:pt idx="765">
                  <c:v>175.8139534883721</c:v>
                </c:pt>
                <c:pt idx="766">
                  <c:v>219.86580086580088</c:v>
                </c:pt>
                <c:pt idx="767">
                  <c:v>236.27586206896552</c:v>
                </c:pt>
                <c:pt idx="768">
                  <c:v>152.21052631578948</c:v>
                </c:pt>
                <c:pt idx="769">
                  <c:v>91.27835051546391</c:v>
                </c:pt>
                <c:pt idx="770">
                  <c:v>271.8536585365854</c:v>
                </c:pt>
                <c:pt idx="771">
                  <c:v>165.8273381294964</c:v>
                </c:pt>
                <c:pt idx="772">
                  <c:v>281.4805194805195</c:v>
                </c:pt>
                <c:pt idx="773">
                  <c:v>197.84722222222223</c:v>
                </c:pt>
                <c:pt idx="774">
                  <c:v>91.07291666666669</c:v>
                </c:pt>
                <c:pt idx="775">
                  <c:v>111.13333333333334</c:v>
                </c:pt>
                <c:pt idx="776">
                  <c:v>314.9428571428571</c:v>
                </c:pt>
                <c:pt idx="777">
                  <c:v>99.09756097560977</c:v>
                </c:pt>
                <c:pt idx="778">
                  <c:v>128.24742268041237</c:v>
                </c:pt>
                <c:pt idx="779">
                  <c:v>248.7941176470588</c:v>
                </c:pt>
                <c:pt idx="780">
                  <c:v>162.69444444444446</c:v>
                </c:pt>
                <c:pt idx="781">
                  <c:v>154.22666666666666</c:v>
                </c:pt>
                <c:pt idx="782">
                  <c:v>184.0735785953177</c:v>
                </c:pt>
                <c:pt idx="783">
                  <c:v>209.3896103896104</c:v>
                </c:pt>
                <c:pt idx="784">
                  <c:v>125.26666666666668</c:v>
                </c:pt>
                <c:pt idx="785">
                  <c:v>159.08673469387756</c:v>
                </c:pt>
                <c:pt idx="786">
                  <c:v>136.41379310344828</c:v>
                </c:pt>
                <c:pt idx="787">
                  <c:v>169.29310344827587</c:v>
                </c:pt>
                <c:pt idx="788">
                  <c:v>241.06</c:v>
                </c:pt>
                <c:pt idx="789">
                  <c:v>174.46666666666667</c:v>
                </c:pt>
                <c:pt idx="790">
                  <c:v>171.24444444444444</c:v>
                </c:pt>
                <c:pt idx="791">
                  <c:v>136.38181818181818</c:v>
                </c:pt>
                <c:pt idx="792">
                  <c:v>107.9659090909091</c:v>
                </c:pt>
                <c:pt idx="793">
                  <c:v>196.1379310344828</c:v>
                </c:pt>
                <c:pt idx="794">
                  <c:v>109.64</c:v>
                </c:pt>
                <c:pt idx="795">
                  <c:v>154.4814814814815</c:v>
                </c:pt>
                <c:pt idx="796">
                  <c:v>122.72727272727272</c:v>
                </c:pt>
                <c:pt idx="797">
                  <c:v>146.83561643835617</c:v>
                </c:pt>
                <c:pt idx="798">
                  <c:v>219.75</c:v>
                </c:pt>
                <c:pt idx="799">
                  <c:v>155.2</c:v>
                </c:pt>
                <c:pt idx="800">
                  <c:v>120.42647058823528</c:v>
                </c:pt>
                <c:pt idx="801">
                  <c:v>207.3703703703704</c:v>
                </c:pt>
                <c:pt idx="802">
                  <c:v>124.23359580052494</c:v>
                </c:pt>
                <c:pt idx="803">
                  <c:v>192.7936507936508</c:v>
                </c:pt>
                <c:pt idx="804">
                  <c:v>173.32217573221757</c:v>
                </c:pt>
                <c:pt idx="805">
                  <c:v>237.80392156862743</c:v>
                </c:pt>
                <c:pt idx="806">
                  <c:v>153.6122448979592</c:v>
                </c:pt>
                <c:pt idx="807">
                  <c:v>181.2941176470588</c:v>
                </c:pt>
                <c:pt idx="808">
                  <c:v>135.4262295081967</c:v>
                </c:pt>
                <c:pt idx="809">
                  <c:v>279.92</c:v>
                </c:pt>
                <c:pt idx="810">
                  <c:v>124.8135593220339</c:v>
                </c:pt>
                <c:pt idx="811">
                  <c:v>131.44501278772378</c:v>
                </c:pt>
                <c:pt idx="812">
                  <c:v>222.57831325301208</c:v>
                </c:pt>
                <c:pt idx="813">
                  <c:v>112.30434782608695</c:v>
                </c:pt>
                <c:pt idx="814">
                  <c:v>150.87272727272727</c:v>
                </c:pt>
                <c:pt idx="815">
                  <c:v>229.42307692307693</c:v>
                </c:pt>
                <c:pt idx="816">
                  <c:v>312.2307692307692</c:v>
                </c:pt>
                <c:pt idx="817">
                  <c:v>151.39819004524887</c:v>
                </c:pt>
                <c:pt idx="818">
                  <c:v>250.23076923076923</c:v>
                </c:pt>
                <c:pt idx="819">
                  <c:v>244.8455882352941</c:v>
                </c:pt>
                <c:pt idx="820">
                  <c:v>280.8510638297872</c:v>
                </c:pt>
                <c:pt idx="821">
                  <c:v>115.4344262295082</c:v>
                </c:pt>
                <c:pt idx="822">
                  <c:v>248.95</c:v>
                </c:pt>
                <c:pt idx="823">
                  <c:v>121.3720930232558</c:v>
                </c:pt>
                <c:pt idx="824">
                  <c:v>277.61971830985914</c:v>
                </c:pt>
                <c:pt idx="825">
                  <c:v>160.57894736842104</c:v>
                </c:pt>
                <c:pt idx="826">
                  <c:v>97.8936170212766</c:v>
                </c:pt>
                <c:pt idx="827">
                  <c:v>214.0</c:v>
                </c:pt>
                <c:pt idx="828">
                  <c:v>169.76190476190476</c:v>
                </c:pt>
                <c:pt idx="829">
                  <c:v>277.0877192982456</c:v>
                </c:pt>
                <c:pt idx="830">
                  <c:v>232.63541666666663</c:v>
                </c:pt>
                <c:pt idx="831">
                  <c:v>256.3775510204082</c:v>
                </c:pt>
                <c:pt idx="832">
                  <c:v>91.58</c:v>
                </c:pt>
                <c:pt idx="833">
                  <c:v>211.56896551724137</c:v>
                </c:pt>
                <c:pt idx="834">
                  <c:v>142.62857142857143</c:v>
                </c:pt>
                <c:pt idx="835">
                  <c:v>95.24285714285716</c:v>
                </c:pt>
                <c:pt idx="836">
                  <c:v>200.57142857142856</c:v>
                </c:pt>
                <c:pt idx="837">
                  <c:v>122.00710227272728</c:v>
                </c:pt>
                <c:pt idx="838">
                  <c:v>170.08163265306123</c:v>
                </c:pt>
                <c:pt idx="839">
                  <c:v>243.4186369958276</c:v>
                </c:pt>
                <c:pt idx="840">
                  <c:v>155.72049689440993</c:v>
                </c:pt>
                <c:pt idx="841">
                  <c:v>110.94117647058825</c:v>
                </c:pt>
                <c:pt idx="842">
                  <c:v>247.3926499032882</c:v>
                </c:pt>
                <c:pt idx="843">
                  <c:v>75.19718309859155</c:v>
                </c:pt>
                <c:pt idx="844">
                  <c:v>222.0</c:v>
                </c:pt>
                <c:pt idx="845">
                  <c:v>298.1240310077519</c:v>
                </c:pt>
                <c:pt idx="846">
                  <c:v>288.2488038277512</c:v>
                </c:pt>
                <c:pt idx="847">
                  <c:v>238.34793491864832</c:v>
                </c:pt>
                <c:pt idx="848">
                  <c:v>113.8527918781726</c:v>
                </c:pt>
                <c:pt idx="849">
                  <c:v>129.24</c:v>
                </c:pt>
                <c:pt idx="850">
                  <c:v>236.64772727272728</c:v>
                </c:pt>
                <c:pt idx="851">
                  <c:v>278.00840336134456</c:v>
                </c:pt>
                <c:pt idx="852">
                  <c:v>187.25762711864408</c:v>
                </c:pt>
                <c:pt idx="853">
                  <c:v>133.7445652173913</c:v>
                </c:pt>
                <c:pt idx="854">
                  <c:v>122.491452991453</c:v>
                </c:pt>
                <c:pt idx="855">
                  <c:v>99.89285714285714</c:v>
                </c:pt>
                <c:pt idx="856">
                  <c:v>185.4179775280899</c:v>
                </c:pt>
                <c:pt idx="857">
                  <c:v>180.04761904761904</c:v>
                </c:pt>
                <c:pt idx="858">
                  <c:v>285.9609375</c:v>
                </c:pt>
                <c:pt idx="859">
                  <c:v>238.890243902439</c:v>
                </c:pt>
                <c:pt idx="860">
                  <c:v>149.86486486486487</c:v>
                </c:pt>
                <c:pt idx="861">
                  <c:v>193.25</c:v>
                </c:pt>
                <c:pt idx="862">
                  <c:v>95.875</c:v>
                </c:pt>
                <c:pt idx="863">
                  <c:v>174.7459807073955</c:v>
                </c:pt>
                <c:pt idx="864">
                  <c:v>185.5681818181818</c:v>
                </c:pt>
                <c:pt idx="865">
                  <c:v>327.3372093023256</c:v>
                </c:pt>
                <c:pt idx="866">
                  <c:v>252.6384976525821</c:v>
                </c:pt>
                <c:pt idx="867">
                  <c:v>124.04587155963304</c:v>
                </c:pt>
                <c:pt idx="868">
                  <c:v>100.126582278481</c:v>
                </c:pt>
                <c:pt idx="869">
                  <c:v>266.4233870967742</c:v>
                </c:pt>
                <c:pt idx="870">
                  <c:v>113.725</c:v>
                </c:pt>
                <c:pt idx="871">
                  <c:v>128.11494252873564</c:v>
                </c:pt>
                <c:pt idx="872">
                  <c:v>109.89034676663545</c:v>
                </c:pt>
                <c:pt idx="873">
                  <c:v>174.0681818181818</c:v>
                </c:pt>
                <c:pt idx="874">
                  <c:v>114.96428571428572</c:v>
                </c:pt>
                <c:pt idx="875">
                  <c:v>202.57142857142856</c:v>
                </c:pt>
                <c:pt idx="876">
                  <c:v>328.8053097345133</c:v>
                </c:pt>
                <c:pt idx="877">
                  <c:v>77.11428571428571</c:v>
                </c:pt>
                <c:pt idx="878">
                  <c:v>104.95065789473684</c:v>
                </c:pt>
                <c:pt idx="879">
                  <c:v>142.85714285714286</c:v>
                </c:pt>
                <c:pt idx="880">
                  <c:v>176.0081300813008</c:v>
                </c:pt>
                <c:pt idx="881">
                  <c:v>131.7948717948718</c:v>
                </c:pt>
                <c:pt idx="882">
                  <c:v>170.0</c:v>
                </c:pt>
                <c:pt idx="883">
                  <c:v>106.45238095238096</c:v>
                </c:pt>
                <c:pt idx="884">
                  <c:v>199.29508196721312</c:v>
                </c:pt>
                <c:pt idx="885">
                  <c:v>132.359375</c:v>
                </c:pt>
                <c:pt idx="886">
                  <c:v>268.2477064220183</c:v>
                </c:pt>
                <c:pt idx="887">
                  <c:v>219.5187165775401</c:v>
                </c:pt>
                <c:pt idx="888">
                  <c:v>88.5631067961165</c:v>
                </c:pt>
                <c:pt idx="889">
                  <c:v>272.24590163934425</c:v>
                </c:pt>
                <c:pt idx="890">
                  <c:v>119.2</c:v>
                </c:pt>
                <c:pt idx="891">
                  <c:v>243.7894736842105</c:v>
                </c:pt>
                <c:pt idx="892">
                  <c:v>197.5</c:v>
                </c:pt>
                <c:pt idx="893">
                  <c:v>248.52941176470588</c:v>
                </c:pt>
                <c:pt idx="894">
                  <c:v>92.92771084337348</c:v>
                </c:pt>
                <c:pt idx="895">
                  <c:v>136.25409836065575</c:v>
                </c:pt>
                <c:pt idx="896">
                  <c:v>141.17391304347825</c:v>
                </c:pt>
                <c:pt idx="897">
                  <c:v>208.0</c:v>
                </c:pt>
                <c:pt idx="898">
                  <c:v>132.16666666666666</c:v>
                </c:pt>
                <c:pt idx="899">
                  <c:v>132.75806451612902</c:v>
                </c:pt>
                <c:pt idx="900">
                  <c:v>114.1812865497076</c:v>
                </c:pt>
                <c:pt idx="901">
                  <c:v>185.4857142857143</c:v>
                </c:pt>
                <c:pt idx="902">
                  <c:v>163.29166666666666</c:v>
                </c:pt>
                <c:pt idx="903">
                  <c:v>183.640625</c:v>
                </c:pt>
                <c:pt idx="904">
                  <c:v>85.01709401709402</c:v>
                </c:pt>
                <c:pt idx="905">
                  <c:v>186.0</c:v>
                </c:pt>
                <c:pt idx="906">
                  <c:v>70.09756097560975</c:v>
                </c:pt>
                <c:pt idx="907">
                  <c:v>332.7458745874588</c:v>
                </c:pt>
                <c:pt idx="908">
                  <c:v>116.44155844155844</c:v>
                </c:pt>
                <c:pt idx="909">
                  <c:v>191.35</c:v>
                </c:pt>
                <c:pt idx="910">
                  <c:v>281.265625</c:v>
                </c:pt>
                <c:pt idx="911">
                  <c:v>199.34027777777777</c:v>
                </c:pt>
                <c:pt idx="912">
                  <c:v>148.0934065934066</c:v>
                </c:pt>
                <c:pt idx="913">
                  <c:v>239.18</c:v>
                </c:pt>
                <c:pt idx="914">
                  <c:v>325.67391304347825</c:v>
                </c:pt>
                <c:pt idx="915">
                  <c:v>188.65753424657527</c:v>
                </c:pt>
                <c:pt idx="916">
                  <c:v>199.71929824561403</c:v>
                </c:pt>
                <c:pt idx="917">
                  <c:v>215.7567567567568</c:v>
                </c:pt>
                <c:pt idx="918">
                  <c:v>169.25984251968504</c:v>
                </c:pt>
                <c:pt idx="919">
                  <c:v>177.3793103448276</c:v>
                </c:pt>
                <c:pt idx="920">
                  <c:v>134.0183486238532</c:v>
                </c:pt>
                <c:pt idx="921">
                  <c:v>134.21428571428572</c:v>
                </c:pt>
                <c:pt idx="922">
                  <c:v>121.8</c:v>
                </c:pt>
                <c:pt idx="923">
                  <c:v>115.51948051948052</c:v>
                </c:pt>
                <c:pt idx="924">
                  <c:v>162.26136363636363</c:v>
                </c:pt>
                <c:pt idx="925">
                  <c:v>126.52127659574468</c:v>
                </c:pt>
                <c:pt idx="926">
                  <c:v>226.26222222222225</c:v>
                </c:pt>
                <c:pt idx="927">
                  <c:v>194.6</c:v>
                </c:pt>
                <c:pt idx="928">
                  <c:v>231.68129032258065</c:v>
                </c:pt>
                <c:pt idx="929">
                  <c:v>100.82692307692308</c:v>
                </c:pt>
                <c:pt idx="930">
                  <c:v>160.4418604651163</c:v>
                </c:pt>
                <c:pt idx="931">
                  <c:v>64.54334316598852</c:v>
                </c:pt>
                <c:pt idx="932">
                  <c:v>198.2619047619048</c:v>
                </c:pt>
                <c:pt idx="933">
                  <c:v>106.33333333333331</c:v>
                </c:pt>
                <c:pt idx="934">
                  <c:v>205.4390243902439</c:v>
                </c:pt>
                <c:pt idx="935">
                  <c:v>153.890625</c:v>
                </c:pt>
                <c:pt idx="936">
                  <c:v>144.72144846796658</c:v>
                </c:pt>
                <c:pt idx="937">
                  <c:v>173.02380952380952</c:v>
                </c:pt>
                <c:pt idx="938">
                  <c:v>282.8169014084507</c:v>
                </c:pt>
                <c:pt idx="939">
                  <c:v>218.94690265486724</c:v>
                </c:pt>
                <c:pt idx="940">
                  <c:v>141.78980891719746</c:v>
                </c:pt>
                <c:pt idx="941">
                  <c:v>217.2142857142857</c:v>
                </c:pt>
                <c:pt idx="942">
                  <c:v>136.23321554770317</c:v>
                </c:pt>
                <c:pt idx="943">
                  <c:v>183.5625</c:v>
                </c:pt>
                <c:pt idx="944">
                  <c:v>127.3859649122807</c:v>
                </c:pt>
                <c:pt idx="945">
                  <c:v>244.3695652173913</c:v>
                </c:pt>
                <c:pt idx="946">
                  <c:v>181.54545454545453</c:v>
                </c:pt>
                <c:pt idx="947">
                  <c:v>151.88636363636363</c:v>
                </c:pt>
                <c:pt idx="948">
                  <c:v>108.97368421052632</c:v>
                </c:pt>
                <c:pt idx="949">
                  <c:v>220.3859649122807</c:v>
                </c:pt>
                <c:pt idx="950">
                  <c:v>254.641975308642</c:v>
                </c:pt>
                <c:pt idx="951">
                  <c:v>214.86206896551724</c:v>
                </c:pt>
                <c:pt idx="952">
                  <c:v>82.90566037735849</c:v>
                </c:pt>
                <c:pt idx="953">
                  <c:v>264.85</c:v>
                </c:pt>
                <c:pt idx="954">
                  <c:v>133.40816326530611</c:v>
                </c:pt>
                <c:pt idx="955">
                  <c:v>287.45762711864404</c:v>
                </c:pt>
                <c:pt idx="956">
                  <c:v>90.42</c:v>
                </c:pt>
                <c:pt idx="957">
                  <c:v>280.6935483870968</c:v>
                </c:pt>
                <c:pt idx="958">
                  <c:v>87.46246246246247</c:v>
                </c:pt>
                <c:pt idx="959">
                  <c:v>248.91379310344828</c:v>
                </c:pt>
                <c:pt idx="960">
                  <c:v>185.44285714285715</c:v>
                </c:pt>
                <c:pt idx="961">
                  <c:v>140.98004987531172</c:v>
                </c:pt>
                <c:pt idx="962">
                  <c:v>160.54285714285714</c:v>
                </c:pt>
                <c:pt idx="963">
                  <c:v>132.74305555555554</c:v>
                </c:pt>
                <c:pt idx="964">
                  <c:v>148.12758620689655</c:v>
                </c:pt>
                <c:pt idx="965">
                  <c:v>257.19607843137254</c:v>
                </c:pt>
                <c:pt idx="966">
                  <c:v>164.85185185185185</c:v>
                </c:pt>
                <c:pt idx="967">
                  <c:v>238.3972602739726</c:v>
                </c:pt>
                <c:pt idx="968">
                  <c:v>182.38297872340425</c:v>
                </c:pt>
                <c:pt idx="969">
                  <c:v>190.94708994708995</c:v>
                </c:pt>
                <c:pt idx="970">
                  <c:v>87.41549295774648</c:v>
                </c:pt>
                <c:pt idx="971">
                  <c:v>119.89090909090908</c:v>
                </c:pt>
                <c:pt idx="972">
                  <c:v>240.1764705882353</c:v>
                </c:pt>
                <c:pt idx="973">
                  <c:v>245.46</c:v>
                </c:pt>
                <c:pt idx="974">
                  <c:v>140.58128078817734</c:v>
                </c:pt>
                <c:pt idx="975">
                  <c:v>147.9620253164557</c:v>
                </c:pt>
                <c:pt idx="976">
                  <c:v>187.7236842105264</c:v>
                </c:pt>
                <c:pt idx="977">
                  <c:v>309.3358778625954</c:v>
                </c:pt>
                <c:pt idx="978">
                  <c:v>122.42696629213484</c:v>
                </c:pt>
                <c:pt idx="979">
                  <c:v>133.704</c:v>
                </c:pt>
                <c:pt idx="980">
                  <c:v>250.2421052631579</c:v>
                </c:pt>
                <c:pt idx="981">
                  <c:v>68.35042735042735</c:v>
                </c:pt>
                <c:pt idx="982">
                  <c:v>92.19589977220956</c:v>
                </c:pt>
                <c:pt idx="983">
                  <c:v>157.81333333333333</c:v>
                </c:pt>
                <c:pt idx="984">
                  <c:v>226.97619047619048</c:v>
                </c:pt>
                <c:pt idx="985">
                  <c:v>128.5</c:v>
                </c:pt>
                <c:pt idx="986">
                  <c:v>217.20652173913044</c:v>
                </c:pt>
                <c:pt idx="987">
                  <c:v>162.43085106382978</c:v>
                </c:pt>
                <c:pt idx="988">
                  <c:v>149.54347826086956</c:v>
                </c:pt>
                <c:pt idx="989">
                  <c:v>206.0188679245283</c:v>
                </c:pt>
                <c:pt idx="990">
                  <c:v>139.13333333333333</c:v>
                </c:pt>
                <c:pt idx="991">
                  <c:v>144.33333333333334</c:v>
                </c:pt>
                <c:pt idx="992">
                  <c:v>195.9624277456648</c:v>
                </c:pt>
                <c:pt idx="993">
                  <c:v>186.74809160305344</c:v>
                </c:pt>
                <c:pt idx="994">
                  <c:v>202.45454545454547</c:v>
                </c:pt>
                <c:pt idx="995">
                  <c:v>117.83333333333331</c:v>
                </c:pt>
                <c:pt idx="996">
                  <c:v>283.9830508474576</c:v>
                </c:pt>
                <c:pt idx="997">
                  <c:v>228.6</c:v>
                </c:pt>
                <c:pt idx="998">
                  <c:v>92.52941176470588</c:v>
                </c:pt>
                <c:pt idx="999">
                  <c:v>191.5480943738657</c:v>
                </c:pt>
                <c:pt idx="1000">
                  <c:v>185.90625</c:v>
                </c:pt>
                <c:pt idx="1001">
                  <c:v>151.87755102040816</c:v>
                </c:pt>
                <c:pt idx="1002">
                  <c:v>155.76480263157896</c:v>
                </c:pt>
                <c:pt idx="1003">
                  <c:v>121.08510638297872</c:v>
                </c:pt>
                <c:pt idx="1004">
                  <c:v>149.40828402366864</c:v>
                </c:pt>
                <c:pt idx="1005">
                  <c:v>224.40625</c:v>
                </c:pt>
                <c:pt idx="1006">
                  <c:v>169.1969696969697</c:v>
                </c:pt>
                <c:pt idx="1007">
                  <c:v>276.3448275862069</c:v>
                </c:pt>
                <c:pt idx="1008">
                  <c:v>186.2428571428572</c:v>
                </c:pt>
                <c:pt idx="1009">
                  <c:v>253.48760330578511</c:v>
                </c:pt>
                <c:pt idx="1010">
                  <c:v>198.67307692307693</c:v>
                </c:pt>
                <c:pt idx="1011">
                  <c:v>122.993265993266</c:v>
                </c:pt>
                <c:pt idx="1012">
                  <c:v>228.5142857142857</c:v>
                </c:pt>
                <c:pt idx="1013">
                  <c:v>92.1409691629956</c:v>
                </c:pt>
                <c:pt idx="1014">
                  <c:v>128.72241992882562</c:v>
                </c:pt>
                <c:pt idx="1015">
                  <c:v>271.0916334661355</c:v>
                </c:pt>
                <c:pt idx="1016">
                  <c:v>100.17499999999998</c:v>
                </c:pt>
                <c:pt idx="1017">
                  <c:v>106.94444444444444</c:v>
                </c:pt>
                <c:pt idx="1018">
                  <c:v>215.57735849056604</c:v>
                </c:pt>
                <c:pt idx="1019">
                  <c:v>192.4032258064516</c:v>
                </c:pt>
                <c:pt idx="1020">
                  <c:v>208.8235294117647</c:v>
                </c:pt>
                <c:pt idx="1021">
                  <c:v>160.11805555555554</c:v>
                </c:pt>
                <c:pt idx="1022">
                  <c:v>193.8174603174604</c:v>
                </c:pt>
                <c:pt idx="1023">
                  <c:v>142.125</c:v>
                </c:pt>
                <c:pt idx="1024">
                  <c:v>198.9765100671141</c:v>
                </c:pt>
                <c:pt idx="1025">
                  <c:v>227.0</c:v>
                </c:pt>
                <c:pt idx="1026">
                  <c:v>243.01282051282053</c:v>
                </c:pt>
                <c:pt idx="1027">
                  <c:v>221.09756097560967</c:v>
                </c:pt>
                <c:pt idx="1028">
                  <c:v>99.15492957746478</c:v>
                </c:pt>
                <c:pt idx="1029">
                  <c:v>218.63436123348012</c:v>
                </c:pt>
                <c:pt idx="1030">
                  <c:v>278.1851851851852</c:v>
                </c:pt>
                <c:pt idx="1031">
                  <c:v>102.7391304347826</c:v>
                </c:pt>
                <c:pt idx="1032">
                  <c:v>142.8360655737705</c:v>
                </c:pt>
                <c:pt idx="1033">
                  <c:v>211.8392857142857</c:v>
                </c:pt>
                <c:pt idx="1034">
                  <c:v>260.9142857142857</c:v>
                </c:pt>
                <c:pt idx="1035">
                  <c:v>205.9253731343284</c:v>
                </c:pt>
                <c:pt idx="1036">
                  <c:v>116.4375</c:v>
                </c:pt>
                <c:pt idx="1037">
                  <c:v>180.90645161290325</c:v>
                </c:pt>
                <c:pt idx="1038">
                  <c:v>234.49717514124293</c:v>
                </c:pt>
                <c:pt idx="1039">
                  <c:v>218.9583333333333</c:v>
                </c:pt>
                <c:pt idx="1040">
                  <c:v>187.92380952380952</c:v>
                </c:pt>
                <c:pt idx="1041">
                  <c:v>141.95689655172413</c:v>
                </c:pt>
                <c:pt idx="1042">
                  <c:v>244.66666666666663</c:v>
                </c:pt>
                <c:pt idx="1043">
                  <c:v>160.86805555555554</c:v>
                </c:pt>
                <c:pt idx="1044">
                  <c:v>182.37007874015748</c:v>
                </c:pt>
                <c:pt idx="1045">
                  <c:v>227.02931596091204</c:v>
                </c:pt>
                <c:pt idx="1046">
                  <c:v>227.0268948655257</c:v>
                </c:pt>
                <c:pt idx="1047">
                  <c:v>249.1723076923077</c:v>
                </c:pt>
                <c:pt idx="1048">
                  <c:v>196.14634146341464</c:v>
                </c:pt>
                <c:pt idx="1049">
                  <c:v>123.85074626865672</c:v>
                </c:pt>
                <c:pt idx="1050">
                  <c:v>136.45652173913044</c:v>
                </c:pt>
                <c:pt idx="1051">
                  <c:v>92.89583333333331</c:v>
                </c:pt>
                <c:pt idx="1052">
                  <c:v>127.09554140127388</c:v>
                </c:pt>
                <c:pt idx="1053">
                  <c:v>208.51111111111112</c:v>
                </c:pt>
                <c:pt idx="1054">
                  <c:v>157.76190476190476</c:v>
                </c:pt>
                <c:pt idx="1055">
                  <c:v>260.0243902439024</c:v>
                </c:pt>
                <c:pt idx="1056">
                  <c:v>222.281045751634</c:v>
                </c:pt>
                <c:pt idx="1057">
                  <c:v>208.76315789473685</c:v>
                </c:pt>
                <c:pt idx="1058">
                  <c:v>237.7948717948718</c:v>
                </c:pt>
                <c:pt idx="1059">
                  <c:v>204.82142857142856</c:v>
                </c:pt>
                <c:pt idx="1060">
                  <c:v>174.9873417721519</c:v>
                </c:pt>
                <c:pt idx="1061">
                  <c:v>105.91935483870968</c:v>
                </c:pt>
                <c:pt idx="1062">
                  <c:v>164.15254237288136</c:v>
                </c:pt>
                <c:pt idx="1063">
                  <c:v>251.3265306122449</c:v>
                </c:pt>
                <c:pt idx="1064">
                  <c:v>271.36416184971097</c:v>
                </c:pt>
                <c:pt idx="1065">
                  <c:v>115.104609929078</c:v>
                </c:pt>
                <c:pt idx="1066">
                  <c:v>167.2835051546392</c:v>
                </c:pt>
                <c:pt idx="1067">
                  <c:v>283.1770833333333</c:v>
                </c:pt>
                <c:pt idx="1068">
                  <c:v>110.48484848484848</c:v>
                </c:pt>
                <c:pt idx="1069">
                  <c:v>183.9010989010989</c:v>
                </c:pt>
                <c:pt idx="1070">
                  <c:v>212.6190476190476</c:v>
                </c:pt>
                <c:pt idx="1071">
                  <c:v>169.82608695652175</c:v>
                </c:pt>
                <c:pt idx="1072">
                  <c:v>96.09782608695652</c:v>
                </c:pt>
                <c:pt idx="1073">
                  <c:v>188.02255639097743</c:v>
                </c:pt>
                <c:pt idx="1074">
                  <c:v>202.68627450980392</c:v>
                </c:pt>
                <c:pt idx="1075">
                  <c:v>173.02469135802468</c:v>
                </c:pt>
                <c:pt idx="1076">
                  <c:v>129.14285714285714</c:v>
                </c:pt>
                <c:pt idx="1077">
                  <c:v>176.58333333333334</c:v>
                </c:pt>
                <c:pt idx="1078">
                  <c:v>206.37847866419293</c:v>
                </c:pt>
                <c:pt idx="1079">
                  <c:v>152.0924369747899</c:v>
                </c:pt>
                <c:pt idx="1080">
                  <c:v>280.0689655172414</c:v>
                </c:pt>
                <c:pt idx="1081">
                  <c:v>112.54716981132076</c:v>
                </c:pt>
                <c:pt idx="1082">
                  <c:v>279.77890173410407</c:v>
                </c:pt>
                <c:pt idx="1083">
                  <c:v>96.9855072463768</c:v>
                </c:pt>
                <c:pt idx="1084">
                  <c:v>153.32575757575756</c:v>
                </c:pt>
                <c:pt idx="1085">
                  <c:v>91.17100371747212</c:v>
                </c:pt>
                <c:pt idx="1086">
                  <c:v>179.825</c:v>
                </c:pt>
                <c:pt idx="1087">
                  <c:v>184.36486486486487</c:v>
                </c:pt>
                <c:pt idx="1088">
                  <c:v>197.48</c:v>
                </c:pt>
                <c:pt idx="1089">
                  <c:v>118.09677419354838</c:v>
                </c:pt>
                <c:pt idx="1090">
                  <c:v>224.78186968838529</c:v>
                </c:pt>
                <c:pt idx="1091">
                  <c:v>115.4</c:v>
                </c:pt>
                <c:pt idx="1092">
                  <c:v>191.6938775510204</c:v>
                </c:pt>
                <c:pt idx="1093">
                  <c:v>277.08</c:v>
                </c:pt>
                <c:pt idx="1094">
                  <c:v>161.1951219512195</c:v>
                </c:pt>
                <c:pt idx="1095">
                  <c:v>213.95</c:v>
                </c:pt>
                <c:pt idx="1096">
                  <c:v>166.17977528089887</c:v>
                </c:pt>
                <c:pt idx="1097">
                  <c:v>85.5</c:v>
                </c:pt>
                <c:pt idx="1098">
                  <c:v>167.27118644067798</c:v>
                </c:pt>
                <c:pt idx="1099">
                  <c:v>237.5438596491228</c:v>
                </c:pt>
                <c:pt idx="1100">
                  <c:v>258.2610169491525</c:v>
                </c:pt>
                <c:pt idx="1101">
                  <c:v>84.65789473684211</c:v>
                </c:pt>
                <c:pt idx="1102">
                  <c:v>220.61198738170347</c:v>
                </c:pt>
                <c:pt idx="1103">
                  <c:v>184.72</c:v>
                </c:pt>
                <c:pt idx="1104">
                  <c:v>265.01020408163265</c:v>
                </c:pt>
                <c:pt idx="1105">
                  <c:v>206.6184210526316</c:v>
                </c:pt>
                <c:pt idx="1106">
                  <c:v>196.7142857142857</c:v>
                </c:pt>
                <c:pt idx="1107">
                  <c:v>114.24324324324324</c:v>
                </c:pt>
                <c:pt idx="1108">
                  <c:v>122.81203007518798</c:v>
                </c:pt>
                <c:pt idx="1109">
                  <c:v>263.04615384615386</c:v>
                </c:pt>
                <c:pt idx="1110">
                  <c:v>131.30645161290323</c:v>
                </c:pt>
                <c:pt idx="1111">
                  <c:v>247.5185185185185</c:v>
                </c:pt>
                <c:pt idx="1112">
                  <c:v>216.984126984127</c:v>
                </c:pt>
                <c:pt idx="1113">
                  <c:v>141.43661971830986</c:v>
                </c:pt>
                <c:pt idx="1114">
                  <c:v>111.14444444444445</c:v>
                </c:pt>
                <c:pt idx="1115">
                  <c:v>136.91666666666666</c:v>
                </c:pt>
                <c:pt idx="1116">
                  <c:v>240.3090909090909</c:v>
                </c:pt>
                <c:pt idx="1117">
                  <c:v>182.757225433526</c:v>
                </c:pt>
                <c:pt idx="1118">
                  <c:v>155.1</c:v>
                </c:pt>
                <c:pt idx="1119">
                  <c:v>156.32</c:v>
                </c:pt>
                <c:pt idx="1120">
                  <c:v>105.26666666666668</c:v>
                </c:pt>
                <c:pt idx="1121">
                  <c:v>170.24603174603175</c:v>
                </c:pt>
                <c:pt idx="1122">
                  <c:v>130.41666666666666</c:v>
                </c:pt>
                <c:pt idx="1123">
                  <c:v>232.78048780487805</c:v>
                </c:pt>
                <c:pt idx="1124">
                  <c:v>129.3827160493827</c:v>
                </c:pt>
                <c:pt idx="1125">
                  <c:v>141.33823529411765</c:v>
                </c:pt>
                <c:pt idx="1126">
                  <c:v>222.2608695652174</c:v>
                </c:pt>
                <c:pt idx="1127">
                  <c:v>184.11811023622047</c:v>
                </c:pt>
                <c:pt idx="1128">
                  <c:v>276.4095238095238</c:v>
                </c:pt>
                <c:pt idx="1129">
                  <c:v>216.26373626373623</c:v>
                </c:pt>
                <c:pt idx="1130">
                  <c:v>93.3</c:v>
                </c:pt>
                <c:pt idx="1131">
                  <c:v>187.81176470588235</c:v>
                </c:pt>
                <c:pt idx="1132">
                  <c:v>146.7</c:v>
                </c:pt>
                <c:pt idx="1133">
                  <c:v>98.42105263157896</c:v>
                </c:pt>
                <c:pt idx="1134">
                  <c:v>263.2795698924731</c:v>
                </c:pt>
                <c:pt idx="1135">
                  <c:v>204.9318181818182</c:v>
                </c:pt>
                <c:pt idx="1136">
                  <c:v>252.21223021582733</c:v>
                </c:pt>
                <c:pt idx="1137">
                  <c:v>202.53333333333333</c:v>
                </c:pt>
                <c:pt idx="1138">
                  <c:v>193.11627906976744</c:v>
                </c:pt>
                <c:pt idx="1139">
                  <c:v>91.61827956989248</c:v>
                </c:pt>
                <c:pt idx="1140">
                  <c:v>137.0</c:v>
                </c:pt>
                <c:pt idx="1141">
                  <c:v>211.12607449856733</c:v>
                </c:pt>
                <c:pt idx="1142">
                  <c:v>136.57142857142858</c:v>
                </c:pt>
                <c:pt idx="1143">
                  <c:v>170.94736842105263</c:v>
                </c:pt>
                <c:pt idx="1144">
                  <c:v>224.57189901207465</c:v>
                </c:pt>
                <c:pt idx="1145">
                  <c:v>114.31395348837208</c:v>
                </c:pt>
                <c:pt idx="1146">
                  <c:v>192.3333333333333</c:v>
                </c:pt>
                <c:pt idx="1147">
                  <c:v>236.95238095238096</c:v>
                </c:pt>
                <c:pt idx="1148">
                  <c:v>101.5</c:v>
                </c:pt>
                <c:pt idx="1149">
                  <c:v>242.4878048780488</c:v>
                </c:pt>
                <c:pt idx="1150">
                  <c:v>172.76923076923077</c:v>
                </c:pt>
                <c:pt idx="1151">
                  <c:v>145.20689655172413</c:v>
                </c:pt>
                <c:pt idx="1152">
                  <c:v>183.15</c:v>
                </c:pt>
                <c:pt idx="1153">
                  <c:v>257.1904761904762</c:v>
                </c:pt>
                <c:pt idx="1154">
                  <c:v>127.5576923076923</c:v>
                </c:pt>
                <c:pt idx="1155">
                  <c:v>223.65753424657527</c:v>
                </c:pt>
                <c:pt idx="1156">
                  <c:v>102.2063492063492</c:v>
                </c:pt>
                <c:pt idx="1157">
                  <c:v>277.22713864306786</c:v>
                </c:pt>
                <c:pt idx="1158">
                  <c:v>170.92708333333334</c:v>
                </c:pt>
                <c:pt idx="1159">
                  <c:v>146.0891089108911</c:v>
                </c:pt>
                <c:pt idx="1160">
                  <c:v>144.0731707317073</c:v>
                </c:pt>
                <c:pt idx="1161">
                  <c:v>190.78181818181812</c:v>
                </c:pt>
                <c:pt idx="1162">
                  <c:v>214.9449541284404</c:v>
                </c:pt>
                <c:pt idx="1163">
                  <c:v>261.2857142857143</c:v>
                </c:pt>
                <c:pt idx="1164">
                  <c:v>106.95833333333331</c:v>
                </c:pt>
                <c:pt idx="1165">
                  <c:v>254.2142857142857</c:v>
                </c:pt>
                <c:pt idx="1166">
                  <c:v>223.66903914590748</c:v>
                </c:pt>
                <c:pt idx="1167">
                  <c:v>175.01923076923077</c:v>
                </c:pt>
                <c:pt idx="1168">
                  <c:v>121.79310344827586</c:v>
                </c:pt>
                <c:pt idx="1169">
                  <c:v>195.6129032258065</c:v>
                </c:pt>
                <c:pt idx="1170">
                  <c:v>201.8991769547325</c:v>
                </c:pt>
                <c:pt idx="1171">
                  <c:v>168.6353591160221</c:v>
                </c:pt>
                <c:pt idx="1172">
                  <c:v>162.4313725490196</c:v>
                </c:pt>
                <c:pt idx="1173">
                  <c:v>104.74603174603176</c:v>
                </c:pt>
                <c:pt idx="1174">
                  <c:v>163.03466666666668</c:v>
                </c:pt>
                <c:pt idx="1175">
                  <c:v>180.61993769470405</c:v>
                </c:pt>
                <c:pt idx="1176">
                  <c:v>116.5</c:v>
                </c:pt>
                <c:pt idx="1177">
                  <c:v>268.671875</c:v>
                </c:pt>
                <c:pt idx="1178">
                  <c:v>184.83177570093457</c:v>
                </c:pt>
                <c:pt idx="1179">
                  <c:v>123.75675675675676</c:v>
                </c:pt>
                <c:pt idx="1180">
                  <c:v>239.1891891891892</c:v>
                </c:pt>
                <c:pt idx="1181">
                  <c:v>326.55</c:v>
                </c:pt>
                <c:pt idx="1182">
                  <c:v>130.0952380952381</c:v>
                </c:pt>
                <c:pt idx="1183">
                  <c:v>105.2468193384224</c:v>
                </c:pt>
                <c:pt idx="1184">
                  <c:v>255.5397350993377</c:v>
                </c:pt>
                <c:pt idx="1185">
                  <c:v>158.64285714285714</c:v>
                </c:pt>
                <c:pt idx="1186">
                  <c:v>158.3968253968254</c:v>
                </c:pt>
                <c:pt idx="1187">
                  <c:v>225.0868055555556</c:v>
                </c:pt>
                <c:pt idx="1188">
                  <c:v>163.34722222222223</c:v>
                </c:pt>
                <c:pt idx="1189">
                  <c:v>216.02777777777777</c:v>
                </c:pt>
                <c:pt idx="1190">
                  <c:v>177.8048780487805</c:v>
                </c:pt>
                <c:pt idx="1191">
                  <c:v>202.1428571428572</c:v>
                </c:pt>
                <c:pt idx="1192">
                  <c:v>193.6127659574468</c:v>
                </c:pt>
                <c:pt idx="1193">
                  <c:v>145.29850746268656</c:v>
                </c:pt>
                <c:pt idx="1194">
                  <c:v>281.9803921568628</c:v>
                </c:pt>
                <c:pt idx="1195">
                  <c:v>216.2826086956522</c:v>
                </c:pt>
                <c:pt idx="1196">
                  <c:v>129.1590909090909</c:v>
                </c:pt>
                <c:pt idx="1197">
                  <c:v>168.17777777777778</c:v>
                </c:pt>
                <c:pt idx="1198">
                  <c:v>235.9906976744186</c:v>
                </c:pt>
                <c:pt idx="1199">
                  <c:v>255.4320987654321</c:v>
                </c:pt>
                <c:pt idx="1200">
                  <c:v>201.24778761061947</c:v>
                </c:pt>
                <c:pt idx="1201">
                  <c:v>270.7238805970149</c:v>
                </c:pt>
                <c:pt idx="1202">
                  <c:v>93.67816091954025</c:v>
                </c:pt>
                <c:pt idx="1203">
                  <c:v>60.47643979057592</c:v>
                </c:pt>
                <c:pt idx="1204">
                  <c:v>267.0816326530612</c:v>
                </c:pt>
                <c:pt idx="1205">
                  <c:v>109.85714285714286</c:v>
                </c:pt>
                <c:pt idx="1206">
                  <c:v>139.03703703703704</c:v>
                </c:pt>
                <c:pt idx="1207">
                  <c:v>144.45945945945945</c:v>
                </c:pt>
                <c:pt idx="1208">
                  <c:v>121.24074074074076</c:v>
                </c:pt>
                <c:pt idx="1209">
                  <c:v>89.11605937921728</c:v>
                </c:pt>
                <c:pt idx="1210">
                  <c:v>268.21965317919074</c:v>
                </c:pt>
                <c:pt idx="1211">
                  <c:v>83.32558139534883</c:v>
                </c:pt>
                <c:pt idx="1212">
                  <c:v>221.8333333333333</c:v>
                </c:pt>
                <c:pt idx="1213">
                  <c:v>179.67175572519085</c:v>
                </c:pt>
                <c:pt idx="1214">
                  <c:v>274.55882352941177</c:v>
                </c:pt>
                <c:pt idx="1215">
                  <c:v>105.1919191919192</c:v>
                </c:pt>
                <c:pt idx="1216">
                  <c:v>332.3506493506493</c:v>
                </c:pt>
                <c:pt idx="1217">
                  <c:v>219.9093137254902</c:v>
                </c:pt>
                <c:pt idx="1218">
                  <c:v>157.17667844522967</c:v>
                </c:pt>
                <c:pt idx="1219">
                  <c:v>209.90532544378692</c:v>
                </c:pt>
                <c:pt idx="1220">
                  <c:v>222.3265306122449</c:v>
                </c:pt>
                <c:pt idx="1221">
                  <c:v>152.9950495049505</c:v>
                </c:pt>
                <c:pt idx="1222">
                  <c:v>250.94230769230768</c:v>
                </c:pt>
                <c:pt idx="1223">
                  <c:v>147.44827586206895</c:v>
                </c:pt>
                <c:pt idx="1224">
                  <c:v>212.83561643835617</c:v>
                </c:pt>
                <c:pt idx="1225">
                  <c:v>285.04285714285714</c:v>
                </c:pt>
                <c:pt idx="1226">
                  <c:v>144.36111111111111</c:v>
                </c:pt>
                <c:pt idx="1227">
                  <c:v>258.46153846153845</c:v>
                </c:pt>
                <c:pt idx="1228">
                  <c:v>127.88</c:v>
                </c:pt>
                <c:pt idx="1229">
                  <c:v>84.29787234042553</c:v>
                </c:pt>
                <c:pt idx="1230">
                  <c:v>88.45098039215686</c:v>
                </c:pt>
                <c:pt idx="1231">
                  <c:v>162.74371859296485</c:v>
                </c:pt>
                <c:pt idx="1232">
                  <c:v>220.3018867924528</c:v>
                </c:pt>
                <c:pt idx="1233">
                  <c:v>99.88489208633094</c:v>
                </c:pt>
                <c:pt idx="1234">
                  <c:v>103.8148148148148</c:v>
                </c:pt>
                <c:pt idx="1235">
                  <c:v>277.9800884955752</c:v>
                </c:pt>
                <c:pt idx="1236">
                  <c:v>274.2739130434783</c:v>
                </c:pt>
                <c:pt idx="1237">
                  <c:v>236.6315789473684</c:v>
                </c:pt>
                <c:pt idx="1238">
                  <c:v>250.98367346938767</c:v>
                </c:pt>
                <c:pt idx="1239">
                  <c:v>245.2926829268293</c:v>
                </c:pt>
                <c:pt idx="1240">
                  <c:v>119.7837837837838</c:v>
                </c:pt>
                <c:pt idx="1241">
                  <c:v>153.28571428571428</c:v>
                </c:pt>
                <c:pt idx="1242">
                  <c:v>218.5483870967742</c:v>
                </c:pt>
                <c:pt idx="1243">
                  <c:v>106.9090909090909</c:v>
                </c:pt>
                <c:pt idx="1244">
                  <c:v>259.1266375545852</c:v>
                </c:pt>
                <c:pt idx="1245">
                  <c:v>105.16949152542372</c:v>
                </c:pt>
                <c:pt idx="1246">
                  <c:v>135.6288209606987</c:v>
                </c:pt>
                <c:pt idx="1247">
                  <c:v>219.07894736842104</c:v>
                </c:pt>
                <c:pt idx="1248">
                  <c:v>180.5604395604396</c:v>
                </c:pt>
                <c:pt idx="1249">
                  <c:v>200.54375</c:v>
                </c:pt>
                <c:pt idx="1250">
                  <c:v>136.2218045112782</c:v>
                </c:pt>
                <c:pt idx="1251">
                  <c:v>108.23762376237624</c:v>
                </c:pt>
                <c:pt idx="1252">
                  <c:v>94.34285714285714</c:v>
                </c:pt>
                <c:pt idx="1253">
                  <c:v>269.7368421052632</c:v>
                </c:pt>
                <c:pt idx="1254">
                  <c:v>214.20454545454547</c:v>
                </c:pt>
                <c:pt idx="1255">
                  <c:v>113.79245283018868</c:v>
                </c:pt>
                <c:pt idx="1256">
                  <c:v>247.61111111111111</c:v>
                </c:pt>
                <c:pt idx="1257">
                  <c:v>141.95555555555555</c:v>
                </c:pt>
                <c:pt idx="1258">
                  <c:v>139.90625</c:v>
                </c:pt>
                <c:pt idx="1259">
                  <c:v>112.10169491525424</c:v>
                </c:pt>
                <c:pt idx="1260">
                  <c:v>245.1405405405405</c:v>
                </c:pt>
                <c:pt idx="1261">
                  <c:v>179.3068181818182</c:v>
                </c:pt>
                <c:pt idx="1262">
                  <c:v>136.77528089887642</c:v>
                </c:pt>
                <c:pt idx="1263">
                  <c:v>193.6986754966888</c:v>
                </c:pt>
                <c:pt idx="1264">
                  <c:v>174.7704918032787</c:v>
                </c:pt>
                <c:pt idx="1265">
                  <c:v>156.94117647058823</c:v>
                </c:pt>
                <c:pt idx="1266">
                  <c:v>73.45833333333333</c:v>
                </c:pt>
                <c:pt idx="1267">
                  <c:v>119.02777777777776</c:v>
                </c:pt>
                <c:pt idx="1268">
                  <c:v>90.71951219512196</c:v>
                </c:pt>
                <c:pt idx="1269">
                  <c:v>220.03517587939697</c:v>
                </c:pt>
                <c:pt idx="1270">
                  <c:v>280.6666666666667</c:v>
                </c:pt>
                <c:pt idx="1271">
                  <c:v>183.27027027027023</c:v>
                </c:pt>
                <c:pt idx="1272">
                  <c:v>123.66666666666669</c:v>
                </c:pt>
                <c:pt idx="1273">
                  <c:v>112.45714285714286</c:v>
                </c:pt>
                <c:pt idx="1274">
                  <c:v>138.76315789473685</c:v>
                </c:pt>
                <c:pt idx="1275">
                  <c:v>171.96296296296296</c:v>
                </c:pt>
                <c:pt idx="1276">
                  <c:v>235.5569620253165</c:v>
                </c:pt>
                <c:pt idx="1277">
                  <c:v>136.35555555555555</c:v>
                </c:pt>
                <c:pt idx="1278">
                  <c:v>236.74647887323945</c:v>
                </c:pt>
                <c:pt idx="1279">
                  <c:v>203.64102564102564</c:v>
                </c:pt>
                <c:pt idx="1280">
                  <c:v>169.29007633587787</c:v>
                </c:pt>
                <c:pt idx="1281">
                  <c:v>231.70090634441087</c:v>
                </c:pt>
                <c:pt idx="1282">
                  <c:v>195.0</c:v>
                </c:pt>
                <c:pt idx="1283">
                  <c:v>257.8360655737705</c:v>
                </c:pt>
                <c:pt idx="1284">
                  <c:v>188.289156626506</c:v>
                </c:pt>
                <c:pt idx="1285">
                  <c:v>165.6847290640394</c:v>
                </c:pt>
                <c:pt idx="1286">
                  <c:v>153.9503105590062</c:v>
                </c:pt>
                <c:pt idx="1287">
                  <c:v>166.4961038961039</c:v>
                </c:pt>
                <c:pt idx="1288">
                  <c:v>154.77452667814114</c:v>
                </c:pt>
                <c:pt idx="1289">
                  <c:v>183.3098591549296</c:v>
                </c:pt>
                <c:pt idx="1290">
                  <c:v>144.75238095238095</c:v>
                </c:pt>
                <c:pt idx="1291">
                  <c:v>277.26984126984127</c:v>
                </c:pt>
                <c:pt idx="1292">
                  <c:v>208.0149253731344</c:v>
                </c:pt>
                <c:pt idx="1293">
                  <c:v>145.63179916317992</c:v>
                </c:pt>
                <c:pt idx="1294">
                  <c:v>119.8181818181818</c:v>
                </c:pt>
                <c:pt idx="1295">
                  <c:v>261.64</c:v>
                </c:pt>
                <c:pt idx="1296">
                  <c:v>276.0740740740741</c:v>
                </c:pt>
                <c:pt idx="1297">
                  <c:v>223.7326203208556</c:v>
                </c:pt>
                <c:pt idx="1298">
                  <c:v>121.89655172413794</c:v>
                </c:pt>
                <c:pt idx="1299">
                  <c:v>155.6413043478261</c:v>
                </c:pt>
                <c:pt idx="1300">
                  <c:v>146.75555555555556</c:v>
                </c:pt>
                <c:pt idx="1301">
                  <c:v>132.68333333333334</c:v>
                </c:pt>
                <c:pt idx="1302">
                  <c:v>220.7333333333333</c:v>
                </c:pt>
                <c:pt idx="1303">
                  <c:v>167.95391705069125</c:v>
                </c:pt>
                <c:pt idx="1304">
                  <c:v>172.672131147541</c:v>
                </c:pt>
                <c:pt idx="1305">
                  <c:v>211.5774647887324</c:v>
                </c:pt>
                <c:pt idx="1306">
                  <c:v>170.8793103448276</c:v>
                </c:pt>
                <c:pt idx="1307">
                  <c:v>108.61635220125788</c:v>
                </c:pt>
                <c:pt idx="1308">
                  <c:v>203.2</c:v>
                </c:pt>
                <c:pt idx="1309">
                  <c:v>84.59375</c:v>
                </c:pt>
                <c:pt idx="1310">
                  <c:v>214.5609756097561</c:v>
                </c:pt>
                <c:pt idx="1311">
                  <c:v>231.9481132075472</c:v>
                </c:pt>
                <c:pt idx="1312">
                  <c:v>94.84276729559748</c:v>
                </c:pt>
                <c:pt idx="1313">
                  <c:v>196.77611940298507</c:v>
                </c:pt>
                <c:pt idx="1314">
                  <c:v>238.71945701357467</c:v>
                </c:pt>
                <c:pt idx="1315">
                  <c:v>224.7878787878788</c:v>
                </c:pt>
                <c:pt idx="1316">
                  <c:v>248.7883597883598</c:v>
                </c:pt>
                <c:pt idx="1317">
                  <c:v>196.260162601626</c:v>
                </c:pt>
                <c:pt idx="1318">
                  <c:v>187.4752475247525</c:v>
                </c:pt>
                <c:pt idx="1319">
                  <c:v>177.50819672131146</c:v>
                </c:pt>
                <c:pt idx="1320">
                  <c:v>243.11636363636364</c:v>
                </c:pt>
                <c:pt idx="1321">
                  <c:v>251.69376693766932</c:v>
                </c:pt>
                <c:pt idx="1322">
                  <c:v>144.46913580246914</c:v>
                </c:pt>
                <c:pt idx="1323">
                  <c:v>107.1025641025641</c:v>
                </c:pt>
                <c:pt idx="1324">
                  <c:v>205.09944751381207</c:v>
                </c:pt>
                <c:pt idx="1325">
                  <c:v>308.0980392156863</c:v>
                </c:pt>
                <c:pt idx="1326">
                  <c:v>229.38</c:v>
                </c:pt>
                <c:pt idx="1327">
                  <c:v>162.30769230769232</c:v>
                </c:pt>
                <c:pt idx="1328">
                  <c:v>115.57407407407408</c:v>
                </c:pt>
                <c:pt idx="1329">
                  <c:v>154.0084033613445</c:v>
                </c:pt>
                <c:pt idx="1330">
                  <c:v>244.5</c:v>
                </c:pt>
                <c:pt idx="1331">
                  <c:v>125.92105263157896</c:v>
                </c:pt>
                <c:pt idx="1332">
                  <c:v>184.81578947368425</c:v>
                </c:pt>
                <c:pt idx="1333">
                  <c:v>111.96969696969695</c:v>
                </c:pt>
                <c:pt idx="1334">
                  <c:v>199.41379310344828</c:v>
                </c:pt>
                <c:pt idx="1335">
                  <c:v>256.9318181818182</c:v>
                </c:pt>
                <c:pt idx="1336">
                  <c:v>169.06666666666666</c:v>
                </c:pt>
                <c:pt idx="1337">
                  <c:v>197.6067415730337</c:v>
                </c:pt>
                <c:pt idx="1338">
                  <c:v>300.17293233082705</c:v>
                </c:pt>
                <c:pt idx="1339">
                  <c:v>95.89285714285714</c:v>
                </c:pt>
                <c:pt idx="1340">
                  <c:v>156.337899543379</c:v>
                </c:pt>
                <c:pt idx="1341">
                  <c:v>178.06521739130434</c:v>
                </c:pt>
                <c:pt idx="1342">
                  <c:v>229.91666666666663</c:v>
                </c:pt>
                <c:pt idx="1343">
                  <c:v>176.80701754385964</c:v>
                </c:pt>
                <c:pt idx="1344">
                  <c:v>120.42408376963353</c:v>
                </c:pt>
                <c:pt idx="1345">
                  <c:v>187.8260869565217</c:v>
                </c:pt>
                <c:pt idx="1346">
                  <c:v>250.83732057416267</c:v>
                </c:pt>
                <c:pt idx="1347">
                  <c:v>101.33928571428572</c:v>
                </c:pt>
                <c:pt idx="1348">
                  <c:v>231.96808510638297</c:v>
                </c:pt>
                <c:pt idx="1349">
                  <c:v>131.69230769230768</c:v>
                </c:pt>
                <c:pt idx="1350">
                  <c:v>200.46017699115043</c:v>
                </c:pt>
                <c:pt idx="1351">
                  <c:v>168.46913580246914</c:v>
                </c:pt>
                <c:pt idx="1352">
                  <c:v>219.95341614906832</c:v>
                </c:pt>
                <c:pt idx="1353">
                  <c:v>136.1904761904762</c:v>
                </c:pt>
                <c:pt idx="1354">
                  <c:v>237.78571428571428</c:v>
                </c:pt>
                <c:pt idx="1355">
                  <c:v>219.92307692307693</c:v>
                </c:pt>
                <c:pt idx="1356">
                  <c:v>210.1076923076923</c:v>
                </c:pt>
                <c:pt idx="1357">
                  <c:v>218.6</c:v>
                </c:pt>
                <c:pt idx="1358">
                  <c:v>182.7948717948718</c:v>
                </c:pt>
                <c:pt idx="1359">
                  <c:v>93.43478260869566</c:v>
                </c:pt>
                <c:pt idx="1360">
                  <c:v>176.92777777777778</c:v>
                </c:pt>
                <c:pt idx="1361">
                  <c:v>192.6071428571429</c:v>
                </c:pt>
                <c:pt idx="1362">
                  <c:v>138.0</c:v>
                </c:pt>
                <c:pt idx="1363">
                  <c:v>225.60294117647052</c:v>
                </c:pt>
                <c:pt idx="1364">
                  <c:v>269.5402298850575</c:v>
                </c:pt>
                <c:pt idx="1365">
                  <c:v>216.2372881355932</c:v>
                </c:pt>
                <c:pt idx="1366">
                  <c:v>240.7678571428572</c:v>
                </c:pt>
                <c:pt idx="1367">
                  <c:v>229.024647887324</c:v>
                </c:pt>
                <c:pt idx="1368">
                  <c:v>68.0</c:v>
                </c:pt>
                <c:pt idx="1369">
                  <c:v>97.2948717948718</c:v>
                </c:pt>
                <c:pt idx="1370">
                  <c:v>228.15079365079364</c:v>
                </c:pt>
                <c:pt idx="1371">
                  <c:v>231.2464589235128</c:v>
                </c:pt>
                <c:pt idx="1372">
                  <c:v>173.3</c:v>
                </c:pt>
                <c:pt idx="1373">
                  <c:v>143.57142857142858</c:v>
                </c:pt>
                <c:pt idx="1374">
                  <c:v>169.37037037037038</c:v>
                </c:pt>
                <c:pt idx="1375">
                  <c:v>127.75</c:v>
                </c:pt>
                <c:pt idx="1376">
                  <c:v>291.1889763779528</c:v>
                </c:pt>
                <c:pt idx="1377">
                  <c:v>277.8965517241379</c:v>
                </c:pt>
                <c:pt idx="1378">
                  <c:v>228.45194805194805</c:v>
                </c:pt>
                <c:pt idx="1379">
                  <c:v>279.9539078156313</c:v>
                </c:pt>
                <c:pt idx="1380">
                  <c:v>103.9298245614035</c:v>
                </c:pt>
                <c:pt idx="1381">
                  <c:v>225.5</c:v>
                </c:pt>
                <c:pt idx="1382">
                  <c:v>80.43243243243244</c:v>
                </c:pt>
                <c:pt idx="1383">
                  <c:v>96.4462365591398</c:v>
                </c:pt>
                <c:pt idx="1384">
                  <c:v>156.6315789473684</c:v>
                </c:pt>
                <c:pt idx="1385">
                  <c:v>117.8695652173913</c:v>
                </c:pt>
                <c:pt idx="1386">
                  <c:v>214.5257731958763</c:v>
                </c:pt>
                <c:pt idx="1387">
                  <c:v>294.2090163934426</c:v>
                </c:pt>
                <c:pt idx="1388">
                  <c:v>196.6153846153846</c:v>
                </c:pt>
                <c:pt idx="1389">
                  <c:v>107.82638888888889</c:v>
                </c:pt>
                <c:pt idx="1390">
                  <c:v>154.04312114989733</c:v>
                </c:pt>
                <c:pt idx="1391">
                  <c:v>62.92105263157895</c:v>
                </c:pt>
                <c:pt idx="1392">
                  <c:v>107.25490196078432</c:v>
                </c:pt>
                <c:pt idx="1393">
                  <c:v>147.8421052631579</c:v>
                </c:pt>
                <c:pt idx="1394">
                  <c:v>134.92</c:v>
                </c:pt>
                <c:pt idx="1395">
                  <c:v>287.2105263157895</c:v>
                </c:pt>
                <c:pt idx="1396">
                  <c:v>329.85555555555555</c:v>
                </c:pt>
                <c:pt idx="1397">
                  <c:v>172.50943396226415</c:v>
                </c:pt>
                <c:pt idx="1398">
                  <c:v>162.84347826086957</c:v>
                </c:pt>
                <c:pt idx="1399">
                  <c:v>250.23076923076923</c:v>
                </c:pt>
                <c:pt idx="1400">
                  <c:v>153.14705882352942</c:v>
                </c:pt>
                <c:pt idx="1401">
                  <c:v>122.4109589041096</c:v>
                </c:pt>
                <c:pt idx="1402">
                  <c:v>271.825</c:v>
                </c:pt>
                <c:pt idx="1403">
                  <c:v>111.59574468085108</c:v>
                </c:pt>
                <c:pt idx="1404">
                  <c:v>256.92957746478874</c:v>
                </c:pt>
                <c:pt idx="1405">
                  <c:v>177.0562248995984</c:v>
                </c:pt>
                <c:pt idx="1406">
                  <c:v>147.14545454545456</c:v>
                </c:pt>
                <c:pt idx="1407">
                  <c:v>184.3031784841076</c:v>
                </c:pt>
                <c:pt idx="1408">
                  <c:v>265.41237113402065</c:v>
                </c:pt>
                <c:pt idx="1409">
                  <c:v>88.01063829787235</c:v>
                </c:pt>
                <c:pt idx="1410">
                  <c:v>145.18380062305295</c:v>
                </c:pt>
                <c:pt idx="1411">
                  <c:v>249.64634146341464</c:v>
                </c:pt>
                <c:pt idx="1412">
                  <c:v>206.9333333333333</c:v>
                </c:pt>
                <c:pt idx="1413">
                  <c:v>135.24</c:v>
                </c:pt>
                <c:pt idx="1414">
                  <c:v>166.75531914893617</c:v>
                </c:pt>
                <c:pt idx="1415">
                  <c:v>178.46428571428572</c:v>
                </c:pt>
                <c:pt idx="1416">
                  <c:v>293.6461538461538</c:v>
                </c:pt>
                <c:pt idx="1417">
                  <c:v>192.0</c:v>
                </c:pt>
                <c:pt idx="1418">
                  <c:v>124.23255813953487</c:v>
                </c:pt>
                <c:pt idx="1419">
                  <c:v>170.6060606060606</c:v>
                </c:pt>
                <c:pt idx="1420">
                  <c:v>301.6223776223776</c:v>
                </c:pt>
                <c:pt idx="1421">
                  <c:v>95.5846153846154</c:v>
                </c:pt>
                <c:pt idx="1422">
                  <c:v>249.7676767676768</c:v>
                </c:pt>
                <c:pt idx="1423">
                  <c:v>124.36</c:v>
                </c:pt>
                <c:pt idx="1424">
                  <c:v>165.9659090909091</c:v>
                </c:pt>
                <c:pt idx="1425">
                  <c:v>137.030959752322</c:v>
                </c:pt>
                <c:pt idx="1426">
                  <c:v>288.6585365853659</c:v>
                </c:pt>
                <c:pt idx="1427">
                  <c:v>319.3541666666667</c:v>
                </c:pt>
                <c:pt idx="1428">
                  <c:v>125.4873949579832</c:v>
                </c:pt>
                <c:pt idx="1429">
                  <c:v>102.296875</c:v>
                </c:pt>
                <c:pt idx="1430">
                  <c:v>236.12727272727275</c:v>
                </c:pt>
                <c:pt idx="1431">
                  <c:v>173.475</c:v>
                </c:pt>
                <c:pt idx="1432">
                  <c:v>124.77083333333331</c:v>
                </c:pt>
                <c:pt idx="1433">
                  <c:v>285.25</c:v>
                </c:pt>
                <c:pt idx="1434">
                  <c:v>202.5151515151515</c:v>
                </c:pt>
                <c:pt idx="1435">
                  <c:v>283.7241379310345</c:v>
                </c:pt>
                <c:pt idx="1436">
                  <c:v>131.63926940639269</c:v>
                </c:pt>
                <c:pt idx="1437">
                  <c:v>162.48327137546468</c:v>
                </c:pt>
                <c:pt idx="1438">
                  <c:v>175.76244343891403</c:v>
                </c:pt>
                <c:pt idx="1439">
                  <c:v>251.16129032258064</c:v>
                </c:pt>
                <c:pt idx="1440">
                  <c:v>204.11111111111111</c:v>
                </c:pt>
                <c:pt idx="1441">
                  <c:v>210.585</c:v>
                </c:pt>
                <c:pt idx="1442">
                  <c:v>141.475</c:v>
                </c:pt>
                <c:pt idx="1443">
                  <c:v>278.42105263157896</c:v>
                </c:pt>
                <c:pt idx="1444">
                  <c:v>185.65714285714284</c:v>
                </c:pt>
                <c:pt idx="1445">
                  <c:v>124.94871794871794</c:v>
                </c:pt>
                <c:pt idx="1446">
                  <c:v>150.30379746835442</c:v>
                </c:pt>
                <c:pt idx="1447">
                  <c:v>160.52272727272728</c:v>
                </c:pt>
                <c:pt idx="1448">
                  <c:v>294.21590909090907</c:v>
                </c:pt>
                <c:pt idx="1449">
                  <c:v>187.85245901639345</c:v>
                </c:pt>
                <c:pt idx="1450">
                  <c:v>170.7027027027027</c:v>
                </c:pt>
                <c:pt idx="1451">
                  <c:v>158.82608695652175</c:v>
                </c:pt>
                <c:pt idx="1452">
                  <c:v>230.9217877094972</c:v>
                </c:pt>
                <c:pt idx="1453">
                  <c:v>97.68354430379746</c:v>
                </c:pt>
                <c:pt idx="1454">
                  <c:v>163.11627906976744</c:v>
                </c:pt>
                <c:pt idx="1455">
                  <c:v>327.7445887445887</c:v>
                </c:pt>
                <c:pt idx="1456">
                  <c:v>323.6896551724138</c:v>
                </c:pt>
                <c:pt idx="1457">
                  <c:v>190.1929824561404</c:v>
                </c:pt>
                <c:pt idx="1458">
                  <c:v>141.79381443298968</c:v>
                </c:pt>
                <c:pt idx="1459">
                  <c:v>278.8292682926829</c:v>
                </c:pt>
                <c:pt idx="1460">
                  <c:v>171.97122302158274</c:v>
                </c:pt>
                <c:pt idx="1461">
                  <c:v>216.4642857142857</c:v>
                </c:pt>
                <c:pt idx="1462">
                  <c:v>226.63888888888889</c:v>
                </c:pt>
                <c:pt idx="1463">
                  <c:v>101.93229166666669</c:v>
                </c:pt>
                <c:pt idx="1464">
                  <c:v>144.0</c:v>
                </c:pt>
                <c:pt idx="1465">
                  <c:v>124.1219512195122</c:v>
                </c:pt>
                <c:pt idx="1466">
                  <c:v>149.30927835051546</c:v>
                </c:pt>
                <c:pt idx="1467">
                  <c:v>282.44117647058823</c:v>
                </c:pt>
                <c:pt idx="1468">
                  <c:v>180.8055555555556</c:v>
                </c:pt>
                <c:pt idx="1469">
                  <c:v>265.3333333333333</c:v>
                </c:pt>
                <c:pt idx="1470">
                  <c:v>234.36789297658865</c:v>
                </c:pt>
                <c:pt idx="1471">
                  <c:v>151.1038961038961</c:v>
                </c:pt>
                <c:pt idx="1472">
                  <c:v>102.73333333333332</c:v>
                </c:pt>
                <c:pt idx="1473">
                  <c:v>150.71938775510205</c:v>
                </c:pt>
                <c:pt idx="1474">
                  <c:v>168.20689655172413</c:v>
                </c:pt>
                <c:pt idx="1475">
                  <c:v>186.36206896551724</c:v>
                </c:pt>
                <c:pt idx="1476">
                  <c:v>264.0</c:v>
                </c:pt>
                <c:pt idx="1477">
                  <c:v>179.6</c:v>
                </c:pt>
                <c:pt idx="1478">
                  <c:v>173.85454545454544</c:v>
                </c:pt>
                <c:pt idx="1479">
                  <c:v>141.1193181818182</c:v>
                </c:pt>
                <c:pt idx="1480">
                  <c:v>171.28735632183907</c:v>
                </c:pt>
                <c:pt idx="1481">
                  <c:v>140.02</c:v>
                </c:pt>
                <c:pt idx="1482">
                  <c:v>137.2962962962963</c:v>
                </c:pt>
                <c:pt idx="1483">
                  <c:v>137.02272727272728</c:v>
                </c:pt>
                <c:pt idx="1484">
                  <c:v>182.34246575342465</c:v>
                </c:pt>
                <c:pt idx="1485">
                  <c:v>143.23275862068965</c:v>
                </c:pt>
                <c:pt idx="1486">
                  <c:v>151.44761904761904</c:v>
                </c:pt>
                <c:pt idx="1487">
                  <c:v>106.75</c:v>
                </c:pt>
                <c:pt idx="1488">
                  <c:v>242.7037037037037</c:v>
                </c:pt>
                <c:pt idx="1489">
                  <c:v>100.55643044619424</c:v>
                </c:pt>
                <c:pt idx="1490">
                  <c:v>247.2173913043478</c:v>
                </c:pt>
                <c:pt idx="1491">
                  <c:v>214.984126984127</c:v>
                </c:pt>
                <c:pt idx="1492">
                  <c:v>200.22594142259413</c:v>
                </c:pt>
                <c:pt idx="1493">
                  <c:v>243.37254901960785</c:v>
                </c:pt>
                <c:pt idx="1494">
                  <c:v>140.3469387755102</c:v>
                </c:pt>
                <c:pt idx="1495">
                  <c:v>202.44117647058823</c:v>
                </c:pt>
                <c:pt idx="1496">
                  <c:v>181.3224043715847</c:v>
                </c:pt>
                <c:pt idx="1497">
                  <c:v>267.44</c:v>
                </c:pt>
                <c:pt idx="1498">
                  <c:v>122.74858757062148</c:v>
                </c:pt>
                <c:pt idx="1499">
                  <c:v>196.7774936061381</c:v>
                </c:pt>
                <c:pt idx="1500">
                  <c:v>182.9879518072289</c:v>
                </c:pt>
                <c:pt idx="1501">
                  <c:v>115.54347826086956</c:v>
                </c:pt>
                <c:pt idx="1502">
                  <c:v>172.3272727272727</c:v>
                </c:pt>
                <c:pt idx="1503">
                  <c:v>234.1153846153846</c:v>
                </c:pt>
                <c:pt idx="1504">
                  <c:v>293.75</c:v>
                </c:pt>
                <c:pt idx="1505">
                  <c:v>149.28733031674207</c:v>
                </c:pt>
                <c:pt idx="1506">
                  <c:v>226.8205128205128</c:v>
                </c:pt>
                <c:pt idx="1507">
                  <c:v>263.30882352941177</c:v>
                </c:pt>
                <c:pt idx="1508">
                  <c:v>281.5851063829787</c:v>
                </c:pt>
                <c:pt idx="1509">
                  <c:v>126.67213114754098</c:v>
                </c:pt>
                <c:pt idx="1510">
                  <c:v>273.9642857142857</c:v>
                </c:pt>
                <c:pt idx="1511">
                  <c:v>200.67441860465115</c:v>
                </c:pt>
                <c:pt idx="1512">
                  <c:v>341.5211267605634</c:v>
                </c:pt>
                <c:pt idx="1513">
                  <c:v>190.5438596491228</c:v>
                </c:pt>
                <c:pt idx="1514">
                  <c:v>120.6808510638298</c:v>
                </c:pt>
                <c:pt idx="1515">
                  <c:v>266.8833333333333</c:v>
                </c:pt>
                <c:pt idx="1516">
                  <c:v>174.51190476190476</c:v>
                </c:pt>
                <c:pt idx="1517">
                  <c:v>277.8421052631579</c:v>
                </c:pt>
                <c:pt idx="1518">
                  <c:v>295.8854166666667</c:v>
                </c:pt>
                <c:pt idx="1519">
                  <c:v>235.24489795918367</c:v>
                </c:pt>
                <c:pt idx="1520">
                  <c:v>31.45192698525365</c:v>
                </c:pt>
                <c:pt idx="1521">
                  <c:v>218.18965517241372</c:v>
                </c:pt>
                <c:pt idx="1522">
                  <c:v>86.05714285714286</c:v>
                </c:pt>
                <c:pt idx="1523">
                  <c:v>126.77142857142856</c:v>
                </c:pt>
                <c:pt idx="1524">
                  <c:v>261.4952380952381</c:v>
                </c:pt>
                <c:pt idx="1525">
                  <c:v>114.7997159090909</c:v>
                </c:pt>
                <c:pt idx="1526">
                  <c:v>194.6530612244898</c:v>
                </c:pt>
                <c:pt idx="1527">
                  <c:v>232.0904033379694</c:v>
                </c:pt>
                <c:pt idx="1528">
                  <c:v>163.3726708074534</c:v>
                </c:pt>
                <c:pt idx="1529">
                  <c:v>198.7450980392157</c:v>
                </c:pt>
                <c:pt idx="1530">
                  <c:v>276.82011605415863</c:v>
                </c:pt>
                <c:pt idx="1531">
                  <c:v>120.08450704225352</c:v>
                </c:pt>
                <c:pt idx="1532">
                  <c:v>153.86046511627907</c:v>
                </c:pt>
                <c:pt idx="1533">
                  <c:v>330.14728682170545</c:v>
                </c:pt>
                <c:pt idx="1534">
                  <c:v>237.33492822966508</c:v>
                </c:pt>
                <c:pt idx="1535">
                  <c:v>253.7008760951189</c:v>
                </c:pt>
                <c:pt idx="1536">
                  <c:v>187.11675126903555</c:v>
                </c:pt>
                <c:pt idx="1537">
                  <c:v>156.66666666666666</c:v>
                </c:pt>
                <c:pt idx="1538">
                  <c:v>284.53409090909093</c:v>
                </c:pt>
                <c:pt idx="1539">
                  <c:v>282.01680672268907</c:v>
                </c:pt>
                <c:pt idx="1540">
                  <c:v>207.8135593220339</c:v>
                </c:pt>
                <c:pt idx="1541">
                  <c:v>144.16847826086956</c:v>
                </c:pt>
                <c:pt idx="1542">
                  <c:v>89.1923076923077</c:v>
                </c:pt>
                <c:pt idx="1543">
                  <c:v>119.96428571428572</c:v>
                </c:pt>
                <c:pt idx="1544">
                  <c:v>214.83595505617976</c:v>
                </c:pt>
                <c:pt idx="1545">
                  <c:v>180.2619047619048</c:v>
                </c:pt>
                <c:pt idx="1546">
                  <c:v>261.5975609756098</c:v>
                </c:pt>
                <c:pt idx="1547">
                  <c:v>133.2972972972973</c:v>
                </c:pt>
                <c:pt idx="1548">
                  <c:v>202.75</c:v>
                </c:pt>
                <c:pt idx="1549">
                  <c:v>175.43333333333334</c:v>
                </c:pt>
                <c:pt idx="1550">
                  <c:v>208.0353697749196</c:v>
                </c:pt>
                <c:pt idx="1551">
                  <c:v>251.77272727272728</c:v>
                </c:pt>
                <c:pt idx="1552">
                  <c:v>188.2813953488372</c:v>
                </c:pt>
                <c:pt idx="1553">
                  <c:v>243.48356807511732</c:v>
                </c:pt>
                <c:pt idx="1554">
                  <c:v>143.30275229357798</c:v>
                </c:pt>
                <c:pt idx="1555">
                  <c:v>96.24050632911391</c:v>
                </c:pt>
                <c:pt idx="1556">
                  <c:v>239.58467741935485</c:v>
                </c:pt>
                <c:pt idx="1557">
                  <c:v>116.10833333333332</c:v>
                </c:pt>
                <c:pt idx="1558">
                  <c:v>206.11494252873564</c:v>
                </c:pt>
                <c:pt idx="1559">
                  <c:v>102.75257731958764</c:v>
                </c:pt>
                <c:pt idx="1560">
                  <c:v>220.6136363636364</c:v>
                </c:pt>
                <c:pt idx="1561">
                  <c:v>135.35714285714286</c:v>
                </c:pt>
                <c:pt idx="1562">
                  <c:v>242.7563025210084</c:v>
                </c:pt>
                <c:pt idx="1563">
                  <c:v>272.50442477876106</c:v>
                </c:pt>
                <c:pt idx="1564">
                  <c:v>96.66666666666669</c:v>
                </c:pt>
                <c:pt idx="1565">
                  <c:v>117.08223684210526</c:v>
                </c:pt>
                <c:pt idx="1566">
                  <c:v>162.34285714285716</c:v>
                </c:pt>
                <c:pt idx="1567">
                  <c:v>225.130081300813</c:v>
                </c:pt>
                <c:pt idx="1568">
                  <c:v>140.74358974358975</c:v>
                </c:pt>
                <c:pt idx="1569">
                  <c:v>187.57142857142856</c:v>
                </c:pt>
                <c:pt idx="1570">
                  <c:v>112.0</c:v>
                </c:pt>
                <c:pt idx="1571">
                  <c:v>203.80327868852456</c:v>
                </c:pt>
                <c:pt idx="1572">
                  <c:v>183.7083333333333</c:v>
                </c:pt>
                <c:pt idx="1573">
                  <c:v>243.37614678899084</c:v>
                </c:pt>
                <c:pt idx="1574">
                  <c:v>360.9019607843137</c:v>
                </c:pt>
                <c:pt idx="1575">
                  <c:v>150.5728155339806</c:v>
                </c:pt>
                <c:pt idx="1576">
                  <c:v>203.3606557377049</c:v>
                </c:pt>
                <c:pt idx="1577">
                  <c:v>126.3</c:v>
                </c:pt>
                <c:pt idx="1578">
                  <c:v>249.8684210526316</c:v>
                </c:pt>
                <c:pt idx="1579">
                  <c:v>245.38</c:v>
                </c:pt>
                <c:pt idx="1580">
                  <c:v>222.23529411764707</c:v>
                </c:pt>
                <c:pt idx="1581">
                  <c:v>92.7710843373494</c:v>
                </c:pt>
                <c:pt idx="1582">
                  <c:v>177.64754098360655</c:v>
                </c:pt>
                <c:pt idx="1583">
                  <c:v>163.1304347826087</c:v>
                </c:pt>
                <c:pt idx="1584">
                  <c:v>191.63703703703703</c:v>
                </c:pt>
                <c:pt idx="1585">
                  <c:v>163.1547619047619</c:v>
                </c:pt>
                <c:pt idx="1586">
                  <c:v>236.67741935483872</c:v>
                </c:pt>
                <c:pt idx="1587">
                  <c:v>119.83625730994152</c:v>
                </c:pt>
                <c:pt idx="1588">
                  <c:v>200.57142857142856</c:v>
                </c:pt>
                <c:pt idx="1589">
                  <c:v>226.0833333333333</c:v>
                </c:pt>
                <c:pt idx="1590">
                  <c:v>215.1875</c:v>
                </c:pt>
                <c:pt idx="1591">
                  <c:v>107.78632478632478</c:v>
                </c:pt>
                <c:pt idx="1592">
                  <c:v>205.22727272727272</c:v>
                </c:pt>
                <c:pt idx="1593">
                  <c:v>103.48780487804878</c:v>
                </c:pt>
                <c:pt idx="1594">
                  <c:v>308.8448844884488</c:v>
                </c:pt>
                <c:pt idx="1595">
                  <c:v>126.50649350649353</c:v>
                </c:pt>
                <c:pt idx="1596">
                  <c:v>300.05</c:v>
                </c:pt>
                <c:pt idx="1597">
                  <c:v>268.109375</c:v>
                </c:pt>
                <c:pt idx="1598">
                  <c:v>250.82638888888889</c:v>
                </c:pt>
                <c:pt idx="1599">
                  <c:v>292.45054945054943</c:v>
                </c:pt>
                <c:pt idx="1600">
                  <c:v>259.5</c:v>
                </c:pt>
                <c:pt idx="1601">
                  <c:v>268.2826086956522</c:v>
                </c:pt>
                <c:pt idx="1602">
                  <c:v>248.84931506849315</c:v>
                </c:pt>
                <c:pt idx="1603">
                  <c:v>207.94736842105263</c:v>
                </c:pt>
                <c:pt idx="1604">
                  <c:v>217.51351351351352</c:v>
                </c:pt>
                <c:pt idx="1605">
                  <c:v>213.6220472440945</c:v>
                </c:pt>
                <c:pt idx="1606">
                  <c:v>197.2738336713996</c:v>
                </c:pt>
                <c:pt idx="1607">
                  <c:v>163.4862385321101</c:v>
                </c:pt>
                <c:pt idx="1608">
                  <c:v>121.7</c:v>
                </c:pt>
                <c:pt idx="1609">
                  <c:v>111.8</c:v>
                </c:pt>
                <c:pt idx="1610">
                  <c:v>109.987012987013</c:v>
                </c:pt>
                <c:pt idx="1611">
                  <c:v>168.47727272727272</c:v>
                </c:pt>
                <c:pt idx="1612">
                  <c:v>106.23404255319149</c:v>
                </c:pt>
                <c:pt idx="1613">
                  <c:v>208.64</c:v>
                </c:pt>
                <c:pt idx="1614">
                  <c:v>147.175</c:v>
                </c:pt>
                <c:pt idx="1615">
                  <c:v>266.92129032258066</c:v>
                </c:pt>
                <c:pt idx="1616">
                  <c:v>80.9375</c:v>
                </c:pt>
                <c:pt idx="1617">
                  <c:v>153.67441860465115</c:v>
                </c:pt>
                <c:pt idx="1618">
                  <c:v>212.2586206896552</c:v>
                </c:pt>
                <c:pt idx="1619">
                  <c:v>200.6428571428572</c:v>
                </c:pt>
                <c:pt idx="1620">
                  <c:v>98.12820512820512</c:v>
                </c:pt>
                <c:pt idx="1621">
                  <c:v>227.1951219512195</c:v>
                </c:pt>
                <c:pt idx="1622">
                  <c:v>277.8671875</c:v>
                </c:pt>
                <c:pt idx="1623">
                  <c:v>149.8941504178273</c:v>
                </c:pt>
                <c:pt idx="1624">
                  <c:v>136.42857142857142</c:v>
                </c:pt>
                <c:pt idx="1625">
                  <c:v>313.5211267605634</c:v>
                </c:pt>
                <c:pt idx="1626">
                  <c:v>184.7787610619469</c:v>
                </c:pt>
                <c:pt idx="1627">
                  <c:v>256.1687898089172</c:v>
                </c:pt>
                <c:pt idx="1628">
                  <c:v>240.5119047619048</c:v>
                </c:pt>
                <c:pt idx="1629">
                  <c:v>160.29681978798587</c:v>
                </c:pt>
                <c:pt idx="1630">
                  <c:v>179.5</c:v>
                </c:pt>
                <c:pt idx="1631">
                  <c:v>119.42105263157896</c:v>
                </c:pt>
                <c:pt idx="1632">
                  <c:v>279.75</c:v>
                </c:pt>
                <c:pt idx="1633">
                  <c:v>231.4247104247104</c:v>
                </c:pt>
                <c:pt idx="1634">
                  <c:v>189.1136363636364</c:v>
                </c:pt>
                <c:pt idx="1635">
                  <c:v>150.25</c:v>
                </c:pt>
                <c:pt idx="1636">
                  <c:v>132.23684210526315</c:v>
                </c:pt>
                <c:pt idx="1637">
                  <c:v>190.71052631578948</c:v>
                </c:pt>
                <c:pt idx="1638">
                  <c:v>216.320987654321</c:v>
                </c:pt>
                <c:pt idx="1639">
                  <c:v>209.1379310344828</c:v>
                </c:pt>
                <c:pt idx="1640">
                  <c:v>87.84905660377359</c:v>
                </c:pt>
                <c:pt idx="1641">
                  <c:v>270.21666666666664</c:v>
                </c:pt>
                <c:pt idx="1642">
                  <c:v>139.69387755102042</c:v>
                </c:pt>
                <c:pt idx="1643">
                  <c:v>209.9152542372881</c:v>
                </c:pt>
                <c:pt idx="1644">
                  <c:v>114.51</c:v>
                </c:pt>
                <c:pt idx="1645">
                  <c:v>257.03225806451616</c:v>
                </c:pt>
                <c:pt idx="1646">
                  <c:v>101.6126126126126</c:v>
                </c:pt>
                <c:pt idx="1647">
                  <c:v>243.5862068965517</c:v>
                </c:pt>
                <c:pt idx="1648">
                  <c:v>135.6</c:v>
                </c:pt>
                <c:pt idx="1649">
                  <c:v>87.08478802992519</c:v>
                </c:pt>
                <c:pt idx="1650">
                  <c:v>140.62857142857143</c:v>
                </c:pt>
                <c:pt idx="1651">
                  <c:v>130.84722222222223</c:v>
                </c:pt>
                <c:pt idx="1652">
                  <c:v>130.84137931034482</c:v>
                </c:pt>
                <c:pt idx="1653">
                  <c:v>229.94117647058823</c:v>
                </c:pt>
                <c:pt idx="1654">
                  <c:v>189.02469135802468</c:v>
                </c:pt>
                <c:pt idx="1655">
                  <c:v>262.013698630137</c:v>
                </c:pt>
                <c:pt idx="1656">
                  <c:v>132.17021276595744</c:v>
                </c:pt>
                <c:pt idx="1657">
                  <c:v>174.5079365079365</c:v>
                </c:pt>
                <c:pt idx="1658">
                  <c:v>103.04577464788731</c:v>
                </c:pt>
                <c:pt idx="1659">
                  <c:v>114.93939393939394</c:v>
                </c:pt>
                <c:pt idx="1660">
                  <c:v>301.2705882352941</c:v>
                </c:pt>
                <c:pt idx="1661">
                  <c:v>218.36</c:v>
                </c:pt>
                <c:pt idx="1662">
                  <c:v>146.68965517241378</c:v>
                </c:pt>
                <c:pt idx="1663">
                  <c:v>178.03947368421052</c:v>
                </c:pt>
                <c:pt idx="1664">
                  <c:v>195.5928753180661</c:v>
                </c:pt>
                <c:pt idx="1665">
                  <c:v>146.20224719101122</c:v>
                </c:pt>
                <c:pt idx="1666">
                  <c:v>186.208</c:v>
                </c:pt>
                <c:pt idx="1667">
                  <c:v>249.0315789473684</c:v>
                </c:pt>
                <c:pt idx="1668">
                  <c:v>87.6923076923077</c:v>
                </c:pt>
                <c:pt idx="1669">
                  <c:v>89.16856492027335</c:v>
                </c:pt>
                <c:pt idx="1670">
                  <c:v>193.90666666666667</c:v>
                </c:pt>
                <c:pt idx="1671">
                  <c:v>278.4404761904762</c:v>
                </c:pt>
                <c:pt idx="1672">
                  <c:v>150.03333333333333</c:v>
                </c:pt>
                <c:pt idx="1673">
                  <c:v>165.84782608695653</c:v>
                </c:pt>
                <c:pt idx="1674">
                  <c:v>181.7140957446809</c:v>
                </c:pt>
                <c:pt idx="1675">
                  <c:v>221.4782608695652</c:v>
                </c:pt>
                <c:pt idx="1676">
                  <c:v>212.1320754716981</c:v>
                </c:pt>
                <c:pt idx="1677">
                  <c:v>202.96666666666667</c:v>
                </c:pt>
                <c:pt idx="1678">
                  <c:v>160.61904761904762</c:v>
                </c:pt>
                <c:pt idx="1679">
                  <c:v>189.73529411764707</c:v>
                </c:pt>
                <c:pt idx="1680">
                  <c:v>227.3150289017341</c:v>
                </c:pt>
                <c:pt idx="1681">
                  <c:v>206.9732824427481</c:v>
                </c:pt>
                <c:pt idx="1682">
                  <c:v>228.05454545454543</c:v>
                </c:pt>
                <c:pt idx="1683">
                  <c:v>87.75</c:v>
                </c:pt>
                <c:pt idx="1684">
                  <c:v>308.7118644067797</c:v>
                </c:pt>
                <c:pt idx="1685">
                  <c:v>224.25</c:v>
                </c:pt>
                <c:pt idx="1686">
                  <c:v>116.80748663101603</c:v>
                </c:pt>
                <c:pt idx="1687">
                  <c:v>216.23049001814883</c:v>
                </c:pt>
                <c:pt idx="1688">
                  <c:v>217.484375</c:v>
                </c:pt>
                <c:pt idx="1689">
                  <c:v>109.79591836734694</c:v>
                </c:pt>
                <c:pt idx="1690">
                  <c:v>184.77302631578948</c:v>
                </c:pt>
                <c:pt idx="1691">
                  <c:v>101.53191489361704</c:v>
                </c:pt>
                <c:pt idx="1692">
                  <c:v>143.0473372781065</c:v>
                </c:pt>
                <c:pt idx="1693">
                  <c:v>267.5755251985795</c:v>
                </c:pt>
                <c:pt idx="1694">
                  <c:v>248.44827586206893</c:v>
                </c:pt>
                <c:pt idx="1695">
                  <c:v>175.64285714285714</c:v>
                </c:pt>
                <c:pt idx="1696">
                  <c:v>281.8677685950413</c:v>
                </c:pt>
                <c:pt idx="1697">
                  <c:v>215.67307692307693</c:v>
                </c:pt>
                <c:pt idx="1698">
                  <c:v>77.68686868686869</c:v>
                </c:pt>
                <c:pt idx="1699">
                  <c:v>243.3428571428572</c:v>
                </c:pt>
                <c:pt idx="1700">
                  <c:v>71.27459618208516</c:v>
                </c:pt>
                <c:pt idx="1701">
                  <c:v>173.18861209964413</c:v>
                </c:pt>
                <c:pt idx="1702">
                  <c:v>274.56972111553785</c:v>
                </c:pt>
                <c:pt idx="1703">
                  <c:v>149.325</c:v>
                </c:pt>
                <c:pt idx="1704">
                  <c:v>181.22222222222223</c:v>
                </c:pt>
                <c:pt idx="1705">
                  <c:v>227.1056603773585</c:v>
                </c:pt>
                <c:pt idx="1706">
                  <c:v>238.83870967741936</c:v>
                </c:pt>
                <c:pt idx="1707">
                  <c:v>249.54621848739487</c:v>
                </c:pt>
                <c:pt idx="1708">
                  <c:v>272.8781515430579</c:v>
                </c:pt>
                <c:pt idx="1709">
                  <c:v>220.61507936507937</c:v>
                </c:pt>
                <c:pt idx="1710">
                  <c:v>153.140625</c:v>
                </c:pt>
                <c:pt idx="1711">
                  <c:v>231.48322147651007</c:v>
                </c:pt>
                <c:pt idx="1712">
                  <c:v>304.65671641791045</c:v>
                </c:pt>
                <c:pt idx="1713">
                  <c:v>235.39102564102564</c:v>
                </c:pt>
                <c:pt idx="1714">
                  <c:v>235.2926829268293</c:v>
                </c:pt>
                <c:pt idx="1715">
                  <c:v>97.19718309859157</c:v>
                </c:pt>
                <c:pt idx="1716">
                  <c:v>285.06607929515417</c:v>
                </c:pt>
                <c:pt idx="1717">
                  <c:v>298.8641975308642</c:v>
                </c:pt>
                <c:pt idx="1718">
                  <c:v>107.3623188405797</c:v>
                </c:pt>
                <c:pt idx="1719">
                  <c:v>235.25</c:v>
                </c:pt>
                <c:pt idx="1720">
                  <c:v>157.7704918032787</c:v>
                </c:pt>
                <c:pt idx="1721">
                  <c:v>230.1428571428572</c:v>
                </c:pt>
                <c:pt idx="1722">
                  <c:v>225.83809523809524</c:v>
                </c:pt>
                <c:pt idx="1723">
                  <c:v>178.3134328358209</c:v>
                </c:pt>
                <c:pt idx="1724">
                  <c:v>140.34375</c:v>
                </c:pt>
                <c:pt idx="1725">
                  <c:v>218.8741935483871</c:v>
                </c:pt>
                <c:pt idx="1726">
                  <c:v>247.58474576271183</c:v>
                </c:pt>
                <c:pt idx="1727">
                  <c:v>327.8125</c:v>
                </c:pt>
                <c:pt idx="1728">
                  <c:v>169.2095238095238</c:v>
                </c:pt>
                <c:pt idx="1729">
                  <c:v>110.89655172413794</c:v>
                </c:pt>
                <c:pt idx="1730">
                  <c:v>199.66037735849056</c:v>
                </c:pt>
                <c:pt idx="1731">
                  <c:v>194.3333333333333</c:v>
                </c:pt>
                <c:pt idx="1732">
                  <c:v>221.2992125984252</c:v>
                </c:pt>
                <c:pt idx="1733">
                  <c:v>175.87947882736157</c:v>
                </c:pt>
                <c:pt idx="1734">
                  <c:v>287.00244498777505</c:v>
                </c:pt>
                <c:pt idx="1735">
                  <c:v>231.0184615384616</c:v>
                </c:pt>
                <c:pt idx="1736">
                  <c:v>207.85365853658536</c:v>
                </c:pt>
                <c:pt idx="1737">
                  <c:v>145.28358208955223</c:v>
                </c:pt>
                <c:pt idx="1738">
                  <c:v>101.55072463768116</c:v>
                </c:pt>
                <c:pt idx="1739">
                  <c:v>85.8125</c:v>
                </c:pt>
                <c:pt idx="1740">
                  <c:v>113.0</c:v>
                </c:pt>
                <c:pt idx="1741">
                  <c:v>235.24444444444444</c:v>
                </c:pt>
                <c:pt idx="1742">
                  <c:v>227.1069518716577</c:v>
                </c:pt>
                <c:pt idx="1743">
                  <c:v>163.47619047619048</c:v>
                </c:pt>
                <c:pt idx="1744">
                  <c:v>280.1707317073171</c:v>
                </c:pt>
                <c:pt idx="1745">
                  <c:v>329.65359477124184</c:v>
                </c:pt>
                <c:pt idx="1746">
                  <c:v>215.52631578947367</c:v>
                </c:pt>
                <c:pt idx="1747">
                  <c:v>266.4102564102564</c:v>
                </c:pt>
                <c:pt idx="1748">
                  <c:v>217.4642857142857</c:v>
                </c:pt>
                <c:pt idx="1749">
                  <c:v>196.48101265822783</c:v>
                </c:pt>
                <c:pt idx="1750">
                  <c:v>102.76344086021506</c:v>
                </c:pt>
                <c:pt idx="1751">
                  <c:v>201.4406779661017</c:v>
                </c:pt>
                <c:pt idx="1752">
                  <c:v>300.6530612244898</c:v>
                </c:pt>
                <c:pt idx="1753">
                  <c:v>229.2947976878613</c:v>
                </c:pt>
                <c:pt idx="1754">
                  <c:v>153.57624113475177</c:v>
                </c:pt>
                <c:pt idx="1755">
                  <c:v>216.5335051546392</c:v>
                </c:pt>
                <c:pt idx="1756">
                  <c:v>289.8645833333333</c:v>
                </c:pt>
                <c:pt idx="1757">
                  <c:v>84.84848484848484</c:v>
                </c:pt>
                <c:pt idx="1758">
                  <c:v>177.95604395604394</c:v>
                </c:pt>
                <c:pt idx="1759">
                  <c:v>294.2857142857143</c:v>
                </c:pt>
                <c:pt idx="1760">
                  <c:v>218.8695652173913</c:v>
                </c:pt>
                <c:pt idx="1761">
                  <c:v>95.41304347826087</c:v>
                </c:pt>
                <c:pt idx="1762">
                  <c:v>166.0300751879699</c:v>
                </c:pt>
                <c:pt idx="1763">
                  <c:v>295.5882352941176</c:v>
                </c:pt>
                <c:pt idx="1764">
                  <c:v>149.1851851851852</c:v>
                </c:pt>
                <c:pt idx="1765">
                  <c:v>158.53571428571428</c:v>
                </c:pt>
                <c:pt idx="1766">
                  <c:v>6.158974078923767</c:v>
                </c:pt>
                <c:pt idx="1767">
                  <c:v>176.57328385899814</c:v>
                </c:pt>
                <c:pt idx="1768">
                  <c:v>201.3613445378151</c:v>
                </c:pt>
                <c:pt idx="1769">
                  <c:v>206.72413793103448</c:v>
                </c:pt>
                <c:pt idx="1770">
                  <c:v>106.45283018867924</c:v>
                </c:pt>
                <c:pt idx="1771">
                  <c:v>268.742774566474</c:v>
                </c:pt>
                <c:pt idx="1772">
                  <c:v>90.05797101449275</c:v>
                </c:pt>
                <c:pt idx="1773">
                  <c:v>154.76262626262627</c:v>
                </c:pt>
                <c:pt idx="1774">
                  <c:v>97.4460966542751</c:v>
                </c:pt>
                <c:pt idx="1775">
                  <c:v>183.55</c:v>
                </c:pt>
                <c:pt idx="1776">
                  <c:v>172.59459459459458</c:v>
                </c:pt>
                <c:pt idx="1777">
                  <c:v>171.04</c:v>
                </c:pt>
                <c:pt idx="1778">
                  <c:v>127.93548387096774</c:v>
                </c:pt>
                <c:pt idx="1779">
                  <c:v>218.45609065155807</c:v>
                </c:pt>
                <c:pt idx="1780">
                  <c:v>100.91111111111113</c:v>
                </c:pt>
                <c:pt idx="1781">
                  <c:v>284.8367346938776</c:v>
                </c:pt>
                <c:pt idx="1782">
                  <c:v>304.64</c:v>
                </c:pt>
                <c:pt idx="1783">
                  <c:v>182.97560975609755</c:v>
                </c:pt>
                <c:pt idx="1784">
                  <c:v>163.45</c:v>
                </c:pt>
                <c:pt idx="1785">
                  <c:v>127.53370786516854</c:v>
                </c:pt>
                <c:pt idx="1786">
                  <c:v>72.36111111111111</c:v>
                </c:pt>
                <c:pt idx="1787">
                  <c:v>188.5084745762712</c:v>
                </c:pt>
                <c:pt idx="1788">
                  <c:v>268.42105263157896</c:v>
                </c:pt>
                <c:pt idx="1789">
                  <c:v>187.12881355932203</c:v>
                </c:pt>
                <c:pt idx="1790">
                  <c:v>102.13157894736842</c:v>
                </c:pt>
                <c:pt idx="1791">
                  <c:v>235.0</c:v>
                </c:pt>
                <c:pt idx="1792">
                  <c:v>157.04</c:v>
                </c:pt>
                <c:pt idx="1793">
                  <c:v>246.29591836734693</c:v>
                </c:pt>
                <c:pt idx="1794">
                  <c:v>205.7894736842105</c:v>
                </c:pt>
                <c:pt idx="1795">
                  <c:v>214.6904761904762</c:v>
                </c:pt>
                <c:pt idx="1796">
                  <c:v>113.32432432432432</c:v>
                </c:pt>
                <c:pt idx="1797">
                  <c:v>169.77443609022558</c:v>
                </c:pt>
                <c:pt idx="1798">
                  <c:v>272.8615384615385</c:v>
                </c:pt>
                <c:pt idx="1799">
                  <c:v>115.3225806451613</c:v>
                </c:pt>
                <c:pt idx="1800">
                  <c:v>324.6666666666667</c:v>
                </c:pt>
                <c:pt idx="1801">
                  <c:v>252.984126984127</c:v>
                </c:pt>
                <c:pt idx="1802">
                  <c:v>142.34859154929578</c:v>
                </c:pt>
                <c:pt idx="1803">
                  <c:v>111.57777777777778</c:v>
                </c:pt>
                <c:pt idx="1804">
                  <c:v>127.16666666666669</c:v>
                </c:pt>
                <c:pt idx="1805">
                  <c:v>280.3818181818182</c:v>
                </c:pt>
                <c:pt idx="1806">
                  <c:v>152.13294797687865</c:v>
                </c:pt>
                <c:pt idx="1807">
                  <c:v>166.16666666666666</c:v>
                </c:pt>
                <c:pt idx="1808">
                  <c:v>157.16</c:v>
                </c:pt>
                <c:pt idx="1809">
                  <c:v>129.1</c:v>
                </c:pt>
                <c:pt idx="1810">
                  <c:v>135.4920634920635</c:v>
                </c:pt>
                <c:pt idx="1811">
                  <c:v>104.66666666666669</c:v>
                </c:pt>
                <c:pt idx="1812">
                  <c:v>215.6341463414634</c:v>
                </c:pt>
                <c:pt idx="1813">
                  <c:v>175.12345679012347</c:v>
                </c:pt>
                <c:pt idx="1814">
                  <c:v>142.60294117647058</c:v>
                </c:pt>
                <c:pt idx="1815">
                  <c:v>153.31884057971016</c:v>
                </c:pt>
                <c:pt idx="1816">
                  <c:v>167.4488188976378</c:v>
                </c:pt>
                <c:pt idx="1817">
                  <c:v>260.92857142857144</c:v>
                </c:pt>
                <c:pt idx="1818">
                  <c:v>221.3846153846154</c:v>
                </c:pt>
                <c:pt idx="1819">
                  <c:v>110.9</c:v>
                </c:pt>
                <c:pt idx="1820">
                  <c:v>210.2941176470588</c:v>
                </c:pt>
                <c:pt idx="1821">
                  <c:v>151.0</c:v>
                </c:pt>
                <c:pt idx="1822">
                  <c:v>96.64912280701756</c:v>
                </c:pt>
                <c:pt idx="1823">
                  <c:v>263.86021505376345</c:v>
                </c:pt>
                <c:pt idx="1824">
                  <c:v>218.3106060606061</c:v>
                </c:pt>
                <c:pt idx="1825">
                  <c:v>300.0251798561152</c:v>
                </c:pt>
                <c:pt idx="1826">
                  <c:v>192.88888888888889</c:v>
                </c:pt>
                <c:pt idx="1827">
                  <c:v>193.4883720930233</c:v>
                </c:pt>
                <c:pt idx="1828">
                  <c:v>121.06989247311829</c:v>
                </c:pt>
                <c:pt idx="1829">
                  <c:v>152.2921348314607</c:v>
                </c:pt>
                <c:pt idx="1830">
                  <c:v>280.9684813753582</c:v>
                </c:pt>
                <c:pt idx="1831">
                  <c:v>160.44015444015443</c:v>
                </c:pt>
                <c:pt idx="1832">
                  <c:v>257.60526315789474</c:v>
                </c:pt>
                <c:pt idx="1833">
                  <c:v>250.9681668496158</c:v>
                </c:pt>
                <c:pt idx="1834">
                  <c:v>137.2325581395349</c:v>
                </c:pt>
                <c:pt idx="1835">
                  <c:v>191.8333333333333</c:v>
                </c:pt>
                <c:pt idx="1836">
                  <c:v>159.9047619047619</c:v>
                </c:pt>
                <c:pt idx="1837">
                  <c:v>134.63953488372093</c:v>
                </c:pt>
                <c:pt idx="1838">
                  <c:v>250.76829268292684</c:v>
                </c:pt>
                <c:pt idx="1839">
                  <c:v>184.8615384615385</c:v>
                </c:pt>
                <c:pt idx="1840">
                  <c:v>110.71264367816092</c:v>
                </c:pt>
                <c:pt idx="1841">
                  <c:v>256.7</c:v>
                </c:pt>
                <c:pt idx="1842">
                  <c:v>287.0779220779221</c:v>
                </c:pt>
                <c:pt idx="1843">
                  <c:v>113.6153846153846</c:v>
                </c:pt>
                <c:pt idx="1844">
                  <c:v>259.7808219178082</c:v>
                </c:pt>
                <c:pt idx="1845">
                  <c:v>120.22222222222224</c:v>
                </c:pt>
                <c:pt idx="1846">
                  <c:v>275.8200589970501</c:v>
                </c:pt>
                <c:pt idx="1847">
                  <c:v>255.125</c:v>
                </c:pt>
                <c:pt idx="1848">
                  <c:v>134.40594059405942</c:v>
                </c:pt>
                <c:pt idx="1849">
                  <c:v>84.39837398373983</c:v>
                </c:pt>
                <c:pt idx="1850">
                  <c:v>314.07272727272726</c:v>
                </c:pt>
                <c:pt idx="1851">
                  <c:v>160.2018348623853</c:v>
                </c:pt>
                <c:pt idx="1852">
                  <c:v>229.28571428571428</c:v>
                </c:pt>
                <c:pt idx="1853">
                  <c:v>139.66666666666666</c:v>
                </c:pt>
                <c:pt idx="1854">
                  <c:v>250.53571428571428</c:v>
                </c:pt>
                <c:pt idx="1855">
                  <c:v>221.94306049822063</c:v>
                </c:pt>
                <c:pt idx="1856">
                  <c:v>300.6730769230769</c:v>
                </c:pt>
                <c:pt idx="1857">
                  <c:v>123.20689655172414</c:v>
                </c:pt>
                <c:pt idx="1858">
                  <c:v>176.76612903225808</c:v>
                </c:pt>
                <c:pt idx="1859">
                  <c:v>214.63374485596708</c:v>
                </c:pt>
                <c:pt idx="1860">
                  <c:v>170.1767955801105</c:v>
                </c:pt>
                <c:pt idx="1861">
                  <c:v>197.36274509803923</c:v>
                </c:pt>
                <c:pt idx="1862">
                  <c:v>71.73015873015873</c:v>
                </c:pt>
                <c:pt idx="1863">
                  <c:v>219.75466666666668</c:v>
                </c:pt>
                <c:pt idx="1864">
                  <c:v>193.76323987538944</c:v>
                </c:pt>
                <c:pt idx="1865">
                  <c:v>117.53571428571428</c:v>
                </c:pt>
                <c:pt idx="1866">
                  <c:v>244.8802083333333</c:v>
                </c:pt>
                <c:pt idx="1867">
                  <c:v>101.10810810810813</c:v>
                </c:pt>
                <c:pt idx="1868">
                  <c:v>304.1621621621622</c:v>
                </c:pt>
                <c:pt idx="1869">
                  <c:v>264.275</c:v>
                </c:pt>
                <c:pt idx="1870">
                  <c:v>187.46031746031747</c:v>
                </c:pt>
                <c:pt idx="1871">
                  <c:v>82.98982188295166</c:v>
                </c:pt>
                <c:pt idx="1872">
                  <c:v>275.76490066225165</c:v>
                </c:pt>
                <c:pt idx="1873">
                  <c:v>199.5833333333333</c:v>
                </c:pt>
                <c:pt idx="1874">
                  <c:v>173.92857142857142</c:v>
                </c:pt>
                <c:pt idx="1875">
                  <c:v>186.4739583333333</c:v>
                </c:pt>
                <c:pt idx="1876">
                  <c:v>231.2083333333333</c:v>
                </c:pt>
                <c:pt idx="1877">
                  <c:v>210.50925925925927</c:v>
                </c:pt>
                <c:pt idx="1878">
                  <c:v>141.96341463414635</c:v>
                </c:pt>
                <c:pt idx="1879">
                  <c:v>223.25</c:v>
                </c:pt>
                <c:pt idx="1880">
                  <c:v>271.70212765957444</c:v>
                </c:pt>
                <c:pt idx="1881">
                  <c:v>177.70149253731344</c:v>
                </c:pt>
                <c:pt idx="1882">
                  <c:v>210.35294117647052</c:v>
                </c:pt>
                <c:pt idx="1883">
                  <c:v>188.2445652173913</c:v>
                </c:pt>
                <c:pt idx="1884">
                  <c:v>223.63636363636363</c:v>
                </c:pt>
                <c:pt idx="1885">
                  <c:v>157.9319587628866</c:v>
                </c:pt>
                <c:pt idx="1886">
                  <c:v>212.13333333333333</c:v>
                </c:pt>
                <c:pt idx="1887">
                  <c:v>167.07441860465116</c:v>
                </c:pt>
                <c:pt idx="1888">
                  <c:v>234.6296296296296</c:v>
                </c:pt>
                <c:pt idx="1889">
                  <c:v>211.84070796460176</c:v>
                </c:pt>
                <c:pt idx="1890">
                  <c:v>259.64179104477614</c:v>
                </c:pt>
                <c:pt idx="1891">
                  <c:v>106.29885057471265</c:v>
                </c:pt>
                <c:pt idx="1892">
                  <c:v>105.56020942408377</c:v>
                </c:pt>
                <c:pt idx="1893">
                  <c:v>175.75510204081633</c:v>
                </c:pt>
                <c:pt idx="1894">
                  <c:v>183.9142857142857</c:v>
                </c:pt>
                <c:pt idx="1895">
                  <c:v>148.44444444444446</c:v>
                </c:pt>
                <c:pt idx="1896">
                  <c:v>102.54054054054056</c:v>
                </c:pt>
                <c:pt idx="1897">
                  <c:v>140.74074074074073</c:v>
                </c:pt>
                <c:pt idx="1898">
                  <c:v>113.33198380566802</c:v>
                </c:pt>
                <c:pt idx="1899">
                  <c:v>302.4335260115607</c:v>
                </c:pt>
                <c:pt idx="1900">
                  <c:v>129.41860465116278</c:v>
                </c:pt>
                <c:pt idx="1901">
                  <c:v>226.48717948717947</c:v>
                </c:pt>
                <c:pt idx="1902">
                  <c:v>242.26717557251908</c:v>
                </c:pt>
                <c:pt idx="1903">
                  <c:v>266.52941176470586</c:v>
                </c:pt>
                <c:pt idx="1904">
                  <c:v>110.51515151515152</c:v>
                </c:pt>
                <c:pt idx="1905">
                  <c:v>228.8051948051948</c:v>
                </c:pt>
                <c:pt idx="1906">
                  <c:v>224.12254901960785</c:v>
                </c:pt>
                <c:pt idx="1907">
                  <c:v>196.01060070671377</c:v>
                </c:pt>
                <c:pt idx="1908">
                  <c:v>228.8639053254438</c:v>
                </c:pt>
                <c:pt idx="1909">
                  <c:v>233.08163265306123</c:v>
                </c:pt>
                <c:pt idx="1910">
                  <c:v>10.331546238158582</c:v>
                </c:pt>
                <c:pt idx="1911">
                  <c:v>263.38461538461536</c:v>
                </c:pt>
                <c:pt idx="1912">
                  <c:v>155.4655172413793</c:v>
                </c:pt>
                <c:pt idx="1913">
                  <c:v>289.73972602739724</c:v>
                </c:pt>
                <c:pt idx="1914">
                  <c:v>264.5571428571429</c:v>
                </c:pt>
                <c:pt idx="1915">
                  <c:v>118.79166666666669</c:v>
                </c:pt>
                <c:pt idx="1916">
                  <c:v>254.55769230769232</c:v>
                </c:pt>
                <c:pt idx="1917">
                  <c:v>104.0</c:v>
                </c:pt>
                <c:pt idx="1918">
                  <c:v>103.55319148936172</c:v>
                </c:pt>
                <c:pt idx="1919">
                  <c:v>80.80392156862744</c:v>
                </c:pt>
                <c:pt idx="1920">
                  <c:v>173.11306532663318</c:v>
                </c:pt>
                <c:pt idx="1921">
                  <c:v>214.0188679245283</c:v>
                </c:pt>
                <c:pt idx="1922">
                  <c:v>122.44604316546764</c:v>
                </c:pt>
                <c:pt idx="1923">
                  <c:v>105.9753086419753</c:v>
                </c:pt>
                <c:pt idx="1924">
                  <c:v>309.50442477876106</c:v>
                </c:pt>
                <c:pt idx="1925">
                  <c:v>283.2391304347826</c:v>
                </c:pt>
                <c:pt idx="1926">
                  <c:v>300.2280701754386</c:v>
                </c:pt>
                <c:pt idx="1927">
                  <c:v>295.40408163265306</c:v>
                </c:pt>
                <c:pt idx="1928">
                  <c:v>212.609756097561</c:v>
                </c:pt>
                <c:pt idx="1929">
                  <c:v>128.0</c:v>
                </c:pt>
                <c:pt idx="1930">
                  <c:v>204.32142857142856</c:v>
                </c:pt>
                <c:pt idx="1931">
                  <c:v>275.6774193548387</c:v>
                </c:pt>
                <c:pt idx="1932">
                  <c:v>132.77272727272728</c:v>
                </c:pt>
                <c:pt idx="1933">
                  <c:v>224.5873362445415</c:v>
                </c:pt>
                <c:pt idx="1934">
                  <c:v>98.0</c:v>
                </c:pt>
                <c:pt idx="1935">
                  <c:v>152.4061135371179</c:v>
                </c:pt>
                <c:pt idx="1936">
                  <c:v>252.57894736842104</c:v>
                </c:pt>
                <c:pt idx="1937">
                  <c:v>172.24175824175825</c:v>
                </c:pt>
                <c:pt idx="1938">
                  <c:v>206.75</c:v>
                </c:pt>
                <c:pt idx="1939">
                  <c:v>224.58646616541355</c:v>
                </c:pt>
                <c:pt idx="1940">
                  <c:v>74.58415841584159</c:v>
                </c:pt>
                <c:pt idx="1941">
                  <c:v>125.54285714285714</c:v>
                </c:pt>
                <c:pt idx="1942">
                  <c:v>293.12280701754383</c:v>
                </c:pt>
                <c:pt idx="1943">
                  <c:v>241.79545454545453</c:v>
                </c:pt>
                <c:pt idx="1944">
                  <c:v>141.49056603773585</c:v>
                </c:pt>
                <c:pt idx="1945">
                  <c:v>269.1111111111111</c:v>
                </c:pt>
                <c:pt idx="1946">
                  <c:v>155.37777777777777</c:v>
                </c:pt>
                <c:pt idx="1947">
                  <c:v>155.65625</c:v>
                </c:pt>
                <c:pt idx="1948">
                  <c:v>106.32203389830508</c:v>
                </c:pt>
                <c:pt idx="1949">
                  <c:v>230.87027027027028</c:v>
                </c:pt>
                <c:pt idx="1950">
                  <c:v>202.9659090909091</c:v>
                </c:pt>
                <c:pt idx="1951">
                  <c:v>143.1011235955056</c:v>
                </c:pt>
                <c:pt idx="1952">
                  <c:v>294.7582781456954</c:v>
                </c:pt>
                <c:pt idx="1953">
                  <c:v>197.4262295081967</c:v>
                </c:pt>
                <c:pt idx="1954">
                  <c:v>149.44117647058823</c:v>
                </c:pt>
                <c:pt idx="1955">
                  <c:v>132.27083333333334</c:v>
                </c:pt>
                <c:pt idx="1956">
                  <c:v>154.08333333333334</c:v>
                </c:pt>
                <c:pt idx="1957">
                  <c:v>108.0</c:v>
                </c:pt>
                <c:pt idx="1958">
                  <c:v>168.8391959798995</c:v>
                </c:pt>
                <c:pt idx="1959">
                  <c:v>322.8809523809524</c:v>
                </c:pt>
                <c:pt idx="1960">
                  <c:v>202.40540540540545</c:v>
                </c:pt>
                <c:pt idx="1961">
                  <c:v>145.06666666666666</c:v>
                </c:pt>
                <c:pt idx="1962">
                  <c:v>72.65714285714286</c:v>
                </c:pt>
                <c:pt idx="1963">
                  <c:v>150.98684210526315</c:v>
                </c:pt>
                <c:pt idx="1964">
                  <c:v>209.2962962962963</c:v>
                </c:pt>
                <c:pt idx="1965">
                  <c:v>207.35443037974684</c:v>
                </c:pt>
                <c:pt idx="1966">
                  <c:v>79.26666666666667</c:v>
                </c:pt>
                <c:pt idx="1967">
                  <c:v>261.1830985915493</c:v>
                </c:pt>
                <c:pt idx="1968">
                  <c:v>309.6666666666667</c:v>
                </c:pt>
                <c:pt idx="1969">
                  <c:v>183.763358778626</c:v>
                </c:pt>
                <c:pt idx="1970">
                  <c:v>271.73413897280966</c:v>
                </c:pt>
                <c:pt idx="1971">
                  <c:v>228.7142857142857</c:v>
                </c:pt>
                <c:pt idx="1972">
                  <c:v>159.63934426229508</c:v>
                </c:pt>
                <c:pt idx="1973">
                  <c:v>167.93975903614458</c:v>
                </c:pt>
                <c:pt idx="1974">
                  <c:v>112.3152709359606</c:v>
                </c:pt>
                <c:pt idx="1975">
                  <c:v>176.64155844155843</c:v>
                </c:pt>
                <c:pt idx="1976">
                  <c:v>166.93115318416525</c:v>
                </c:pt>
                <c:pt idx="1977">
                  <c:v>172.79577464788733</c:v>
                </c:pt>
                <c:pt idx="1978">
                  <c:v>111.6</c:v>
                </c:pt>
                <c:pt idx="1979">
                  <c:v>269.23809523809524</c:v>
                </c:pt>
                <c:pt idx="1980">
                  <c:v>254.7089552238806</c:v>
                </c:pt>
                <c:pt idx="1981">
                  <c:v>158.7531380753138</c:v>
                </c:pt>
                <c:pt idx="1982">
                  <c:v>125.6060606060606</c:v>
                </c:pt>
                <c:pt idx="1983">
                  <c:v>89.2826655760336</c:v>
                </c:pt>
                <c:pt idx="1984">
                  <c:v>288.9012345679012</c:v>
                </c:pt>
                <c:pt idx="1985">
                  <c:v>169.8101604278075</c:v>
                </c:pt>
                <c:pt idx="1986">
                  <c:v>138.51724137931035</c:v>
                </c:pt>
                <c:pt idx="1987">
                  <c:v>189.45289855072463</c:v>
                </c:pt>
                <c:pt idx="1988">
                  <c:v>115.42222222222222</c:v>
                </c:pt>
                <c:pt idx="1989">
                  <c:v>139.41666666666666</c:v>
                </c:pt>
                <c:pt idx="1990">
                  <c:v>233.56666666666663</c:v>
                </c:pt>
                <c:pt idx="1991">
                  <c:v>249.21658986175115</c:v>
                </c:pt>
                <c:pt idx="1992">
                  <c:v>201.11428571428573</c:v>
                </c:pt>
                <c:pt idx="1993">
                  <c:v>240.31147540983608</c:v>
                </c:pt>
                <c:pt idx="1994">
                  <c:v>216.9718309859155</c:v>
                </c:pt>
                <c:pt idx="1995">
                  <c:v>204.4793103448276</c:v>
                </c:pt>
                <c:pt idx="1996">
                  <c:v>166.71698113207546</c:v>
                </c:pt>
                <c:pt idx="1997">
                  <c:v>241.9</c:v>
                </c:pt>
                <c:pt idx="1998">
                  <c:v>113.96875</c:v>
                </c:pt>
                <c:pt idx="1999">
                  <c:v>315.9390243902439</c:v>
                </c:pt>
                <c:pt idx="2000">
                  <c:v>208.2334905660377</c:v>
                </c:pt>
                <c:pt idx="2001">
                  <c:v>130.72327044025158</c:v>
                </c:pt>
                <c:pt idx="2002">
                  <c:v>207.7462686567164</c:v>
                </c:pt>
                <c:pt idx="2003">
                  <c:v>261.72850678733033</c:v>
                </c:pt>
                <c:pt idx="2004">
                  <c:v>202.84848484848484</c:v>
                </c:pt>
                <c:pt idx="2005">
                  <c:v>278.4179894179894</c:v>
                </c:pt>
                <c:pt idx="2006">
                  <c:v>250.97560975609755</c:v>
                </c:pt>
                <c:pt idx="2007">
                  <c:v>168.6039603960396</c:v>
                </c:pt>
                <c:pt idx="2008">
                  <c:v>178.91803278688525</c:v>
                </c:pt>
                <c:pt idx="2009">
                  <c:v>220.62181818181816</c:v>
                </c:pt>
                <c:pt idx="2010">
                  <c:v>233.5040650406504</c:v>
                </c:pt>
                <c:pt idx="2011">
                  <c:v>127.49382716049382</c:v>
                </c:pt>
                <c:pt idx="2012">
                  <c:v>104.8951048951049</c:v>
                </c:pt>
                <c:pt idx="2013">
                  <c:v>198.9116022099448</c:v>
                </c:pt>
                <c:pt idx="2014">
                  <c:v>296.0</c:v>
                </c:pt>
                <c:pt idx="2015">
                  <c:v>281.99</c:v>
                </c:pt>
                <c:pt idx="2016">
                  <c:v>166.40384615384616</c:v>
                </c:pt>
                <c:pt idx="2017">
                  <c:v>89.66666666666667</c:v>
                </c:pt>
                <c:pt idx="2018">
                  <c:v>12.059484547455666</c:v>
                </c:pt>
                <c:pt idx="2019">
                  <c:v>253.29166666666663</c:v>
                </c:pt>
                <c:pt idx="2020">
                  <c:v>154.1578947368421</c:v>
                </c:pt>
                <c:pt idx="2021">
                  <c:v>167.57894736842104</c:v>
                </c:pt>
                <c:pt idx="2022">
                  <c:v>124.98484848484848</c:v>
                </c:pt>
                <c:pt idx="2023">
                  <c:v>230.6206896551724</c:v>
                </c:pt>
                <c:pt idx="2024">
                  <c:v>375.84090909090907</c:v>
                </c:pt>
                <c:pt idx="2025">
                  <c:v>141.2</c:v>
                </c:pt>
                <c:pt idx="2026">
                  <c:v>200.1123595505618</c:v>
                </c:pt>
                <c:pt idx="2027">
                  <c:v>234.125</c:v>
                </c:pt>
                <c:pt idx="2028">
                  <c:v>268.4135338345865</c:v>
                </c:pt>
                <c:pt idx="2029">
                  <c:v>92.26785714285714</c:v>
                </c:pt>
                <c:pt idx="2030">
                  <c:v>197.42922374429224</c:v>
                </c:pt>
                <c:pt idx="2031">
                  <c:v>150.04347826086956</c:v>
                </c:pt>
                <c:pt idx="2032">
                  <c:v>238.1875</c:v>
                </c:pt>
                <c:pt idx="2033">
                  <c:v>203.5438596491228</c:v>
                </c:pt>
                <c:pt idx="2034">
                  <c:v>119.50261780104712</c:v>
                </c:pt>
                <c:pt idx="2035">
                  <c:v>208.5</c:v>
                </c:pt>
                <c:pt idx="2036">
                  <c:v>216.6315789473684</c:v>
                </c:pt>
                <c:pt idx="2037">
                  <c:v>88.48214285714286</c:v>
                </c:pt>
                <c:pt idx="2038">
                  <c:v>224.2659574468085</c:v>
                </c:pt>
                <c:pt idx="2039">
                  <c:v>139.76923076923077</c:v>
                </c:pt>
                <c:pt idx="2040">
                  <c:v>244.58407079646017</c:v>
                </c:pt>
                <c:pt idx="2041">
                  <c:v>215.141975308642</c:v>
                </c:pt>
                <c:pt idx="2042">
                  <c:v>211.5683229813665</c:v>
                </c:pt>
                <c:pt idx="2043">
                  <c:v>151.95238095238096</c:v>
                </c:pt>
                <c:pt idx="2044">
                  <c:v>263.35714285714283</c:v>
                </c:pt>
                <c:pt idx="2045">
                  <c:v>246.7076923076923</c:v>
                </c:pt>
                <c:pt idx="2046">
                  <c:v>140.86153846153846</c:v>
                </c:pt>
                <c:pt idx="2047">
                  <c:v>301.025</c:v>
                </c:pt>
                <c:pt idx="2048">
                  <c:v>234.7948717948718</c:v>
                </c:pt>
                <c:pt idx="2049">
                  <c:v>127.69565217391305</c:v>
                </c:pt>
                <c:pt idx="2050">
                  <c:v>102.46666666666668</c:v>
                </c:pt>
                <c:pt idx="2051">
                  <c:v>82.98675584417657</c:v>
                </c:pt>
                <c:pt idx="2052">
                  <c:v>126.14012738853503</c:v>
                </c:pt>
                <c:pt idx="2053">
                  <c:v>293.4367816091954</c:v>
                </c:pt>
                <c:pt idx="2054">
                  <c:v>103.19973718791064</c:v>
                </c:pt>
                <c:pt idx="2055">
                  <c:v>275.72033898305085</c:v>
                </c:pt>
                <c:pt idx="2056">
                  <c:v>130.33928571428572</c:v>
                </c:pt>
                <c:pt idx="2057">
                  <c:v>165.04577464788733</c:v>
                </c:pt>
                <c:pt idx="2058">
                  <c:v>133.0</c:v>
                </c:pt>
                <c:pt idx="2059">
                  <c:v>53.782051282051285</c:v>
                </c:pt>
                <c:pt idx="2060">
                  <c:v>210.5982300884956</c:v>
                </c:pt>
                <c:pt idx="2061">
                  <c:v>272.53968253968253</c:v>
                </c:pt>
                <c:pt idx="2062">
                  <c:v>222.46742209631728</c:v>
                </c:pt>
                <c:pt idx="2063">
                  <c:v>210.75</c:v>
                </c:pt>
                <c:pt idx="2064">
                  <c:v>123.85714285714286</c:v>
                </c:pt>
                <c:pt idx="2065">
                  <c:v>176.4814814814815</c:v>
                </c:pt>
                <c:pt idx="2066">
                  <c:v>138.8</c:v>
                </c:pt>
                <c:pt idx="2067">
                  <c:v>227.2362204724409</c:v>
                </c:pt>
                <c:pt idx="2068">
                  <c:v>259.5258620689655</c:v>
                </c:pt>
                <c:pt idx="2069">
                  <c:v>264.97662337662337</c:v>
                </c:pt>
                <c:pt idx="2070">
                  <c:v>239.1002004008016</c:v>
                </c:pt>
                <c:pt idx="2071">
                  <c:v>23.626648312572804</c:v>
                </c:pt>
                <c:pt idx="2072">
                  <c:v>270.98275862068965</c:v>
                </c:pt>
                <c:pt idx="2073">
                  <c:v>85.24324324324324</c:v>
                </c:pt>
                <c:pt idx="2074">
                  <c:v>123.47849462365592</c:v>
                </c:pt>
                <c:pt idx="2075">
                  <c:v>179.1578947368421</c:v>
                </c:pt>
                <c:pt idx="2076">
                  <c:v>127.1304347826087</c:v>
                </c:pt>
                <c:pt idx="2077">
                  <c:v>194.91752577319588</c:v>
                </c:pt>
                <c:pt idx="2078">
                  <c:v>244.344262295082</c:v>
                </c:pt>
                <c:pt idx="2079">
                  <c:v>207.0192307692308</c:v>
                </c:pt>
                <c:pt idx="2080">
                  <c:v>112.58333333333331</c:v>
                </c:pt>
                <c:pt idx="2081">
                  <c:v>165.5030800821355</c:v>
                </c:pt>
                <c:pt idx="2082">
                  <c:v>57.48684210526316</c:v>
                </c:pt>
                <c:pt idx="2083">
                  <c:v>99.90196078431372</c:v>
                </c:pt>
                <c:pt idx="2084">
                  <c:v>112.0421052631579</c:v>
                </c:pt>
                <c:pt idx="2085">
                  <c:v>174.72</c:v>
                </c:pt>
                <c:pt idx="2086">
                  <c:v>230.95906432748532</c:v>
                </c:pt>
                <c:pt idx="2087">
                  <c:v>294.60555555555555</c:v>
                </c:pt>
                <c:pt idx="2088">
                  <c:v>186.96226415094333</c:v>
                </c:pt>
                <c:pt idx="2089">
                  <c:v>173.28695652173914</c:v>
                </c:pt>
                <c:pt idx="2090">
                  <c:v>265.3122171945701</c:v>
                </c:pt>
                <c:pt idx="2091">
                  <c:v>164.0</c:v>
                </c:pt>
                <c:pt idx="2092">
                  <c:v>131.8082191780822</c:v>
                </c:pt>
                <c:pt idx="2093">
                  <c:v>258.0125</c:v>
                </c:pt>
                <c:pt idx="2094">
                  <c:v>93.56382978723404</c:v>
                </c:pt>
                <c:pt idx="2095">
                  <c:v>245.50704225352112</c:v>
                </c:pt>
                <c:pt idx="2096">
                  <c:v>226.7389558232932</c:v>
                </c:pt>
                <c:pt idx="2097">
                  <c:v>189.3090909090909</c:v>
                </c:pt>
                <c:pt idx="2098">
                  <c:v>190.43276283618584</c:v>
                </c:pt>
                <c:pt idx="2099">
                  <c:v>251.84536082474227</c:v>
                </c:pt>
                <c:pt idx="2100">
                  <c:v>135.9787234042553</c:v>
                </c:pt>
                <c:pt idx="2101">
                  <c:v>151.87227414330218</c:v>
                </c:pt>
                <c:pt idx="2102">
                  <c:v>251.78048780487805</c:v>
                </c:pt>
                <c:pt idx="2103">
                  <c:v>208.25</c:v>
                </c:pt>
                <c:pt idx="2104">
                  <c:v>133.16</c:v>
                </c:pt>
                <c:pt idx="2105">
                  <c:v>227.9468085106383</c:v>
                </c:pt>
                <c:pt idx="2106">
                  <c:v>164.94642857142858</c:v>
                </c:pt>
                <c:pt idx="2107">
                  <c:v>249.1846153846154</c:v>
                </c:pt>
                <c:pt idx="2108">
                  <c:v>251.65116279069767</c:v>
                </c:pt>
                <c:pt idx="2109">
                  <c:v>208.2325581395349</c:v>
                </c:pt>
                <c:pt idx="2110">
                  <c:v>204.4848484848485</c:v>
                </c:pt>
                <c:pt idx="2111">
                  <c:v>288.9475524475524</c:v>
                </c:pt>
                <c:pt idx="2112">
                  <c:v>132.15384615384616</c:v>
                </c:pt>
                <c:pt idx="2113">
                  <c:v>238.77777777777777</c:v>
                </c:pt>
                <c:pt idx="2114">
                  <c:v>142.08</c:v>
                </c:pt>
                <c:pt idx="2115">
                  <c:v>198.29545454545453</c:v>
                </c:pt>
                <c:pt idx="2116">
                  <c:v>289.2926829268293</c:v>
                </c:pt>
                <c:pt idx="2117">
                  <c:v>317.6488095238095</c:v>
                </c:pt>
                <c:pt idx="2118">
                  <c:v>115.67226890756302</c:v>
                </c:pt>
                <c:pt idx="2119">
                  <c:v>212.79393939393933</c:v>
                </c:pt>
                <c:pt idx="2120">
                  <c:v>205.925</c:v>
                </c:pt>
                <c:pt idx="2121">
                  <c:v>163.10416666666666</c:v>
                </c:pt>
                <c:pt idx="2122">
                  <c:v>237.25</c:v>
                </c:pt>
                <c:pt idx="2123">
                  <c:v>165.24242424242425</c:v>
                </c:pt>
                <c:pt idx="2124">
                  <c:v>291.3793103448276</c:v>
                </c:pt>
                <c:pt idx="2125">
                  <c:v>160.73972602739727</c:v>
                </c:pt>
                <c:pt idx="2126">
                  <c:v>202.0817843866171</c:v>
                </c:pt>
                <c:pt idx="2127">
                  <c:v>236.21945701357467</c:v>
                </c:pt>
                <c:pt idx="2128">
                  <c:v>305.2073732718894</c:v>
                </c:pt>
                <c:pt idx="2129">
                  <c:v>180.76296296296297</c:v>
                </c:pt>
                <c:pt idx="2130">
                  <c:v>187.005</c:v>
                </c:pt>
                <c:pt idx="2131">
                  <c:v>178.3</c:v>
                </c:pt>
                <c:pt idx="2132">
                  <c:v>190.97142857142856</c:v>
                </c:pt>
                <c:pt idx="2133">
                  <c:v>136.92307692307693</c:v>
                </c:pt>
                <c:pt idx="2134">
                  <c:v>235.3417721518988</c:v>
                </c:pt>
                <c:pt idx="2135">
                  <c:v>127.63636363636364</c:v>
                </c:pt>
                <c:pt idx="2136">
                  <c:v>89.12209302325581</c:v>
                </c:pt>
                <c:pt idx="2137">
                  <c:v>259.39772727272725</c:v>
                </c:pt>
                <c:pt idx="2138">
                  <c:v>195.85991058122207</c:v>
                </c:pt>
                <c:pt idx="2139">
                  <c:v>227.35135135135133</c:v>
                </c:pt>
                <c:pt idx="2140">
                  <c:v>188.5652173913044</c:v>
                </c:pt>
                <c:pt idx="2141">
                  <c:v>234.3072625698324</c:v>
                </c:pt>
                <c:pt idx="2142">
                  <c:v>117.98101265822784</c:v>
                </c:pt>
                <c:pt idx="2143">
                  <c:v>160.6279069767442</c:v>
                </c:pt>
                <c:pt idx="2144">
                  <c:v>311.6969696969697</c:v>
                </c:pt>
                <c:pt idx="2145">
                  <c:v>172.27586206896552</c:v>
                </c:pt>
                <c:pt idx="2146">
                  <c:v>207.140350877193</c:v>
                </c:pt>
                <c:pt idx="2147">
                  <c:v>150.2577319587629</c:v>
                </c:pt>
                <c:pt idx="2148">
                  <c:v>302.1463414634146</c:v>
                </c:pt>
                <c:pt idx="2149">
                  <c:v>208.6474820143885</c:v>
                </c:pt>
                <c:pt idx="2150">
                  <c:v>188.22222222222223</c:v>
                </c:pt>
                <c:pt idx="2151">
                  <c:v>124.234375</c:v>
                </c:pt>
                <c:pt idx="2152">
                  <c:v>122.62666666666668</c:v>
                </c:pt>
                <c:pt idx="2153">
                  <c:v>211.5428571428572</c:v>
                </c:pt>
                <c:pt idx="2154">
                  <c:v>138.09756097560975</c:v>
                </c:pt>
                <c:pt idx="2155">
                  <c:v>139.23711340206185</c:v>
                </c:pt>
                <c:pt idx="2156">
                  <c:v>291.11764705882354</c:v>
                </c:pt>
                <c:pt idx="2157">
                  <c:v>199.0555555555556</c:v>
                </c:pt>
                <c:pt idx="2158">
                  <c:v>214.88</c:v>
                </c:pt>
                <c:pt idx="2159">
                  <c:v>183.79264214046825</c:v>
                </c:pt>
                <c:pt idx="2160">
                  <c:v>220.76623376623377</c:v>
                </c:pt>
                <c:pt idx="2161">
                  <c:v>119.0</c:v>
                </c:pt>
                <c:pt idx="2162">
                  <c:v>146.73979591836735</c:v>
                </c:pt>
                <c:pt idx="2163">
                  <c:v>168.13793103448276</c:v>
                </c:pt>
                <c:pt idx="2164">
                  <c:v>162.44827586206895</c:v>
                </c:pt>
                <c:pt idx="2165">
                  <c:v>270.46</c:v>
                </c:pt>
                <c:pt idx="2166">
                  <c:v>162.56666666666666</c:v>
                </c:pt>
                <c:pt idx="2167">
                  <c:v>187.7111111111111</c:v>
                </c:pt>
                <c:pt idx="2168">
                  <c:v>194.9454545454545</c:v>
                </c:pt>
                <c:pt idx="2169">
                  <c:v>133.52272727272728</c:v>
                </c:pt>
                <c:pt idx="2170">
                  <c:v>174.02298850574712</c:v>
                </c:pt>
                <c:pt idx="2171">
                  <c:v>161.14</c:v>
                </c:pt>
                <c:pt idx="2172">
                  <c:v>128.96296296296296</c:v>
                </c:pt>
                <c:pt idx="2173">
                  <c:v>111.72727272727272</c:v>
                </c:pt>
                <c:pt idx="2174">
                  <c:v>184.16438356164383</c:v>
                </c:pt>
                <c:pt idx="2175">
                  <c:v>214.31896551724137</c:v>
                </c:pt>
                <c:pt idx="2176">
                  <c:v>180.3238095238096</c:v>
                </c:pt>
                <c:pt idx="2177">
                  <c:v>133.76470588235293</c:v>
                </c:pt>
                <c:pt idx="2178">
                  <c:v>216.2407407407408</c:v>
                </c:pt>
                <c:pt idx="2179">
                  <c:v>155.0551181102362</c:v>
                </c:pt>
                <c:pt idx="2180">
                  <c:v>215.34782608695653</c:v>
                </c:pt>
                <c:pt idx="2181">
                  <c:v>200.04761904761904</c:v>
                </c:pt>
                <c:pt idx="2182">
                  <c:v>204.255230125523</c:v>
                </c:pt>
                <c:pt idx="2183">
                  <c:v>222.50980392156865</c:v>
                </c:pt>
                <c:pt idx="2184">
                  <c:v>127.28571428571428</c:v>
                </c:pt>
                <c:pt idx="2185">
                  <c:v>241.91176470588235</c:v>
                </c:pt>
                <c:pt idx="2186">
                  <c:v>181.9744990892532</c:v>
                </c:pt>
                <c:pt idx="2187">
                  <c:v>254.48</c:v>
                </c:pt>
                <c:pt idx="2188">
                  <c:v>109.135593220339</c:v>
                </c:pt>
                <c:pt idx="2189">
                  <c:v>139.15601023017902</c:v>
                </c:pt>
                <c:pt idx="2190">
                  <c:v>208.09638554216863</c:v>
                </c:pt>
                <c:pt idx="2191">
                  <c:v>71.84782608695652</c:v>
                </c:pt>
                <c:pt idx="2192">
                  <c:v>185.3636363636364</c:v>
                </c:pt>
                <c:pt idx="2193">
                  <c:v>197.73076923076923</c:v>
                </c:pt>
                <c:pt idx="2194">
                  <c:v>284.4230769230769</c:v>
                </c:pt>
                <c:pt idx="2195">
                  <c:v>187.8868778280543</c:v>
                </c:pt>
                <c:pt idx="2196">
                  <c:v>239.30769230769232</c:v>
                </c:pt>
                <c:pt idx="2197">
                  <c:v>262.1593137254902</c:v>
                </c:pt>
                <c:pt idx="2198">
                  <c:v>270.5</c:v>
                </c:pt>
                <c:pt idx="2199">
                  <c:v>116.67213114754098</c:v>
                </c:pt>
                <c:pt idx="2200">
                  <c:v>203.86428571428573</c:v>
                </c:pt>
                <c:pt idx="2201">
                  <c:v>175.11369509043928</c:v>
                </c:pt>
                <c:pt idx="2202">
                  <c:v>311.14084507042253</c:v>
                </c:pt>
                <c:pt idx="2203">
                  <c:v>208.0877192982456</c:v>
                </c:pt>
                <c:pt idx="2204">
                  <c:v>101.65957446808513</c:v>
                </c:pt>
                <c:pt idx="2205">
                  <c:v>228.38333333333333</c:v>
                </c:pt>
                <c:pt idx="2206">
                  <c:v>128.03571428571428</c:v>
                </c:pt>
                <c:pt idx="2207">
                  <c:v>277.0964912280702</c:v>
                </c:pt>
                <c:pt idx="2208">
                  <c:v>267.234375</c:v>
                </c:pt>
                <c:pt idx="2209">
                  <c:v>174.4251700680272</c:v>
                </c:pt>
                <c:pt idx="2210">
                  <c:v>92.04</c:v>
                </c:pt>
                <c:pt idx="2211">
                  <c:v>235.8793103448276</c:v>
                </c:pt>
                <c:pt idx="2212">
                  <c:v>138.42857142857142</c:v>
                </c:pt>
                <c:pt idx="2213">
                  <c:v>109.65714285714286</c:v>
                </c:pt>
                <c:pt idx="2214">
                  <c:v>333.77142857142854</c:v>
                </c:pt>
                <c:pt idx="2215">
                  <c:v>147.92613636363637</c:v>
                </c:pt>
                <c:pt idx="2216">
                  <c:v>195.44897959183675</c:v>
                </c:pt>
                <c:pt idx="2217">
                  <c:v>294.2336578581363</c:v>
                </c:pt>
                <c:pt idx="2218">
                  <c:v>212.0</c:v>
                </c:pt>
                <c:pt idx="2219">
                  <c:v>147.90196078431373</c:v>
                </c:pt>
                <c:pt idx="2220">
                  <c:v>288.47388781431334</c:v>
                </c:pt>
                <c:pt idx="2221">
                  <c:v>126.4225352112676</c:v>
                </c:pt>
                <c:pt idx="2222">
                  <c:v>220.4883720930233</c:v>
                </c:pt>
                <c:pt idx="2223">
                  <c:v>271.4651162790698</c:v>
                </c:pt>
                <c:pt idx="2224">
                  <c:v>244.7918660287081</c:v>
                </c:pt>
                <c:pt idx="2225">
                  <c:v>236.9048811013768</c:v>
                </c:pt>
                <c:pt idx="2226">
                  <c:v>169.38071065989848</c:v>
                </c:pt>
                <c:pt idx="2227">
                  <c:v>105.89333333333332</c:v>
                </c:pt>
                <c:pt idx="2228">
                  <c:v>293.25</c:v>
                </c:pt>
                <c:pt idx="2229">
                  <c:v>309.96638655462186</c:v>
                </c:pt>
                <c:pt idx="2230">
                  <c:v>246.25762711864408</c:v>
                </c:pt>
                <c:pt idx="2231">
                  <c:v>133.6195652173913</c:v>
                </c:pt>
                <c:pt idx="2232">
                  <c:v>123.85470085470084</c:v>
                </c:pt>
                <c:pt idx="2233">
                  <c:v>97.14285714285714</c:v>
                </c:pt>
                <c:pt idx="2234">
                  <c:v>257.80224719101125</c:v>
                </c:pt>
                <c:pt idx="2235">
                  <c:v>113.78571428571428</c:v>
                </c:pt>
                <c:pt idx="2236">
                  <c:v>274.5</c:v>
                </c:pt>
                <c:pt idx="2237">
                  <c:v>244.0121951219512</c:v>
                </c:pt>
                <c:pt idx="2238">
                  <c:v>137.2972972972973</c:v>
                </c:pt>
                <c:pt idx="2239">
                  <c:v>198.6818181818182</c:v>
                </c:pt>
                <c:pt idx="2240">
                  <c:v>208.88333333333333</c:v>
                </c:pt>
                <c:pt idx="2241">
                  <c:v>210.9163987138264</c:v>
                </c:pt>
                <c:pt idx="2242">
                  <c:v>289.04545454545456</c:v>
                </c:pt>
                <c:pt idx="2243">
                  <c:v>214.62325581395348</c:v>
                </c:pt>
                <c:pt idx="2244">
                  <c:v>296.0657276995305</c:v>
                </c:pt>
                <c:pt idx="2245">
                  <c:v>113.30275229357798</c:v>
                </c:pt>
                <c:pt idx="2246">
                  <c:v>104.20253164556962</c:v>
                </c:pt>
                <c:pt idx="2247">
                  <c:v>287.85483870967744</c:v>
                </c:pt>
                <c:pt idx="2248">
                  <c:v>119.875</c:v>
                </c:pt>
                <c:pt idx="2249">
                  <c:v>186.42528735632183</c:v>
                </c:pt>
                <c:pt idx="2250">
                  <c:v>100.69447047797564</c:v>
                </c:pt>
                <c:pt idx="2251">
                  <c:v>200.3181818181818</c:v>
                </c:pt>
                <c:pt idx="2252">
                  <c:v>129.55357142857142</c:v>
                </c:pt>
                <c:pt idx="2253">
                  <c:v>195.2268907563025</c:v>
                </c:pt>
                <c:pt idx="2254">
                  <c:v>280.4424778761062</c:v>
                </c:pt>
                <c:pt idx="2255">
                  <c:v>104.51428571428572</c:v>
                </c:pt>
                <c:pt idx="2256">
                  <c:v>115.94736842105264</c:v>
                </c:pt>
                <c:pt idx="2257">
                  <c:v>152.17142857142858</c:v>
                </c:pt>
                <c:pt idx="2258">
                  <c:v>290.7560975609756</c:v>
                </c:pt>
                <c:pt idx="2259">
                  <c:v>161.35897435897436</c:v>
                </c:pt>
                <c:pt idx="2260">
                  <c:v>213.3928571428572</c:v>
                </c:pt>
                <c:pt idx="2261">
                  <c:v>95.61904761904762</c:v>
                </c:pt>
                <c:pt idx="2262">
                  <c:v>249.04918032786884</c:v>
                </c:pt>
                <c:pt idx="2263">
                  <c:v>178.02083333333334</c:v>
                </c:pt>
                <c:pt idx="2264">
                  <c:v>297.6880733944954</c:v>
                </c:pt>
                <c:pt idx="2265">
                  <c:v>233.0695187165776</c:v>
                </c:pt>
                <c:pt idx="2266">
                  <c:v>139.63106796116506</c:v>
                </c:pt>
                <c:pt idx="2267">
                  <c:v>309.0327868852459</c:v>
                </c:pt>
                <c:pt idx="2268">
                  <c:v>111.6</c:v>
                </c:pt>
                <c:pt idx="2269">
                  <c:v>259.2368421052632</c:v>
                </c:pt>
                <c:pt idx="2270">
                  <c:v>235.14</c:v>
                </c:pt>
                <c:pt idx="2271">
                  <c:v>336.29411764705884</c:v>
                </c:pt>
                <c:pt idx="2272">
                  <c:v>95.855421686747</c:v>
                </c:pt>
                <c:pt idx="2273">
                  <c:v>97.3032786885246</c:v>
                </c:pt>
                <c:pt idx="2274">
                  <c:v>189.65217391304347</c:v>
                </c:pt>
                <c:pt idx="2275">
                  <c:v>171.2962962962963</c:v>
                </c:pt>
                <c:pt idx="2276">
                  <c:v>152.21428571428572</c:v>
                </c:pt>
                <c:pt idx="2277">
                  <c:v>188.56451612903223</c:v>
                </c:pt>
                <c:pt idx="2278">
                  <c:v>134.66666666666666</c:v>
                </c:pt>
                <c:pt idx="2279">
                  <c:v>190.28571428571428</c:v>
                </c:pt>
                <c:pt idx="2280">
                  <c:v>170.66666666666666</c:v>
                </c:pt>
                <c:pt idx="2281">
                  <c:v>161.203125</c:v>
                </c:pt>
                <c:pt idx="2282">
                  <c:v>120.52136752136752</c:v>
                </c:pt>
                <c:pt idx="2283">
                  <c:v>136.5681818181818</c:v>
                </c:pt>
                <c:pt idx="2284">
                  <c:v>113.51219512195122</c:v>
                </c:pt>
                <c:pt idx="2285">
                  <c:v>283.0</c:v>
                </c:pt>
                <c:pt idx="2286">
                  <c:v>110.97402597402598</c:v>
                </c:pt>
                <c:pt idx="2287">
                  <c:v>201.25</c:v>
                </c:pt>
                <c:pt idx="2288">
                  <c:v>303.0625</c:v>
                </c:pt>
                <c:pt idx="2289">
                  <c:v>194.47222222222223</c:v>
                </c:pt>
                <c:pt idx="2290">
                  <c:v>223.6043956043956</c:v>
                </c:pt>
                <c:pt idx="2291">
                  <c:v>298.64</c:v>
                </c:pt>
                <c:pt idx="2292">
                  <c:v>260.5217391304348</c:v>
                </c:pt>
                <c:pt idx="2293">
                  <c:v>211.8904109589041</c:v>
                </c:pt>
                <c:pt idx="2294">
                  <c:v>192.3333333333333</c:v>
                </c:pt>
                <c:pt idx="2295">
                  <c:v>192.3783783783784</c:v>
                </c:pt>
                <c:pt idx="2296">
                  <c:v>198.496062992126</c:v>
                </c:pt>
                <c:pt idx="2297">
                  <c:v>249.5456389452333</c:v>
                </c:pt>
                <c:pt idx="2298">
                  <c:v>192.0183486238532</c:v>
                </c:pt>
                <c:pt idx="2299">
                  <c:v>135.37142857142857</c:v>
                </c:pt>
                <c:pt idx="2300">
                  <c:v>99.86666666666666</c:v>
                </c:pt>
                <c:pt idx="2301">
                  <c:v>132.74025974025977</c:v>
                </c:pt>
                <c:pt idx="2302">
                  <c:v>131.97727272727272</c:v>
                </c:pt>
                <c:pt idx="2303">
                  <c:v>110.14893617021276</c:v>
                </c:pt>
                <c:pt idx="2304">
                  <c:v>201.73777777777772</c:v>
                </c:pt>
                <c:pt idx="2305">
                  <c:v>173.1</c:v>
                </c:pt>
                <c:pt idx="2306">
                  <c:v>263.1832258064516</c:v>
                </c:pt>
                <c:pt idx="2307">
                  <c:v>92.4903846153846</c:v>
                </c:pt>
                <c:pt idx="2308">
                  <c:v>150.2325581395349</c:v>
                </c:pt>
                <c:pt idx="2309">
                  <c:v>243.18965517241372</c:v>
                </c:pt>
                <c:pt idx="2310">
                  <c:v>188.1904761904762</c:v>
                </c:pt>
                <c:pt idx="2311">
                  <c:v>98.64102564102564</c:v>
                </c:pt>
                <c:pt idx="2312">
                  <c:v>284.8536585365854</c:v>
                </c:pt>
                <c:pt idx="2313">
                  <c:v>264.2734375</c:v>
                </c:pt>
                <c:pt idx="2314">
                  <c:v>132.84679665738162</c:v>
                </c:pt>
                <c:pt idx="2315">
                  <c:v>129.11904761904762</c:v>
                </c:pt>
                <c:pt idx="2316">
                  <c:v>296.7323943661972</c:v>
                </c:pt>
                <c:pt idx="2317">
                  <c:v>219.20353982300884</c:v>
                </c:pt>
                <c:pt idx="2318">
                  <c:v>174.4235668789809</c:v>
                </c:pt>
                <c:pt idx="2319">
                  <c:v>306.67857142857144</c:v>
                </c:pt>
                <c:pt idx="2320">
                  <c:v>142.2296819787986</c:v>
                </c:pt>
                <c:pt idx="2321">
                  <c:v>176.90625</c:v>
                </c:pt>
                <c:pt idx="2322">
                  <c:v>131.2982456140351</c:v>
                </c:pt>
                <c:pt idx="2323">
                  <c:v>247.3913043478261</c:v>
                </c:pt>
                <c:pt idx="2324">
                  <c:v>192.4324324324324</c:v>
                </c:pt>
                <c:pt idx="2325">
                  <c:v>223.25</c:v>
                </c:pt>
                <c:pt idx="2326">
                  <c:v>130.4318181818182</c:v>
                </c:pt>
                <c:pt idx="2327">
                  <c:v>152.44736842105263</c:v>
                </c:pt>
                <c:pt idx="2328">
                  <c:v>189.96491228070167</c:v>
                </c:pt>
                <c:pt idx="2329">
                  <c:v>227.2962962962963</c:v>
                </c:pt>
                <c:pt idx="2330">
                  <c:v>170.3448275862069</c:v>
                </c:pt>
                <c:pt idx="2331">
                  <c:v>103.69811320754717</c:v>
                </c:pt>
                <c:pt idx="2332">
                  <c:v>340.35</c:v>
                </c:pt>
                <c:pt idx="2333">
                  <c:v>78.09183673469387</c:v>
                </c:pt>
                <c:pt idx="2334">
                  <c:v>226.7457627118644</c:v>
                </c:pt>
                <c:pt idx="2335">
                  <c:v>109.115</c:v>
                </c:pt>
                <c:pt idx="2336">
                  <c:v>254.5</c:v>
                </c:pt>
                <c:pt idx="2337">
                  <c:v>67.68168168168168</c:v>
                </c:pt>
                <c:pt idx="2338">
                  <c:v>350.17241379310343</c:v>
                </c:pt>
                <c:pt idx="2339">
                  <c:v>161.21428571428572</c:v>
                </c:pt>
                <c:pt idx="2340">
                  <c:v>143.0573566084788</c:v>
                </c:pt>
                <c:pt idx="2341">
                  <c:v>156.57142857142858</c:v>
                </c:pt>
                <c:pt idx="2342">
                  <c:v>129.70833333333334</c:v>
                </c:pt>
                <c:pt idx="2343">
                  <c:v>126.87241379310343</c:v>
                </c:pt>
                <c:pt idx="2344">
                  <c:v>264.8627450980392</c:v>
                </c:pt>
                <c:pt idx="2345">
                  <c:v>205.19753086419752</c:v>
                </c:pt>
                <c:pt idx="2346">
                  <c:v>266.4246575342466</c:v>
                </c:pt>
                <c:pt idx="2347">
                  <c:v>226.7872340425532</c:v>
                </c:pt>
                <c:pt idx="2348">
                  <c:v>253.2962962962963</c:v>
                </c:pt>
                <c:pt idx="2349">
                  <c:v>95.69718309859157</c:v>
                </c:pt>
                <c:pt idx="2350">
                  <c:v>144.4909090909091</c:v>
                </c:pt>
                <c:pt idx="2351">
                  <c:v>292.2470588235294</c:v>
                </c:pt>
                <c:pt idx="2352">
                  <c:v>383.92</c:v>
                </c:pt>
                <c:pt idx="2353">
                  <c:v>138.5960591133005</c:v>
                </c:pt>
                <c:pt idx="2354">
                  <c:v>170.73417721518987</c:v>
                </c:pt>
                <c:pt idx="2355">
                  <c:v>177.78947368421052</c:v>
                </c:pt>
                <c:pt idx="2356">
                  <c:v>297.36895674300257</c:v>
                </c:pt>
                <c:pt idx="2357">
                  <c:v>142.38202247191012</c:v>
                </c:pt>
                <c:pt idx="2358">
                  <c:v>208.224</c:v>
                </c:pt>
                <c:pt idx="2359">
                  <c:v>232.1263157894737</c:v>
                </c:pt>
                <c:pt idx="2360">
                  <c:v>71.00854700854701</c:v>
                </c:pt>
                <c:pt idx="2361">
                  <c:v>79.37129840546697</c:v>
                </c:pt>
                <c:pt idx="2362">
                  <c:v>227.96666666666667</c:v>
                </c:pt>
                <c:pt idx="2363">
                  <c:v>186.2619047619048</c:v>
                </c:pt>
                <c:pt idx="2364">
                  <c:v>121.23333333333332</c:v>
                </c:pt>
                <c:pt idx="2365">
                  <c:v>156.8586956521739</c:v>
                </c:pt>
                <c:pt idx="2366">
                  <c:v>185.44015957446808</c:v>
                </c:pt>
                <c:pt idx="2367">
                  <c:v>192.0434782608696</c:v>
                </c:pt>
                <c:pt idx="2368">
                  <c:v>203.73584905660377</c:v>
                </c:pt>
                <c:pt idx="2369">
                  <c:v>232.6</c:v>
                </c:pt>
                <c:pt idx="2370">
                  <c:v>166.93650793650792</c:v>
                </c:pt>
                <c:pt idx="2371">
                  <c:v>186.1078431372549</c:v>
                </c:pt>
                <c:pt idx="2372">
                  <c:v>239.15028901734104</c:v>
                </c:pt>
                <c:pt idx="2373">
                  <c:v>199.8053435114504</c:v>
                </c:pt>
                <c:pt idx="2374">
                  <c:v>268.2909090909091</c:v>
                </c:pt>
                <c:pt idx="2375">
                  <c:v>111.08333333333331</c:v>
                </c:pt>
                <c:pt idx="2376">
                  <c:v>275.25</c:v>
                </c:pt>
                <c:pt idx="2377">
                  <c:v>147.3475935828877</c:v>
                </c:pt>
                <c:pt idx="2378">
                  <c:v>174.87840290381126</c:v>
                </c:pt>
                <c:pt idx="2379">
                  <c:v>206.578125</c:v>
                </c:pt>
                <c:pt idx="2380">
                  <c:v>124.90816326530611</c:v>
                </c:pt>
                <c:pt idx="2381">
                  <c:v>155.7878289473684</c:v>
                </c:pt>
                <c:pt idx="2382">
                  <c:v>104.46808510638296</c:v>
                </c:pt>
                <c:pt idx="2383">
                  <c:v>149.3491124260355</c:v>
                </c:pt>
                <c:pt idx="2384">
                  <c:v>266.875</c:v>
                </c:pt>
                <c:pt idx="2385">
                  <c:v>134.54545454545453</c:v>
                </c:pt>
                <c:pt idx="2386">
                  <c:v>238.48275862068965</c:v>
                </c:pt>
                <c:pt idx="2387">
                  <c:v>192.5857142857143</c:v>
                </c:pt>
                <c:pt idx="2388">
                  <c:v>266.2892561983471</c:v>
                </c:pt>
                <c:pt idx="2389">
                  <c:v>243.78846153846155</c:v>
                </c:pt>
                <c:pt idx="2390">
                  <c:v>85.06060606060606</c:v>
                </c:pt>
                <c:pt idx="2391">
                  <c:v>248.80714285714285</c:v>
                </c:pt>
                <c:pt idx="2392">
                  <c:v>121.5007342143906</c:v>
                </c:pt>
                <c:pt idx="2393">
                  <c:v>147.93950177935943</c:v>
                </c:pt>
                <c:pt idx="2394">
                  <c:v>241.7609561752988</c:v>
                </c:pt>
                <c:pt idx="2395">
                  <c:v>147.0875</c:v>
                </c:pt>
                <c:pt idx="2396">
                  <c:v>166.52777777777777</c:v>
                </c:pt>
                <c:pt idx="2397">
                  <c:v>278.8905660377358</c:v>
                </c:pt>
                <c:pt idx="2398">
                  <c:v>311.06451612903226</c:v>
                </c:pt>
                <c:pt idx="2399">
                  <c:v>179.72268907563026</c:v>
                </c:pt>
                <c:pt idx="2400">
                  <c:v>120.61111111111111</c:v>
                </c:pt>
                <c:pt idx="2401">
                  <c:v>194.4960317460317</c:v>
                </c:pt>
                <c:pt idx="2402">
                  <c:v>143.6875</c:v>
                </c:pt>
                <c:pt idx="2403">
                  <c:v>232.3758389261745</c:v>
                </c:pt>
                <c:pt idx="2404">
                  <c:v>253.73134328358208</c:v>
                </c:pt>
                <c:pt idx="2405">
                  <c:v>275.698717948718</c:v>
                </c:pt>
                <c:pt idx="2406">
                  <c:v>283.1951219512195</c:v>
                </c:pt>
                <c:pt idx="2407">
                  <c:v>109.3661971830986</c:v>
                </c:pt>
                <c:pt idx="2408">
                  <c:v>205.7797356828194</c:v>
                </c:pt>
                <c:pt idx="2409">
                  <c:v>327.17283950617286</c:v>
                </c:pt>
                <c:pt idx="2410">
                  <c:v>109.79710144927536</c:v>
                </c:pt>
                <c:pt idx="2411">
                  <c:v>280.1</c:v>
                </c:pt>
                <c:pt idx="2412">
                  <c:v>181.27868852459017</c:v>
                </c:pt>
                <c:pt idx="2413">
                  <c:v>232.1547619047619</c:v>
                </c:pt>
                <c:pt idx="2414">
                  <c:v>280.6095238095238</c:v>
                </c:pt>
                <c:pt idx="2415">
                  <c:v>187.28358208955223</c:v>
                </c:pt>
                <c:pt idx="2416">
                  <c:v>129.53125</c:v>
                </c:pt>
                <c:pt idx="2417">
                  <c:v>217.61612903225807</c:v>
                </c:pt>
                <c:pt idx="2418">
                  <c:v>295.7291666666667</c:v>
                </c:pt>
                <c:pt idx="2419">
                  <c:v>148.68571428571428</c:v>
                </c:pt>
                <c:pt idx="2420">
                  <c:v>150.31034482758622</c:v>
                </c:pt>
                <c:pt idx="2421">
                  <c:v>220.4339622641509</c:v>
                </c:pt>
                <c:pt idx="2422">
                  <c:v>201.19444444444449</c:v>
                </c:pt>
                <c:pt idx="2423">
                  <c:v>184.86614173228347</c:v>
                </c:pt>
                <c:pt idx="2424">
                  <c:v>238.48208469055373</c:v>
                </c:pt>
                <c:pt idx="2425">
                  <c:v>271.6625916870416</c:v>
                </c:pt>
                <c:pt idx="2426">
                  <c:v>189.80615384615385</c:v>
                </c:pt>
                <c:pt idx="2427">
                  <c:v>122.85365853658536</c:v>
                </c:pt>
                <c:pt idx="2428">
                  <c:v>108.71641791044776</c:v>
                </c:pt>
                <c:pt idx="2429">
                  <c:v>117.96376811594205</c:v>
                </c:pt>
                <c:pt idx="2430">
                  <c:v>154.125</c:v>
                </c:pt>
                <c:pt idx="2431">
                  <c:v>136.2675159235669</c:v>
                </c:pt>
                <c:pt idx="2432">
                  <c:v>277.55555555555554</c:v>
                </c:pt>
                <c:pt idx="2433">
                  <c:v>285.524064171123</c:v>
                </c:pt>
                <c:pt idx="2434">
                  <c:v>196.57142857142856</c:v>
                </c:pt>
                <c:pt idx="2435">
                  <c:v>306.6341463414634</c:v>
                </c:pt>
                <c:pt idx="2436">
                  <c:v>326.8169934640523</c:v>
                </c:pt>
                <c:pt idx="2437">
                  <c:v>298.2105263157895</c:v>
                </c:pt>
                <c:pt idx="2438">
                  <c:v>248.3846153846154</c:v>
                </c:pt>
                <c:pt idx="2439">
                  <c:v>187.6428571428572</c:v>
                </c:pt>
                <c:pt idx="2440">
                  <c:v>180.50632911392404</c:v>
                </c:pt>
                <c:pt idx="2441">
                  <c:v>118.71505376344086</c:v>
                </c:pt>
                <c:pt idx="2442">
                  <c:v>186.57627118644064</c:v>
                </c:pt>
                <c:pt idx="2443">
                  <c:v>280.78061224489795</c:v>
                </c:pt>
                <c:pt idx="2444">
                  <c:v>311.6184971098266</c:v>
                </c:pt>
                <c:pt idx="2445">
                  <c:v>163.1595744680851</c:v>
                </c:pt>
                <c:pt idx="2446">
                  <c:v>193.47938144329896</c:v>
                </c:pt>
                <c:pt idx="2447">
                  <c:v>252.51041666666663</c:v>
                </c:pt>
                <c:pt idx="2448">
                  <c:v>92.96969696969695</c:v>
                </c:pt>
                <c:pt idx="2449">
                  <c:v>176.24175824175825</c:v>
                </c:pt>
                <c:pt idx="2450">
                  <c:v>246.6190476190476</c:v>
                </c:pt>
                <c:pt idx="2451">
                  <c:v>158.34782608695653</c:v>
                </c:pt>
                <c:pt idx="2452">
                  <c:v>127.31521739130434</c:v>
                </c:pt>
                <c:pt idx="2453">
                  <c:v>210.7330827067669</c:v>
                </c:pt>
                <c:pt idx="2454">
                  <c:v>347.0882352941176</c:v>
                </c:pt>
                <c:pt idx="2455">
                  <c:v>207.2962962962963</c:v>
                </c:pt>
                <c:pt idx="2456">
                  <c:v>143.92857142857142</c:v>
                </c:pt>
                <c:pt idx="2457">
                  <c:v>177.33333333333334</c:v>
                </c:pt>
                <c:pt idx="2458">
                  <c:v>172.1187384044527</c:v>
                </c:pt>
                <c:pt idx="2459">
                  <c:v>189.01680672268907</c:v>
                </c:pt>
                <c:pt idx="2460">
                  <c:v>258.3793103448276</c:v>
                </c:pt>
                <c:pt idx="2461">
                  <c:v>99.90566037735849</c:v>
                </c:pt>
                <c:pt idx="2462">
                  <c:v>260.71965317919074</c:v>
                </c:pt>
                <c:pt idx="2463">
                  <c:v>91.04347826086956</c:v>
                </c:pt>
                <c:pt idx="2464">
                  <c:v>126.88383838383838</c:v>
                </c:pt>
                <c:pt idx="2465">
                  <c:v>109.41263940520446</c:v>
                </c:pt>
                <c:pt idx="2466">
                  <c:v>190.475</c:v>
                </c:pt>
                <c:pt idx="2467">
                  <c:v>179.06756756756758</c:v>
                </c:pt>
                <c:pt idx="2468">
                  <c:v>149.04</c:v>
                </c:pt>
                <c:pt idx="2469">
                  <c:v>146.5806451612903</c:v>
                </c:pt>
                <c:pt idx="2470">
                  <c:v>211.06232294617564</c:v>
                </c:pt>
                <c:pt idx="2471">
                  <c:v>97.24444444444444</c:v>
                </c:pt>
                <c:pt idx="2472">
                  <c:v>220.42857142857144</c:v>
                </c:pt>
                <c:pt idx="2473">
                  <c:v>184.54</c:v>
                </c:pt>
                <c:pt idx="2474">
                  <c:v>179.97560975609755</c:v>
                </c:pt>
                <c:pt idx="2475">
                  <c:v>240.2</c:v>
                </c:pt>
                <c:pt idx="2476">
                  <c:v>203.3932584269663</c:v>
                </c:pt>
                <c:pt idx="2477">
                  <c:v>87.36111111111111</c:v>
                </c:pt>
                <c:pt idx="2478">
                  <c:v>172.5593220338983</c:v>
                </c:pt>
                <c:pt idx="2479">
                  <c:v>336.5964912280702</c:v>
                </c:pt>
                <c:pt idx="2480">
                  <c:v>215.97627118644067</c:v>
                </c:pt>
                <c:pt idx="2481">
                  <c:v>130.18421052631578</c:v>
                </c:pt>
                <c:pt idx="2482">
                  <c:v>254.58044164037847</c:v>
                </c:pt>
                <c:pt idx="2483">
                  <c:v>192.2</c:v>
                </c:pt>
                <c:pt idx="2484">
                  <c:v>240.81632653061223</c:v>
                </c:pt>
                <c:pt idx="2485">
                  <c:v>264.13157894736844</c:v>
                </c:pt>
                <c:pt idx="2486">
                  <c:v>137.47619047619048</c:v>
                </c:pt>
                <c:pt idx="2487">
                  <c:v>116.70270270270272</c:v>
                </c:pt>
                <c:pt idx="2488">
                  <c:v>97.0375939849624</c:v>
                </c:pt>
                <c:pt idx="2489">
                  <c:v>374.4</c:v>
                </c:pt>
                <c:pt idx="2490">
                  <c:v>157.29032258064515</c:v>
                </c:pt>
                <c:pt idx="2491">
                  <c:v>245.3703703703704</c:v>
                </c:pt>
                <c:pt idx="2492">
                  <c:v>187.3492063492064</c:v>
                </c:pt>
                <c:pt idx="2493">
                  <c:v>133.3732394366197</c:v>
                </c:pt>
                <c:pt idx="2494">
                  <c:v>98.47916666666669</c:v>
                </c:pt>
                <c:pt idx="2495">
                  <c:v>313.09090909090907</c:v>
                </c:pt>
                <c:pt idx="2496">
                  <c:v>178.57803468208093</c:v>
                </c:pt>
                <c:pt idx="2497">
                  <c:v>147.3</c:v>
                </c:pt>
                <c:pt idx="2498">
                  <c:v>181.28</c:v>
                </c:pt>
                <c:pt idx="2499">
                  <c:v>114.5</c:v>
                </c:pt>
                <c:pt idx="2500">
                  <c:v>188.67857142857144</c:v>
                </c:pt>
                <c:pt idx="2501">
                  <c:v>128.29166666666666</c:v>
                </c:pt>
                <c:pt idx="2502">
                  <c:v>300.609756097561</c:v>
                </c:pt>
                <c:pt idx="2503">
                  <c:v>232.4691358024692</c:v>
                </c:pt>
                <c:pt idx="2504">
                  <c:v>223.19117647058823</c:v>
                </c:pt>
                <c:pt idx="2505">
                  <c:v>51.66684704221202</c:v>
                </c:pt>
                <c:pt idx="2506">
                  <c:v>140.14173228346456</c:v>
                </c:pt>
                <c:pt idx="2507">
                  <c:v>295.36031746031745</c:v>
                </c:pt>
                <c:pt idx="2508">
                  <c:v>213.46153846153845</c:v>
                </c:pt>
                <c:pt idx="2509">
                  <c:v>117.45</c:v>
                </c:pt>
                <c:pt idx="2510">
                  <c:v>222.75294117647056</c:v>
                </c:pt>
                <c:pt idx="2511">
                  <c:v>142.4</c:v>
                </c:pt>
                <c:pt idx="2512">
                  <c:v>102.33333333333331</c:v>
                </c:pt>
                <c:pt idx="2513">
                  <c:v>328.494623655914</c:v>
                </c:pt>
                <c:pt idx="2514">
                  <c:v>332.34090909090907</c:v>
                </c:pt>
                <c:pt idx="2515">
                  <c:v>282.0251798561152</c:v>
                </c:pt>
                <c:pt idx="2516">
                  <c:v>223.7333333333333</c:v>
                </c:pt>
                <c:pt idx="2517">
                  <c:v>263.6046511627907</c:v>
                </c:pt>
                <c:pt idx="2518">
                  <c:v>120.79032258064515</c:v>
                </c:pt>
                <c:pt idx="2519">
                  <c:v>138.0</c:v>
                </c:pt>
                <c:pt idx="2520">
                  <c:v>277.2234957020057</c:v>
                </c:pt>
                <c:pt idx="2521">
                  <c:v>122.95752895752896</c:v>
                </c:pt>
                <c:pt idx="2522">
                  <c:v>266.10526315789474</c:v>
                </c:pt>
                <c:pt idx="2523">
                  <c:v>260.90230515916573</c:v>
                </c:pt>
                <c:pt idx="2524">
                  <c:v>111.6046511627907</c:v>
                </c:pt>
                <c:pt idx="2525">
                  <c:v>182.5833333333333</c:v>
                </c:pt>
                <c:pt idx="2526">
                  <c:v>206.0952380952381</c:v>
                </c:pt>
                <c:pt idx="2527">
                  <c:v>152.01162790697674</c:v>
                </c:pt>
                <c:pt idx="2528">
                  <c:v>258.4512195121951</c:v>
                </c:pt>
                <c:pt idx="2529">
                  <c:v>205.1076923076923</c:v>
                </c:pt>
                <c:pt idx="2530">
                  <c:v>130.86206896551724</c:v>
                </c:pt>
                <c:pt idx="2531">
                  <c:v>200.05</c:v>
                </c:pt>
                <c:pt idx="2532">
                  <c:v>350.09090909090907</c:v>
                </c:pt>
                <c:pt idx="2533">
                  <c:v>128.07692307692307</c:v>
                </c:pt>
                <c:pt idx="2534">
                  <c:v>272.5753424657534</c:v>
                </c:pt>
                <c:pt idx="2535">
                  <c:v>139.3968253968254</c:v>
                </c:pt>
                <c:pt idx="2536">
                  <c:v>236.33923303834808</c:v>
                </c:pt>
                <c:pt idx="2537">
                  <c:v>203.0208333333333</c:v>
                </c:pt>
                <c:pt idx="2538">
                  <c:v>163.94554455445544</c:v>
                </c:pt>
                <c:pt idx="2539">
                  <c:v>133.0487804878049</c:v>
                </c:pt>
                <c:pt idx="2540">
                  <c:v>314.8909090909091</c:v>
                </c:pt>
                <c:pt idx="2541">
                  <c:v>212.545871559633</c:v>
                </c:pt>
                <c:pt idx="2542">
                  <c:v>235.0</c:v>
                </c:pt>
                <c:pt idx="2543">
                  <c:v>126.75</c:v>
                </c:pt>
                <c:pt idx="2544">
                  <c:v>247.0</c:v>
                </c:pt>
                <c:pt idx="2545">
                  <c:v>270.43416370106763</c:v>
                </c:pt>
                <c:pt idx="2546">
                  <c:v>307.2307692307692</c:v>
                </c:pt>
                <c:pt idx="2547">
                  <c:v>144.31896551724137</c:v>
                </c:pt>
                <c:pt idx="2548">
                  <c:v>213.50806451612905</c:v>
                </c:pt>
                <c:pt idx="2549">
                  <c:v>248.61111111111111</c:v>
                </c:pt>
                <c:pt idx="2550">
                  <c:v>105.7292817679558</c:v>
                </c:pt>
                <c:pt idx="2551">
                  <c:v>174.23529411764707</c:v>
                </c:pt>
                <c:pt idx="2552">
                  <c:v>126.73015873015872</c:v>
                </c:pt>
                <c:pt idx="2553">
                  <c:v>247.68</c:v>
                </c:pt>
                <c:pt idx="2554">
                  <c:v>189.3177570093458</c:v>
                </c:pt>
                <c:pt idx="2555">
                  <c:v>144.16071428571428</c:v>
                </c:pt>
                <c:pt idx="2556">
                  <c:v>171.29166666666666</c:v>
                </c:pt>
                <c:pt idx="2557">
                  <c:v>176.79439252336448</c:v>
                </c:pt>
                <c:pt idx="2558">
                  <c:v>109.8108108108108</c:v>
                </c:pt>
                <c:pt idx="2559">
                  <c:v>294.1351351351352</c:v>
                </c:pt>
                <c:pt idx="2560">
                  <c:v>270.85</c:v>
                </c:pt>
                <c:pt idx="2561">
                  <c:v>238.1640211640212</c:v>
                </c:pt>
                <c:pt idx="2562">
                  <c:v>122.33078880407125</c:v>
                </c:pt>
                <c:pt idx="2563">
                  <c:v>249.5496688741722</c:v>
                </c:pt>
                <c:pt idx="2564">
                  <c:v>170.45238095238096</c:v>
                </c:pt>
                <c:pt idx="2565">
                  <c:v>108.75396825396824</c:v>
                </c:pt>
                <c:pt idx="2566">
                  <c:v>199.6927083333333</c:v>
                </c:pt>
                <c:pt idx="2567">
                  <c:v>236.25</c:v>
                </c:pt>
                <c:pt idx="2568">
                  <c:v>188.6851851851852</c:v>
                </c:pt>
                <c:pt idx="2569">
                  <c:v>208.02439024390245</c:v>
                </c:pt>
                <c:pt idx="2570">
                  <c:v>238.6071428571429</c:v>
                </c:pt>
                <c:pt idx="2571">
                  <c:v>365.07234042553193</c:v>
                </c:pt>
                <c:pt idx="2572">
                  <c:v>125.44776119402984</c:v>
                </c:pt>
                <c:pt idx="2573">
                  <c:v>267.0</c:v>
                </c:pt>
                <c:pt idx="2574">
                  <c:v>211.6590909090909</c:v>
                </c:pt>
                <c:pt idx="2575">
                  <c:v>182.0020618556701</c:v>
                </c:pt>
                <c:pt idx="2576">
                  <c:v>196.37777777777777</c:v>
                </c:pt>
                <c:pt idx="2577">
                  <c:v>233.31162790697675</c:v>
                </c:pt>
                <c:pt idx="2578">
                  <c:v>236.66666666666663</c:v>
                </c:pt>
                <c:pt idx="2579">
                  <c:v>156.41592920353983</c:v>
                </c:pt>
                <c:pt idx="2580">
                  <c:v>258.3955223880597</c:v>
                </c:pt>
                <c:pt idx="2581">
                  <c:v>132.4712643678161</c:v>
                </c:pt>
                <c:pt idx="2582">
                  <c:v>86.91099476439791</c:v>
                </c:pt>
                <c:pt idx="2583">
                  <c:v>265.38775510204084</c:v>
                </c:pt>
                <c:pt idx="2584">
                  <c:v>176.61428571428573</c:v>
                </c:pt>
                <c:pt idx="2585">
                  <c:v>151.8148148148148</c:v>
                </c:pt>
                <c:pt idx="2586">
                  <c:v>169.94594594594594</c:v>
                </c:pt>
                <c:pt idx="2587">
                  <c:v>130.33333333333334</c:v>
                </c:pt>
                <c:pt idx="2588">
                  <c:v>111.7327935222672</c:v>
                </c:pt>
                <c:pt idx="2589">
                  <c:v>311.4797687861272</c:v>
                </c:pt>
                <c:pt idx="2590">
                  <c:v>138.4418604651163</c:v>
                </c:pt>
                <c:pt idx="2591">
                  <c:v>264.06410256410254</c:v>
                </c:pt>
                <c:pt idx="2592">
                  <c:v>224.3206106870229</c:v>
                </c:pt>
                <c:pt idx="2593">
                  <c:v>184.39705882352945</c:v>
                </c:pt>
                <c:pt idx="2594">
                  <c:v>112.66666666666669</c:v>
                </c:pt>
                <c:pt idx="2595">
                  <c:v>239.45454545454547</c:v>
                </c:pt>
                <c:pt idx="2596">
                  <c:v>187.45343137254903</c:v>
                </c:pt>
                <c:pt idx="2597">
                  <c:v>230.08833922261485</c:v>
                </c:pt>
                <c:pt idx="2598">
                  <c:v>217.44378698224853</c:v>
                </c:pt>
                <c:pt idx="2599">
                  <c:v>277.42857142857144</c:v>
                </c:pt>
                <c:pt idx="2600">
                  <c:v>135.61881188118812</c:v>
                </c:pt>
                <c:pt idx="2601">
                  <c:v>188.25</c:v>
                </c:pt>
                <c:pt idx="2602">
                  <c:v>223.6379310344828</c:v>
                </c:pt>
                <c:pt idx="2603">
                  <c:v>274.16438356164383</c:v>
                </c:pt>
                <c:pt idx="2604">
                  <c:v>341.0857142857143</c:v>
                </c:pt>
                <c:pt idx="2605">
                  <c:v>126.41666666666669</c:v>
                </c:pt>
                <c:pt idx="2606">
                  <c:v>306.8269230769231</c:v>
                </c:pt>
                <c:pt idx="2607">
                  <c:v>109.28</c:v>
                </c:pt>
                <c:pt idx="2608">
                  <c:v>92.29787234042551</c:v>
                </c:pt>
                <c:pt idx="2609">
                  <c:v>92.3529411764706</c:v>
                </c:pt>
                <c:pt idx="2610">
                  <c:v>169.1180904522613</c:v>
                </c:pt>
                <c:pt idx="2611">
                  <c:v>232.11320754716985</c:v>
                </c:pt>
                <c:pt idx="2612">
                  <c:v>108.92446043165468</c:v>
                </c:pt>
                <c:pt idx="2613">
                  <c:v>98.2716049382716</c:v>
                </c:pt>
                <c:pt idx="2614">
                  <c:v>289.0774336283186</c:v>
                </c:pt>
                <c:pt idx="2615">
                  <c:v>271.25652173913045</c:v>
                </c:pt>
                <c:pt idx="2616">
                  <c:v>236.2280701754386</c:v>
                </c:pt>
                <c:pt idx="2617">
                  <c:v>300.9510204081633</c:v>
                </c:pt>
                <c:pt idx="2618">
                  <c:v>253.5853658536585</c:v>
                </c:pt>
                <c:pt idx="2619">
                  <c:v>120.35135135135135</c:v>
                </c:pt>
                <c:pt idx="2620">
                  <c:v>144.57142857142858</c:v>
                </c:pt>
                <c:pt idx="2621">
                  <c:v>196.9354838709677</c:v>
                </c:pt>
                <c:pt idx="2622">
                  <c:v>122.77272727272728</c:v>
                </c:pt>
                <c:pt idx="2623">
                  <c:v>196.23144104803487</c:v>
                </c:pt>
                <c:pt idx="2624">
                  <c:v>121.72881355932203</c:v>
                </c:pt>
                <c:pt idx="2625">
                  <c:v>141.65065502183407</c:v>
                </c:pt>
                <c:pt idx="2626">
                  <c:v>237.3684210526316</c:v>
                </c:pt>
                <c:pt idx="2627">
                  <c:v>208.84615384615384</c:v>
                </c:pt>
                <c:pt idx="2628">
                  <c:v>258.09375</c:v>
                </c:pt>
                <c:pt idx="2629">
                  <c:v>294.7481203007519</c:v>
                </c:pt>
                <c:pt idx="2630">
                  <c:v>92.44554455445544</c:v>
                </c:pt>
                <c:pt idx="2631">
                  <c:v>162.71428571428572</c:v>
                </c:pt>
                <c:pt idx="2632">
                  <c:v>299.2456140350877</c:v>
                </c:pt>
                <c:pt idx="2633">
                  <c:v>270.64772727272725</c:v>
                </c:pt>
                <c:pt idx="2634">
                  <c:v>150.49056603773585</c:v>
                </c:pt>
                <c:pt idx="2635">
                  <c:v>238.52777777777777</c:v>
                </c:pt>
                <c:pt idx="2636">
                  <c:v>146.2</c:v>
                </c:pt>
                <c:pt idx="2637">
                  <c:v>140.40625</c:v>
                </c:pt>
                <c:pt idx="2638">
                  <c:v>86.1864406779661</c:v>
                </c:pt>
                <c:pt idx="2639">
                  <c:v>184.04324324324324</c:v>
                </c:pt>
                <c:pt idx="2640">
                  <c:v>247.88636363636363</c:v>
                </c:pt>
                <c:pt idx="2641">
                  <c:v>123.75280898876404</c:v>
                </c:pt>
                <c:pt idx="2642">
                  <c:v>259.9668874172185</c:v>
                </c:pt>
                <c:pt idx="2643">
                  <c:v>159.85245901639345</c:v>
                </c:pt>
                <c:pt idx="2644">
                  <c:v>125.83333333333331</c:v>
                </c:pt>
                <c:pt idx="2645">
                  <c:v>174.0</c:v>
                </c:pt>
                <c:pt idx="2646">
                  <c:v>83.0</c:v>
                </c:pt>
                <c:pt idx="2647">
                  <c:v>194.4924623115578</c:v>
                </c:pt>
                <c:pt idx="2648">
                  <c:v>253.2142857142857</c:v>
                </c:pt>
                <c:pt idx="2649">
                  <c:v>209.0810810810811</c:v>
                </c:pt>
                <c:pt idx="2650">
                  <c:v>156.7</c:v>
                </c:pt>
                <c:pt idx="2651">
                  <c:v>102.54285714285714</c:v>
                </c:pt>
                <c:pt idx="2652">
                  <c:v>141.81578947368422</c:v>
                </c:pt>
                <c:pt idx="2653">
                  <c:v>180.5</c:v>
                </c:pt>
                <c:pt idx="2654">
                  <c:v>280.6835443037975</c:v>
                </c:pt>
                <c:pt idx="2655">
                  <c:v>126.66666666666669</c:v>
                </c:pt>
                <c:pt idx="2656">
                  <c:v>268.65845070422534</c:v>
                </c:pt>
                <c:pt idx="2657">
                  <c:v>272.46153846153845</c:v>
                </c:pt>
                <c:pt idx="2658">
                  <c:v>168.16030534351145</c:v>
                </c:pt>
                <c:pt idx="2659">
                  <c:v>249.4803625377644</c:v>
                </c:pt>
                <c:pt idx="2660">
                  <c:v>240.1071428571429</c:v>
                </c:pt>
                <c:pt idx="2661">
                  <c:v>340.7049180327869</c:v>
                </c:pt>
                <c:pt idx="2662">
                  <c:v>254.6144578313253</c:v>
                </c:pt>
                <c:pt idx="2663">
                  <c:v>198.79802955665025</c:v>
                </c:pt>
                <c:pt idx="2664">
                  <c:v>137.24223602484471</c:v>
                </c:pt>
                <c:pt idx="2665">
                  <c:v>173.17922077922077</c:v>
                </c:pt>
                <c:pt idx="2666">
                  <c:v>152.32185886402755</c:v>
                </c:pt>
                <c:pt idx="2667">
                  <c:v>212.43661971830983</c:v>
                </c:pt>
                <c:pt idx="2668">
                  <c:v>126.03809523809524</c:v>
                </c:pt>
                <c:pt idx="2669">
                  <c:v>281.06349206349205</c:v>
                </c:pt>
                <c:pt idx="2670">
                  <c:v>246.6417910447761</c:v>
                </c:pt>
                <c:pt idx="2671">
                  <c:v>202.35564853556485</c:v>
                </c:pt>
                <c:pt idx="2672">
                  <c:v>153.3939393939394</c:v>
                </c:pt>
                <c:pt idx="2673">
                  <c:v>260.19</c:v>
                </c:pt>
                <c:pt idx="2674">
                  <c:v>247.0493827160494</c:v>
                </c:pt>
                <c:pt idx="2675">
                  <c:v>278.2647058823529</c:v>
                </c:pt>
                <c:pt idx="2676">
                  <c:v>133.27586206896552</c:v>
                </c:pt>
                <c:pt idx="2677">
                  <c:v>165.69202898550725</c:v>
                </c:pt>
                <c:pt idx="2678">
                  <c:v>117.52222222222224</c:v>
                </c:pt>
                <c:pt idx="2679">
                  <c:v>150.6</c:v>
                </c:pt>
                <c:pt idx="2680">
                  <c:v>283.46666666666664</c:v>
                </c:pt>
                <c:pt idx="2681">
                  <c:v>231.9769585253456</c:v>
                </c:pt>
                <c:pt idx="2682">
                  <c:v>206.24761904761905</c:v>
                </c:pt>
                <c:pt idx="2683">
                  <c:v>282.88524590163934</c:v>
                </c:pt>
                <c:pt idx="2684">
                  <c:v>265.14084507042253</c:v>
                </c:pt>
                <c:pt idx="2685">
                  <c:v>132.82413793103447</c:v>
                </c:pt>
                <c:pt idx="2686">
                  <c:v>203.51572327044025</c:v>
                </c:pt>
                <c:pt idx="2687">
                  <c:v>268.75</c:v>
                </c:pt>
                <c:pt idx="2688">
                  <c:v>114.578125</c:v>
                </c:pt>
                <c:pt idx="2689">
                  <c:v>225.53658536585365</c:v>
                </c:pt>
                <c:pt idx="2690">
                  <c:v>221.54009433962264</c:v>
                </c:pt>
                <c:pt idx="2691">
                  <c:v>100.76100628930816</c:v>
                </c:pt>
                <c:pt idx="2692">
                  <c:v>156.50746268656715</c:v>
                </c:pt>
                <c:pt idx="2693">
                  <c:v>292.28280542986425</c:v>
                </c:pt>
                <c:pt idx="2694">
                  <c:v>205.54545454545453</c:v>
                </c:pt>
                <c:pt idx="2695">
                  <c:v>270.1957671957672</c:v>
                </c:pt>
                <c:pt idx="2696">
                  <c:v>303.2845528455285</c:v>
                </c:pt>
                <c:pt idx="2697">
                  <c:v>169.24257425742573</c:v>
                </c:pt>
                <c:pt idx="2698">
                  <c:v>188.1475409836065</c:v>
                </c:pt>
                <c:pt idx="2699">
                  <c:v>260.60727272727274</c:v>
                </c:pt>
                <c:pt idx="2700">
                  <c:v>231.9972899728997</c:v>
                </c:pt>
                <c:pt idx="2701">
                  <c:v>93.49382716049382</c:v>
                </c:pt>
                <c:pt idx="2702">
                  <c:v>77.62937062937063</c:v>
                </c:pt>
                <c:pt idx="2703">
                  <c:v>247.1878453038674</c:v>
                </c:pt>
                <c:pt idx="2704">
                  <c:v>253.3921568627451</c:v>
                </c:pt>
                <c:pt idx="2705">
                  <c:v>264.16</c:v>
                </c:pt>
                <c:pt idx="2706">
                  <c:v>219.92307692307693</c:v>
                </c:pt>
                <c:pt idx="2707">
                  <c:v>150.8148148148148</c:v>
                </c:pt>
                <c:pt idx="2708">
                  <c:v>126.09243697478992</c:v>
                </c:pt>
                <c:pt idx="2709">
                  <c:v>266.8125</c:v>
                </c:pt>
                <c:pt idx="2710">
                  <c:v>127.34210526315788</c:v>
                </c:pt>
                <c:pt idx="2711">
                  <c:v>213.46052631578948</c:v>
                </c:pt>
                <c:pt idx="2712">
                  <c:v>94.3030303030303</c:v>
                </c:pt>
                <c:pt idx="2713">
                  <c:v>240.51724137931035</c:v>
                </c:pt>
                <c:pt idx="2714">
                  <c:v>242.8636363636364</c:v>
                </c:pt>
                <c:pt idx="2715">
                  <c:v>104.76666666666668</c:v>
                </c:pt>
                <c:pt idx="2716">
                  <c:v>227.8426966292135</c:v>
                </c:pt>
                <c:pt idx="2717">
                  <c:v>151.3125</c:v>
                </c:pt>
                <c:pt idx="2718">
                  <c:v>366.8045112781955</c:v>
                </c:pt>
                <c:pt idx="2719">
                  <c:v>135.53571428571428</c:v>
                </c:pt>
                <c:pt idx="2720">
                  <c:v>170.5205479452055</c:v>
                </c:pt>
                <c:pt idx="2721">
                  <c:v>166.32608695652175</c:v>
                </c:pt>
                <c:pt idx="2722">
                  <c:v>200.35087719298247</c:v>
                </c:pt>
                <c:pt idx="2723">
                  <c:v>104.7434554973822</c:v>
                </c:pt>
                <c:pt idx="2724">
                  <c:v>281.2173913043478</c:v>
                </c:pt>
                <c:pt idx="2725">
                  <c:v>247.0622009569378</c:v>
                </c:pt>
                <c:pt idx="2726">
                  <c:v>99.875</c:v>
                </c:pt>
                <c:pt idx="2727">
                  <c:v>336.2872340425532</c:v>
                </c:pt>
                <c:pt idx="2728">
                  <c:v>143.53846153846155</c:v>
                </c:pt>
                <c:pt idx="2729">
                  <c:v>208.13274336283183</c:v>
                </c:pt>
                <c:pt idx="2730">
                  <c:v>190.8641975308642</c:v>
                </c:pt>
                <c:pt idx="2731">
                  <c:v>156.09316770186336</c:v>
                </c:pt>
                <c:pt idx="2732">
                  <c:v>210.1190476190476</c:v>
                </c:pt>
                <c:pt idx="2733">
                  <c:v>243.9642857142857</c:v>
                </c:pt>
                <c:pt idx="2734">
                  <c:v>250.8307692307692</c:v>
                </c:pt>
                <c:pt idx="2735">
                  <c:v>209.8307692307692</c:v>
                </c:pt>
                <c:pt idx="2736">
                  <c:v>228.575</c:v>
                </c:pt>
                <c:pt idx="2737">
                  <c:v>209.51282051282053</c:v>
                </c:pt>
                <c:pt idx="2738">
                  <c:v>110.2608695652174</c:v>
                </c:pt>
                <c:pt idx="2739">
                  <c:v>203.325</c:v>
                </c:pt>
                <c:pt idx="2740">
                  <c:v>262.0</c:v>
                </c:pt>
                <c:pt idx="2741">
                  <c:v>111.91082802547773</c:v>
                </c:pt>
                <c:pt idx="2742">
                  <c:v>209.9558823529412</c:v>
                </c:pt>
                <c:pt idx="2743">
                  <c:v>276.28735632183907</c:v>
                </c:pt>
                <c:pt idx="2744">
                  <c:v>85.65571616294349</c:v>
                </c:pt>
                <c:pt idx="2745">
                  <c:v>230.3135593220339</c:v>
                </c:pt>
                <c:pt idx="2746">
                  <c:v>220.375</c:v>
                </c:pt>
                <c:pt idx="2747">
                  <c:v>144.30281690140845</c:v>
                </c:pt>
                <c:pt idx="2748">
                  <c:v>112.62962962962963</c:v>
                </c:pt>
                <c:pt idx="2749">
                  <c:v>93.8076923076923</c:v>
                </c:pt>
                <c:pt idx="2750">
                  <c:v>255.09734513274336</c:v>
                </c:pt>
                <c:pt idx="2751">
                  <c:v>211.484126984127</c:v>
                </c:pt>
                <c:pt idx="2752">
                  <c:v>253.3399433427762</c:v>
                </c:pt>
                <c:pt idx="2753">
                  <c:v>212.05</c:v>
                </c:pt>
                <c:pt idx="2754">
                  <c:v>129.25</c:v>
                </c:pt>
                <c:pt idx="2755">
                  <c:v>220.40740740740745</c:v>
                </c:pt>
                <c:pt idx="2756">
                  <c:v>185.65</c:v>
                </c:pt>
                <c:pt idx="2757">
                  <c:v>201.2362204724409</c:v>
                </c:pt>
                <c:pt idx="2758">
                  <c:v>164.56896551724137</c:v>
                </c:pt>
                <c:pt idx="2759">
                  <c:v>236.02857142857144</c:v>
                </c:pt>
                <c:pt idx="2760">
                  <c:v>282.3707414829659</c:v>
                </c:pt>
                <c:pt idx="2761">
                  <c:v>109.94736842105264</c:v>
                </c:pt>
                <c:pt idx="2762">
                  <c:v>298.51724137931035</c:v>
                </c:pt>
                <c:pt idx="2763">
                  <c:v>84.66216216216216</c:v>
                </c:pt>
                <c:pt idx="2764">
                  <c:v>64.52688172043011</c:v>
                </c:pt>
                <c:pt idx="2765">
                  <c:v>154.59649122807016</c:v>
                </c:pt>
                <c:pt idx="2766">
                  <c:v>121.7391304347826</c:v>
                </c:pt>
                <c:pt idx="2767">
                  <c:v>142.5979381443299</c:v>
                </c:pt>
                <c:pt idx="2768">
                  <c:v>272.32377049180326</c:v>
                </c:pt>
                <c:pt idx="2769">
                  <c:v>206.94230769230768</c:v>
                </c:pt>
                <c:pt idx="2770">
                  <c:v>91.46527777777776</c:v>
                </c:pt>
                <c:pt idx="2771">
                  <c:v>137.78028747433265</c:v>
                </c:pt>
                <c:pt idx="2772">
                  <c:v>103.27631578947368</c:v>
                </c:pt>
                <c:pt idx="2773">
                  <c:v>127.88235294117646</c:v>
                </c:pt>
                <c:pt idx="2774">
                  <c:v>133.83157894736843</c:v>
                </c:pt>
                <c:pt idx="2775">
                  <c:v>162.24</c:v>
                </c:pt>
                <c:pt idx="2776">
                  <c:v>222.1695906432749</c:v>
                </c:pt>
                <c:pt idx="2777">
                  <c:v>285.1388888888889</c:v>
                </c:pt>
                <c:pt idx="2778">
                  <c:v>185.9245283018868</c:v>
                </c:pt>
                <c:pt idx="2779">
                  <c:v>206.62608695652173</c:v>
                </c:pt>
                <c:pt idx="2780">
                  <c:v>278.32579185520365</c:v>
                </c:pt>
                <c:pt idx="2781">
                  <c:v>128.8235294117647</c:v>
                </c:pt>
                <c:pt idx="2782">
                  <c:v>127.08219178082192</c:v>
                </c:pt>
                <c:pt idx="2783">
                  <c:v>294.3125</c:v>
                </c:pt>
                <c:pt idx="2784">
                  <c:v>101.17021276595744</c:v>
                </c:pt>
                <c:pt idx="2785">
                  <c:v>198.1267605633803</c:v>
                </c:pt>
                <c:pt idx="2786">
                  <c:v>132.0909090909091</c:v>
                </c:pt>
                <c:pt idx="2787">
                  <c:v>127.47677261613693</c:v>
                </c:pt>
                <c:pt idx="2788">
                  <c:v>233.0</c:v>
                </c:pt>
                <c:pt idx="2789">
                  <c:v>108.09308510638296</c:v>
                </c:pt>
                <c:pt idx="2790">
                  <c:v>123.30529595015577</c:v>
                </c:pt>
                <c:pt idx="2791">
                  <c:v>211.8130081300813</c:v>
                </c:pt>
                <c:pt idx="2792">
                  <c:v>174.11</c:v>
                </c:pt>
                <c:pt idx="2793">
                  <c:v>110.44</c:v>
                </c:pt>
                <c:pt idx="2794">
                  <c:v>260.40425531914894</c:v>
                </c:pt>
                <c:pt idx="2795">
                  <c:v>132.17857142857142</c:v>
                </c:pt>
                <c:pt idx="2796">
                  <c:v>190.1076923076923</c:v>
                </c:pt>
                <c:pt idx="2797">
                  <c:v>227.3023255813953</c:v>
                </c:pt>
                <c:pt idx="2798">
                  <c:v>172.90697674418604</c:v>
                </c:pt>
                <c:pt idx="2799">
                  <c:v>167.78787878787878</c:v>
                </c:pt>
                <c:pt idx="2800">
                  <c:v>236.15034965034965</c:v>
                </c:pt>
                <c:pt idx="2801">
                  <c:v>243.34343434343435</c:v>
                </c:pt>
                <c:pt idx="2802">
                  <c:v>127.12</c:v>
                </c:pt>
                <c:pt idx="2803">
                  <c:v>171.98863636363637</c:v>
                </c:pt>
                <c:pt idx="2804">
                  <c:v>133.71517027863777</c:v>
                </c:pt>
                <c:pt idx="2805">
                  <c:v>253.7317073170732</c:v>
                </c:pt>
                <c:pt idx="2806">
                  <c:v>345.42261904761904</c:v>
                </c:pt>
                <c:pt idx="2807">
                  <c:v>119.52941176470588</c:v>
                </c:pt>
                <c:pt idx="2808">
                  <c:v>101.984375</c:v>
                </c:pt>
                <c:pt idx="2809">
                  <c:v>215.8060606060606</c:v>
                </c:pt>
                <c:pt idx="2810">
                  <c:v>148.275</c:v>
                </c:pt>
                <c:pt idx="2811">
                  <c:v>112.66666666666669</c:v>
                </c:pt>
                <c:pt idx="2812">
                  <c:v>261.625</c:v>
                </c:pt>
                <c:pt idx="2813">
                  <c:v>156.9090909090909</c:v>
                </c:pt>
                <c:pt idx="2814">
                  <c:v>307.7586206896552</c:v>
                </c:pt>
                <c:pt idx="2815">
                  <c:v>158.23744292237444</c:v>
                </c:pt>
                <c:pt idx="2816">
                  <c:v>163.35687732342006</c:v>
                </c:pt>
                <c:pt idx="2817">
                  <c:v>179.58597285067873</c:v>
                </c:pt>
                <c:pt idx="2818">
                  <c:v>314.58986175115206</c:v>
                </c:pt>
                <c:pt idx="2819">
                  <c:v>195.46666666666667</c:v>
                </c:pt>
                <c:pt idx="2820">
                  <c:v>198.08</c:v>
                </c:pt>
                <c:pt idx="2821">
                  <c:v>138.85</c:v>
                </c:pt>
                <c:pt idx="2822">
                  <c:v>284.85526315789474</c:v>
                </c:pt>
                <c:pt idx="2823">
                  <c:v>187.2428571428572</c:v>
                </c:pt>
                <c:pt idx="2824">
                  <c:v>18.31326719570971</c:v>
                </c:pt>
                <c:pt idx="2825">
                  <c:v>209.35443037974684</c:v>
                </c:pt>
                <c:pt idx="2826">
                  <c:v>145.54545454545453</c:v>
                </c:pt>
                <c:pt idx="2827">
                  <c:v>139.16860465116278</c:v>
                </c:pt>
                <c:pt idx="2828">
                  <c:v>264.2386363636364</c:v>
                </c:pt>
                <c:pt idx="2829">
                  <c:v>156.42771982116244</c:v>
                </c:pt>
                <c:pt idx="2830">
                  <c:v>191.7567567567568</c:v>
                </c:pt>
                <c:pt idx="2831">
                  <c:v>165.91304347826087</c:v>
                </c:pt>
                <c:pt idx="2832">
                  <c:v>215.7039106145252</c:v>
                </c:pt>
                <c:pt idx="2833">
                  <c:v>120.18354430379746</c:v>
                </c:pt>
                <c:pt idx="2834">
                  <c:v>166.11627906976744</c:v>
                </c:pt>
                <c:pt idx="2835">
                  <c:v>281.9310344827586</c:v>
                </c:pt>
                <c:pt idx="2836">
                  <c:v>161.21052631578948</c:v>
                </c:pt>
                <c:pt idx="2837">
                  <c:v>166.4536082474227</c:v>
                </c:pt>
                <c:pt idx="2838">
                  <c:v>262.3414634146341</c:v>
                </c:pt>
                <c:pt idx="2839">
                  <c:v>132.80575539568346</c:v>
                </c:pt>
                <c:pt idx="2840">
                  <c:v>295.85714285714283</c:v>
                </c:pt>
                <c:pt idx="2841">
                  <c:v>169.76388888888889</c:v>
                </c:pt>
                <c:pt idx="2842">
                  <c:v>96.54166666666669</c:v>
                </c:pt>
                <c:pt idx="2843">
                  <c:v>123.33333333333331</c:v>
                </c:pt>
                <c:pt idx="2844">
                  <c:v>175.0857142857143</c:v>
                </c:pt>
                <c:pt idx="2845">
                  <c:v>133.97560975609755</c:v>
                </c:pt>
                <c:pt idx="2846">
                  <c:v>142.64948453608247</c:v>
                </c:pt>
                <c:pt idx="2847">
                  <c:v>273.0</c:v>
                </c:pt>
                <c:pt idx="2848">
                  <c:v>227.3055555555556</c:v>
                </c:pt>
                <c:pt idx="2849">
                  <c:v>296.84</c:v>
                </c:pt>
                <c:pt idx="2850">
                  <c:v>199.5819397993311</c:v>
                </c:pt>
                <c:pt idx="2851">
                  <c:v>202.4155844155844</c:v>
                </c:pt>
                <c:pt idx="2852">
                  <c:v>111.33333333333331</c:v>
                </c:pt>
                <c:pt idx="2853">
                  <c:v>163.15816326530611</c:v>
                </c:pt>
                <c:pt idx="2854">
                  <c:v>104.44827586206895</c:v>
                </c:pt>
                <c:pt idx="2855">
                  <c:v>150.63793103448276</c:v>
                </c:pt>
                <c:pt idx="2856">
                  <c:v>237.2</c:v>
                </c:pt>
                <c:pt idx="2857">
                  <c:v>178.53333333333333</c:v>
                </c:pt>
                <c:pt idx="2858">
                  <c:v>157.55555555555554</c:v>
                </c:pt>
                <c:pt idx="2859">
                  <c:v>149.72727272727272</c:v>
                </c:pt>
                <c:pt idx="2860">
                  <c:v>121.04545454545456</c:v>
                </c:pt>
                <c:pt idx="2861">
                  <c:v>185.32183908045977</c:v>
                </c:pt>
                <c:pt idx="2862">
                  <c:v>127.52</c:v>
                </c:pt>
                <c:pt idx="2863">
                  <c:v>151.22222222222223</c:v>
                </c:pt>
                <c:pt idx="2864">
                  <c:v>84.79545454545455</c:v>
                </c:pt>
                <c:pt idx="2865">
                  <c:v>156.35616438356163</c:v>
                </c:pt>
                <c:pt idx="2866">
                  <c:v>221.1034482758621</c:v>
                </c:pt>
                <c:pt idx="2867">
                  <c:v>124.55238095238096</c:v>
                </c:pt>
                <c:pt idx="2868">
                  <c:v>169.1764705882353</c:v>
                </c:pt>
                <c:pt idx="2869">
                  <c:v>162.75925925925927</c:v>
                </c:pt>
                <c:pt idx="2870">
                  <c:v>138.58792650918636</c:v>
                </c:pt>
                <c:pt idx="2871">
                  <c:v>247.7391304347826</c:v>
                </c:pt>
                <c:pt idx="2872">
                  <c:v>168.65079365079364</c:v>
                </c:pt>
                <c:pt idx="2873">
                  <c:v>183.0460251046025</c:v>
                </c:pt>
                <c:pt idx="2874">
                  <c:v>181.92156862745097</c:v>
                </c:pt>
                <c:pt idx="2875">
                  <c:v>121.12244897959184</c:v>
                </c:pt>
                <c:pt idx="2876">
                  <c:v>186.2941176470588</c:v>
                </c:pt>
                <c:pt idx="2877">
                  <c:v>184.40619307832424</c:v>
                </c:pt>
                <c:pt idx="2878">
                  <c:v>251.26</c:v>
                </c:pt>
                <c:pt idx="2879">
                  <c:v>108.29378531073446</c:v>
                </c:pt>
                <c:pt idx="2880">
                  <c:v>179.47058823529412</c:v>
                </c:pt>
                <c:pt idx="2881">
                  <c:v>216.3855421686747</c:v>
                </c:pt>
                <c:pt idx="2882">
                  <c:v>87.43478260869567</c:v>
                </c:pt>
                <c:pt idx="2883">
                  <c:v>173.45454545454547</c:v>
                </c:pt>
                <c:pt idx="2884">
                  <c:v>220.8846153846154</c:v>
                </c:pt>
                <c:pt idx="2885">
                  <c:v>149.30769230769232</c:v>
                </c:pt>
                <c:pt idx="2886">
                  <c:v>126.73755656108597</c:v>
                </c:pt>
                <c:pt idx="2887">
                  <c:v>304.4871794871795</c:v>
                </c:pt>
                <c:pt idx="2888">
                  <c:v>164.96813725490196</c:v>
                </c:pt>
                <c:pt idx="2889">
                  <c:v>304.1063829787234</c:v>
                </c:pt>
                <c:pt idx="2890">
                  <c:v>129.4672131147541</c:v>
                </c:pt>
                <c:pt idx="2891">
                  <c:v>144.03359173126614</c:v>
                </c:pt>
                <c:pt idx="2892">
                  <c:v>305.67605633802816</c:v>
                </c:pt>
                <c:pt idx="2893">
                  <c:v>187.75438596491227</c:v>
                </c:pt>
                <c:pt idx="2894">
                  <c:v>122.48936170212764</c:v>
                </c:pt>
                <c:pt idx="2895">
                  <c:v>197.85</c:v>
                </c:pt>
                <c:pt idx="2896">
                  <c:v>170.4047619047619</c:v>
                </c:pt>
                <c:pt idx="2897">
                  <c:v>296.5701754385965</c:v>
                </c:pt>
                <c:pt idx="2898">
                  <c:v>232.57291666666663</c:v>
                </c:pt>
                <c:pt idx="2899">
                  <c:v>167.83333333333334</c:v>
                </c:pt>
                <c:pt idx="2900">
                  <c:v>111.12</c:v>
                </c:pt>
                <c:pt idx="2901">
                  <c:v>220.6379310344828</c:v>
                </c:pt>
                <c:pt idx="2902">
                  <c:v>125.44285714285714</c:v>
                </c:pt>
                <c:pt idx="2903">
                  <c:v>96.54285714285714</c:v>
                </c:pt>
                <c:pt idx="2904">
                  <c:v>240.3142857142857</c:v>
                </c:pt>
                <c:pt idx="2905">
                  <c:v>104.5681818181818</c:v>
                </c:pt>
                <c:pt idx="2906">
                  <c:v>148.3265306122449</c:v>
                </c:pt>
                <c:pt idx="2907">
                  <c:v>338.643949930459</c:v>
                </c:pt>
                <c:pt idx="2908">
                  <c:v>150.27950310559007</c:v>
                </c:pt>
                <c:pt idx="2909">
                  <c:v>140.3921568627451</c:v>
                </c:pt>
                <c:pt idx="2910">
                  <c:v>273.63442940038686</c:v>
                </c:pt>
                <c:pt idx="2911">
                  <c:v>100.97183098591547</c:v>
                </c:pt>
                <c:pt idx="2912">
                  <c:v>178.6046511627907</c:v>
                </c:pt>
                <c:pt idx="2913">
                  <c:v>241.968992248062</c:v>
                </c:pt>
                <c:pt idx="2914">
                  <c:v>234.14593301435409</c:v>
                </c:pt>
                <c:pt idx="2915">
                  <c:v>222.38673341677097</c:v>
                </c:pt>
                <c:pt idx="2916">
                  <c:v>215.39086294416245</c:v>
                </c:pt>
                <c:pt idx="2917">
                  <c:v>157.18666666666667</c:v>
                </c:pt>
                <c:pt idx="2918">
                  <c:v>188.8068181818182</c:v>
                </c:pt>
                <c:pt idx="2919">
                  <c:v>230.05042016806723</c:v>
                </c:pt>
                <c:pt idx="2920">
                  <c:v>237.72542372881355</c:v>
                </c:pt>
                <c:pt idx="2921">
                  <c:v>36.31648558062782</c:v>
                </c:pt>
                <c:pt idx="2922">
                  <c:v>70.42735042735043</c:v>
                </c:pt>
                <c:pt idx="2923">
                  <c:v>117.28571428571428</c:v>
                </c:pt>
                <c:pt idx="2924">
                  <c:v>230.53483146067416</c:v>
                </c:pt>
                <c:pt idx="2925">
                  <c:v>203.4047619047619</c:v>
                </c:pt>
                <c:pt idx="2926">
                  <c:v>225.40234375</c:v>
                </c:pt>
                <c:pt idx="2927">
                  <c:v>252.5121951219512</c:v>
                </c:pt>
                <c:pt idx="2928">
                  <c:v>142.2972972972973</c:v>
                </c:pt>
                <c:pt idx="2929">
                  <c:v>132.25833333333333</c:v>
                </c:pt>
                <c:pt idx="2930">
                  <c:v>85.57877813504822</c:v>
                </c:pt>
                <c:pt idx="2931">
                  <c:v>258.8181818181818</c:v>
                </c:pt>
                <c:pt idx="2932">
                  <c:v>228.1860465116279</c:v>
                </c:pt>
                <c:pt idx="2933">
                  <c:v>178.981220657277</c:v>
                </c:pt>
                <c:pt idx="2934">
                  <c:v>126.6788990825688</c:v>
                </c:pt>
                <c:pt idx="2935">
                  <c:v>95.58227848101266</c:v>
                </c:pt>
                <c:pt idx="2936">
                  <c:v>259.58870967741933</c:v>
                </c:pt>
                <c:pt idx="2937">
                  <c:v>88.1</c:v>
                </c:pt>
                <c:pt idx="2938">
                  <c:v>163.19540229885058</c:v>
                </c:pt>
                <c:pt idx="2939">
                  <c:v>88.08528584817245</c:v>
                </c:pt>
                <c:pt idx="2940">
                  <c:v>263.9318181818182</c:v>
                </c:pt>
                <c:pt idx="2941">
                  <c:v>136.57142857142858</c:v>
                </c:pt>
                <c:pt idx="2942">
                  <c:v>197.9243697478992</c:v>
                </c:pt>
                <c:pt idx="2943">
                  <c:v>283.24778761061947</c:v>
                </c:pt>
                <c:pt idx="2944">
                  <c:v>95.4095238095238</c:v>
                </c:pt>
                <c:pt idx="2945">
                  <c:v>142.51315789473685</c:v>
                </c:pt>
                <c:pt idx="2946">
                  <c:v>157.37142857142857</c:v>
                </c:pt>
                <c:pt idx="2947">
                  <c:v>242.90243902439025</c:v>
                </c:pt>
                <c:pt idx="2948">
                  <c:v>112.97435897435898</c:v>
                </c:pt>
                <c:pt idx="2949">
                  <c:v>170.60714285714286</c:v>
                </c:pt>
                <c:pt idx="2950">
                  <c:v>112.42857142857144</c:v>
                </c:pt>
                <c:pt idx="2951">
                  <c:v>238.58196721311475</c:v>
                </c:pt>
                <c:pt idx="2952">
                  <c:v>146.83854166666666</c:v>
                </c:pt>
                <c:pt idx="2953">
                  <c:v>230.80733944954127</c:v>
                </c:pt>
                <c:pt idx="2954">
                  <c:v>243.2959001782531</c:v>
                </c:pt>
                <c:pt idx="2955">
                  <c:v>162.6504854368932</c:v>
                </c:pt>
                <c:pt idx="2956">
                  <c:v>260.39344262295083</c:v>
                </c:pt>
                <c:pt idx="2957">
                  <c:v>97.0</c:v>
                </c:pt>
                <c:pt idx="2958">
                  <c:v>229.0</c:v>
                </c:pt>
                <c:pt idx="2959">
                  <c:v>204.82</c:v>
                </c:pt>
                <c:pt idx="2960">
                  <c:v>258.2352941176471</c:v>
                </c:pt>
                <c:pt idx="2961">
                  <c:v>95.1686746987952</c:v>
                </c:pt>
                <c:pt idx="2962">
                  <c:v>160.27868852459017</c:v>
                </c:pt>
                <c:pt idx="2963">
                  <c:v>145.47826086956522</c:v>
                </c:pt>
                <c:pt idx="2964">
                  <c:v>192.82962962962964</c:v>
                </c:pt>
                <c:pt idx="2965">
                  <c:v>102.17857142857144</c:v>
                </c:pt>
                <c:pt idx="2966">
                  <c:v>209.3548387096774</c:v>
                </c:pt>
                <c:pt idx="2967">
                  <c:v>122.46198830409357</c:v>
                </c:pt>
                <c:pt idx="2968">
                  <c:v>169.25714285714287</c:v>
                </c:pt>
                <c:pt idx="2969">
                  <c:v>267.8333333333333</c:v>
                </c:pt>
                <c:pt idx="2970">
                  <c:v>208.1328125</c:v>
                </c:pt>
                <c:pt idx="2971">
                  <c:v>96.65811965811966</c:v>
                </c:pt>
                <c:pt idx="2972">
                  <c:v>136.9090909090909</c:v>
                </c:pt>
                <c:pt idx="2973">
                  <c:v>94.04878048780488</c:v>
                </c:pt>
                <c:pt idx="2974">
                  <c:v>290.9504950495049</c:v>
                </c:pt>
                <c:pt idx="2975">
                  <c:v>121.35064935064936</c:v>
                </c:pt>
                <c:pt idx="2976">
                  <c:v>296.45</c:v>
                </c:pt>
                <c:pt idx="2977">
                  <c:v>281.546875</c:v>
                </c:pt>
                <c:pt idx="2978">
                  <c:v>201.3680555555556</c:v>
                </c:pt>
                <c:pt idx="2979">
                  <c:v>216.7912087912088</c:v>
                </c:pt>
                <c:pt idx="2980">
                  <c:v>289.34</c:v>
                </c:pt>
                <c:pt idx="2981">
                  <c:v>273.268115942029</c:v>
                </c:pt>
                <c:pt idx="2982">
                  <c:v>179.7123287671233</c:v>
                </c:pt>
                <c:pt idx="2983">
                  <c:v>179.3859649122807</c:v>
                </c:pt>
                <c:pt idx="2984">
                  <c:v>180.05405405405406</c:v>
                </c:pt>
                <c:pt idx="2985">
                  <c:v>117.55905511811024</c:v>
                </c:pt>
                <c:pt idx="2986">
                  <c:v>232.27180527383368</c:v>
                </c:pt>
                <c:pt idx="2987">
                  <c:v>112.1743119266055</c:v>
                </c:pt>
                <c:pt idx="2988">
                  <c:v>134.95714285714286</c:v>
                </c:pt>
                <c:pt idx="2989">
                  <c:v>114.73333333333332</c:v>
                </c:pt>
                <c:pt idx="2990">
                  <c:v>125.25974025974024</c:v>
                </c:pt>
                <c:pt idx="2991">
                  <c:v>117.4659090909091</c:v>
                </c:pt>
                <c:pt idx="2992">
                  <c:v>105.6063829787234</c:v>
                </c:pt>
                <c:pt idx="2993">
                  <c:v>166.96444444444444</c:v>
                </c:pt>
                <c:pt idx="2994">
                  <c:v>174.65</c:v>
                </c:pt>
                <c:pt idx="2995">
                  <c:v>238.94451612903225</c:v>
                </c:pt>
                <c:pt idx="2996">
                  <c:v>115.83653846153848</c:v>
                </c:pt>
                <c:pt idx="2997">
                  <c:v>138.74418604651163</c:v>
                </c:pt>
                <c:pt idx="2998">
                  <c:v>258.2586206896552</c:v>
                </c:pt>
                <c:pt idx="2999">
                  <c:v>151.23809523809524</c:v>
                </c:pt>
                <c:pt idx="3000">
                  <c:v>114.05128205128206</c:v>
                </c:pt>
                <c:pt idx="3001">
                  <c:v>268.5365853658537</c:v>
                </c:pt>
                <c:pt idx="3002">
                  <c:v>276.1640625</c:v>
                </c:pt>
                <c:pt idx="3003">
                  <c:v>114.86350974930362</c:v>
                </c:pt>
                <c:pt idx="3004">
                  <c:v>181.2142857142857</c:v>
                </c:pt>
                <c:pt idx="3005">
                  <c:v>260.90140845070425</c:v>
                </c:pt>
                <c:pt idx="3006">
                  <c:v>267.5929203539823</c:v>
                </c:pt>
                <c:pt idx="3007">
                  <c:v>240.0732484076433</c:v>
                </c:pt>
                <c:pt idx="3008">
                  <c:v>219.6190476190476</c:v>
                </c:pt>
                <c:pt idx="3009">
                  <c:v>165.5512367491166</c:v>
                </c:pt>
                <c:pt idx="3010">
                  <c:v>187.59375</c:v>
                </c:pt>
                <c:pt idx="3011">
                  <c:v>148.9298245614035</c:v>
                </c:pt>
                <c:pt idx="3012">
                  <c:v>208.18478260869568</c:v>
                </c:pt>
                <c:pt idx="3013">
                  <c:v>212.46718146718143</c:v>
                </c:pt>
                <c:pt idx="3014">
                  <c:v>159.25</c:v>
                </c:pt>
                <c:pt idx="3015">
                  <c:v>133.4318181818182</c:v>
                </c:pt>
                <c:pt idx="3016">
                  <c:v>168.28947368421052</c:v>
                </c:pt>
                <c:pt idx="3017">
                  <c:v>171.8421052631579</c:v>
                </c:pt>
                <c:pt idx="3018">
                  <c:v>211.4320987654321</c:v>
                </c:pt>
                <c:pt idx="3019">
                  <c:v>211.8275862068965</c:v>
                </c:pt>
                <c:pt idx="3020">
                  <c:v>86.20754716981132</c:v>
                </c:pt>
                <c:pt idx="3021">
                  <c:v>277.03333333333336</c:v>
                </c:pt>
                <c:pt idx="3022">
                  <c:v>105.62244897959184</c:v>
                </c:pt>
                <c:pt idx="3023">
                  <c:v>262.93220338983053</c:v>
                </c:pt>
                <c:pt idx="3024">
                  <c:v>93.78</c:v>
                </c:pt>
                <c:pt idx="3025">
                  <c:v>200.32258064516128</c:v>
                </c:pt>
                <c:pt idx="3026">
                  <c:v>102.8048048048048</c:v>
                </c:pt>
                <c:pt idx="3027">
                  <c:v>254.5344827586207</c:v>
                </c:pt>
                <c:pt idx="3028">
                  <c:v>202.0428571428572</c:v>
                </c:pt>
                <c:pt idx="3029">
                  <c:v>114.6359102244389</c:v>
                </c:pt>
                <c:pt idx="3030">
                  <c:v>161.97142857142856</c:v>
                </c:pt>
                <c:pt idx="3031">
                  <c:v>120.54861111111111</c:v>
                </c:pt>
                <c:pt idx="3032">
                  <c:v>124.40689655172412</c:v>
                </c:pt>
                <c:pt idx="3033">
                  <c:v>266.1372549019608</c:v>
                </c:pt>
                <c:pt idx="3034">
                  <c:v>181.8641975308642</c:v>
                </c:pt>
                <c:pt idx="3035">
                  <c:v>242.06849315068493</c:v>
                </c:pt>
                <c:pt idx="3036">
                  <c:v>224.5531914893617</c:v>
                </c:pt>
                <c:pt idx="3037">
                  <c:v>236.3068783068783</c:v>
                </c:pt>
                <c:pt idx="3038">
                  <c:v>100.92957746478874</c:v>
                </c:pt>
                <c:pt idx="3039">
                  <c:v>109.43636363636364</c:v>
                </c:pt>
                <c:pt idx="3040">
                  <c:v>217.8</c:v>
                </c:pt>
                <c:pt idx="3041">
                  <c:v>320.67999999999995</c:v>
                </c:pt>
                <c:pt idx="3042">
                  <c:v>132.51231527093597</c:v>
                </c:pt>
                <c:pt idx="3043">
                  <c:v>131.30379746835442</c:v>
                </c:pt>
                <c:pt idx="3044">
                  <c:v>146.39473684210526</c:v>
                </c:pt>
                <c:pt idx="3045">
                  <c:v>300.0458015267176</c:v>
                </c:pt>
                <c:pt idx="3046">
                  <c:v>132.1011235955056</c:v>
                </c:pt>
                <c:pt idx="3047">
                  <c:v>157.04</c:v>
                </c:pt>
                <c:pt idx="3048">
                  <c:v>188.9894736842105</c:v>
                </c:pt>
                <c:pt idx="3049">
                  <c:v>77.11111111111111</c:v>
                </c:pt>
                <c:pt idx="3050">
                  <c:v>104.3621867881549</c:v>
                </c:pt>
                <c:pt idx="3051">
                  <c:v>216.6</c:v>
                </c:pt>
                <c:pt idx="3052">
                  <c:v>344.04761904761904</c:v>
                </c:pt>
                <c:pt idx="3053">
                  <c:v>134.13333333333333</c:v>
                </c:pt>
                <c:pt idx="3054">
                  <c:v>209.68478260869568</c:v>
                </c:pt>
                <c:pt idx="3055">
                  <c:v>173.29787234042553</c:v>
                </c:pt>
                <c:pt idx="3056">
                  <c:v>199.8695652173913</c:v>
                </c:pt>
                <c:pt idx="3057">
                  <c:v>203.4528301886793</c:v>
                </c:pt>
                <c:pt idx="3058">
                  <c:v>196.76666666666668</c:v>
                </c:pt>
                <c:pt idx="3059">
                  <c:v>150.3015873015873</c:v>
                </c:pt>
                <c:pt idx="3060">
                  <c:v>207.0686274509804</c:v>
                </c:pt>
                <c:pt idx="3061">
                  <c:v>198.6242774566474</c:v>
                </c:pt>
                <c:pt idx="3062">
                  <c:v>172.60687022900763</c:v>
                </c:pt>
                <c:pt idx="3063">
                  <c:v>195.5636363636364</c:v>
                </c:pt>
                <c:pt idx="3064">
                  <c:v>97.08333333333331</c:v>
                </c:pt>
                <c:pt idx="3065">
                  <c:v>258.6101694915254</c:v>
                </c:pt>
                <c:pt idx="3066">
                  <c:v>235.3</c:v>
                </c:pt>
                <c:pt idx="3067">
                  <c:v>141.36363636363637</c:v>
                </c:pt>
                <c:pt idx="3068">
                  <c:v>157.828125</c:v>
                </c:pt>
                <c:pt idx="3069">
                  <c:v>95.81632653061224</c:v>
                </c:pt>
                <c:pt idx="3070">
                  <c:v>149.1496710526316</c:v>
                </c:pt>
                <c:pt idx="3071">
                  <c:v>90.5744680851064</c:v>
                </c:pt>
                <c:pt idx="3072">
                  <c:v>146.24852071005918</c:v>
                </c:pt>
                <c:pt idx="3073">
                  <c:v>234.82291666666663</c:v>
                </c:pt>
                <c:pt idx="3074">
                  <c:v>108.93939393939394</c:v>
                </c:pt>
                <c:pt idx="3075">
                  <c:v>265.41379310344826</c:v>
                </c:pt>
                <c:pt idx="3076">
                  <c:v>154.05714285714285</c:v>
                </c:pt>
                <c:pt idx="3077">
                  <c:v>317.3636363636364</c:v>
                </c:pt>
                <c:pt idx="3078">
                  <c:v>173.25</c:v>
                </c:pt>
                <c:pt idx="3079">
                  <c:v>94.82154882154882</c:v>
                </c:pt>
                <c:pt idx="3080">
                  <c:v>281.1357142857143</c:v>
                </c:pt>
                <c:pt idx="3081">
                  <c:v>119.7151248164464</c:v>
                </c:pt>
                <c:pt idx="3082">
                  <c:v>188.9857651245552</c:v>
                </c:pt>
                <c:pt idx="3083">
                  <c:v>284.64541832669323</c:v>
                </c:pt>
                <c:pt idx="3084">
                  <c:v>99.075</c:v>
                </c:pt>
                <c:pt idx="3085">
                  <c:v>168.94444444444446</c:v>
                </c:pt>
                <c:pt idx="3086">
                  <c:v>231.1962264150944</c:v>
                </c:pt>
                <c:pt idx="3087">
                  <c:v>216.83870967741936</c:v>
                </c:pt>
                <c:pt idx="3088">
                  <c:v>218.39495798319328</c:v>
                </c:pt>
                <c:pt idx="3089">
                  <c:v>149.89583333333334</c:v>
                </c:pt>
                <c:pt idx="3090">
                  <c:v>154.57539682539684</c:v>
                </c:pt>
                <c:pt idx="3091">
                  <c:v>172.21875</c:v>
                </c:pt>
                <c:pt idx="3092">
                  <c:v>148.84228187919464</c:v>
                </c:pt>
                <c:pt idx="3093">
                  <c:v>321.7014925373134</c:v>
                </c:pt>
                <c:pt idx="3094">
                  <c:v>218.67307692307693</c:v>
                </c:pt>
                <c:pt idx="3095">
                  <c:v>231.2439024390244</c:v>
                </c:pt>
                <c:pt idx="3096">
                  <c:v>60.91549295774648</c:v>
                </c:pt>
                <c:pt idx="3097">
                  <c:v>276.1101321585903</c:v>
                </c:pt>
                <c:pt idx="3098">
                  <c:v>311.7407407407408</c:v>
                </c:pt>
                <c:pt idx="3099">
                  <c:v>105.79710144927536</c:v>
                </c:pt>
                <c:pt idx="3100">
                  <c:v>221.2</c:v>
                </c:pt>
                <c:pt idx="3101">
                  <c:v>114.0655737704918</c:v>
                </c:pt>
                <c:pt idx="3102">
                  <c:v>202.04166666666663</c:v>
                </c:pt>
                <c:pt idx="3103">
                  <c:v>252.07619047619048</c:v>
                </c:pt>
                <c:pt idx="3104">
                  <c:v>214.91044776119404</c:v>
                </c:pt>
                <c:pt idx="3105">
                  <c:v>91.90625</c:v>
                </c:pt>
                <c:pt idx="3106">
                  <c:v>221.96129032258065</c:v>
                </c:pt>
                <c:pt idx="3107">
                  <c:v>188.7542372881356</c:v>
                </c:pt>
                <c:pt idx="3108">
                  <c:v>286.8125</c:v>
                </c:pt>
                <c:pt idx="3109">
                  <c:v>156.41904761904763</c:v>
                </c:pt>
                <c:pt idx="3110">
                  <c:v>127.22413793103448</c:v>
                </c:pt>
                <c:pt idx="3111">
                  <c:v>211.03773584905665</c:v>
                </c:pt>
                <c:pt idx="3112">
                  <c:v>179.18055555555554</c:v>
                </c:pt>
                <c:pt idx="3113">
                  <c:v>180.3464566929134</c:v>
                </c:pt>
                <c:pt idx="3114">
                  <c:v>155.21498371335505</c:v>
                </c:pt>
                <c:pt idx="3115">
                  <c:v>208.8288508557457</c:v>
                </c:pt>
                <c:pt idx="3116">
                  <c:v>222.78153846153847</c:v>
                </c:pt>
                <c:pt idx="3117">
                  <c:v>189.14634146341464</c:v>
                </c:pt>
                <c:pt idx="3118">
                  <c:v>109.44776119402984</c:v>
                </c:pt>
                <c:pt idx="3119">
                  <c:v>111.72463768115942</c:v>
                </c:pt>
                <c:pt idx="3120">
                  <c:v>148.52083333333334</c:v>
                </c:pt>
                <c:pt idx="3121">
                  <c:v>94.9171974522293</c:v>
                </c:pt>
                <c:pt idx="3122">
                  <c:v>202.04444444444445</c:v>
                </c:pt>
                <c:pt idx="3123">
                  <c:v>211.66844919786087</c:v>
                </c:pt>
                <c:pt idx="3124">
                  <c:v>145.0952380952381</c:v>
                </c:pt>
                <c:pt idx="3125">
                  <c:v>214.14634146341464</c:v>
                </c:pt>
                <c:pt idx="3126">
                  <c:v>282.4640522875817</c:v>
                </c:pt>
                <c:pt idx="3127">
                  <c:v>261.89473684210526</c:v>
                </c:pt>
                <c:pt idx="3128">
                  <c:v>218.89743589743588</c:v>
                </c:pt>
                <c:pt idx="3129">
                  <c:v>222.82142857142856</c:v>
                </c:pt>
                <c:pt idx="3130">
                  <c:v>171.58227848101265</c:v>
                </c:pt>
                <c:pt idx="3131">
                  <c:v>111.6989247311828</c:v>
                </c:pt>
                <c:pt idx="3132">
                  <c:v>197.16949152542367</c:v>
                </c:pt>
                <c:pt idx="3133">
                  <c:v>299.8520408163265</c:v>
                </c:pt>
                <c:pt idx="3134">
                  <c:v>235.8150289017341</c:v>
                </c:pt>
                <c:pt idx="3135">
                  <c:v>115.3191489361702</c:v>
                </c:pt>
                <c:pt idx="3136">
                  <c:v>224.6458333333333</c:v>
                </c:pt>
                <c:pt idx="3137">
                  <c:v>102.36363636363636</c:v>
                </c:pt>
                <c:pt idx="3138">
                  <c:v>128.2087912087912</c:v>
                </c:pt>
                <c:pt idx="3139">
                  <c:v>174.9047619047619</c:v>
                </c:pt>
                <c:pt idx="3140">
                  <c:v>158.2173913043478</c:v>
                </c:pt>
                <c:pt idx="3141">
                  <c:v>91.07608695652172</c:v>
                </c:pt>
                <c:pt idx="3142">
                  <c:v>207.71052631578948</c:v>
                </c:pt>
                <c:pt idx="3143">
                  <c:v>265.61764705882354</c:v>
                </c:pt>
                <c:pt idx="3144">
                  <c:v>172.0</c:v>
                </c:pt>
                <c:pt idx="3145">
                  <c:v>75.53571428571429</c:v>
                </c:pt>
                <c:pt idx="3146">
                  <c:v>147.45833333333334</c:v>
                </c:pt>
                <c:pt idx="3147">
                  <c:v>159.9313543599258</c:v>
                </c:pt>
                <c:pt idx="3148">
                  <c:v>127.9327731092437</c:v>
                </c:pt>
                <c:pt idx="3149">
                  <c:v>190.7586206896552</c:v>
                </c:pt>
                <c:pt idx="3150">
                  <c:v>120.24528301886792</c:v>
                </c:pt>
                <c:pt idx="3151">
                  <c:v>258.4494219653179</c:v>
                </c:pt>
                <c:pt idx="3152">
                  <c:v>97.18840579710144</c:v>
                </c:pt>
                <c:pt idx="3153">
                  <c:v>142.88131313131314</c:v>
                </c:pt>
                <c:pt idx="3154">
                  <c:v>86.89219330855019</c:v>
                </c:pt>
                <c:pt idx="3155">
                  <c:v>148.875</c:v>
                </c:pt>
                <c:pt idx="3156">
                  <c:v>188.2567567567568</c:v>
                </c:pt>
                <c:pt idx="3157">
                  <c:v>183.16</c:v>
                </c:pt>
                <c:pt idx="3158">
                  <c:v>132.29032258064515</c:v>
                </c:pt>
                <c:pt idx="3159">
                  <c:v>219.53541076487247</c:v>
                </c:pt>
                <c:pt idx="3160">
                  <c:v>18.96999038146077</c:v>
                </c:pt>
                <c:pt idx="3161">
                  <c:v>239.46938775510205</c:v>
                </c:pt>
                <c:pt idx="3162">
                  <c:v>291.5</c:v>
                </c:pt>
                <c:pt idx="3163">
                  <c:v>162.6829268292683</c:v>
                </c:pt>
                <c:pt idx="3164">
                  <c:v>168.95</c:v>
                </c:pt>
                <c:pt idx="3165">
                  <c:v>140.9438202247191</c:v>
                </c:pt>
                <c:pt idx="3166">
                  <c:v>93.52777777777776</c:v>
                </c:pt>
                <c:pt idx="3167">
                  <c:v>166.28813559322035</c:v>
                </c:pt>
                <c:pt idx="3168">
                  <c:v>302.719298245614</c:v>
                </c:pt>
                <c:pt idx="3169">
                  <c:v>211.52881355932203</c:v>
                </c:pt>
                <c:pt idx="3170">
                  <c:v>124.21052631578948</c:v>
                </c:pt>
                <c:pt idx="3171">
                  <c:v>221.0725552050473</c:v>
                </c:pt>
                <c:pt idx="3172">
                  <c:v>168.08</c:v>
                </c:pt>
                <c:pt idx="3173">
                  <c:v>240.75510204081635</c:v>
                </c:pt>
                <c:pt idx="3174">
                  <c:v>213.05263157894737</c:v>
                </c:pt>
                <c:pt idx="3175">
                  <c:v>175.78571428571428</c:v>
                </c:pt>
                <c:pt idx="3176">
                  <c:v>93.43243243243244</c:v>
                </c:pt>
                <c:pt idx="3177">
                  <c:v>106.37593984962406</c:v>
                </c:pt>
                <c:pt idx="3178">
                  <c:v>256.44615384615383</c:v>
                </c:pt>
                <c:pt idx="3179">
                  <c:v>135.88709677419354</c:v>
                </c:pt>
                <c:pt idx="3180">
                  <c:v>246.6296296296296</c:v>
                </c:pt>
                <c:pt idx="3181">
                  <c:v>235.52380952380952</c:v>
                </c:pt>
                <c:pt idx="3182">
                  <c:v>129.92605633802816</c:v>
                </c:pt>
                <c:pt idx="3183">
                  <c:v>105.13333333333334</c:v>
                </c:pt>
                <c:pt idx="3184">
                  <c:v>135.125</c:v>
                </c:pt>
                <c:pt idx="3185">
                  <c:v>280.4909090909091</c:v>
                </c:pt>
                <c:pt idx="3186">
                  <c:v>216.02312138728325</c:v>
                </c:pt>
                <c:pt idx="3187">
                  <c:v>202.76666666666668</c:v>
                </c:pt>
                <c:pt idx="3188">
                  <c:v>164.48</c:v>
                </c:pt>
                <c:pt idx="3189">
                  <c:v>116.0</c:v>
                </c:pt>
                <c:pt idx="3190">
                  <c:v>176.92857142857142</c:v>
                </c:pt>
                <c:pt idx="3191">
                  <c:v>129.66666666666666</c:v>
                </c:pt>
                <c:pt idx="3192">
                  <c:v>223.09756097560967</c:v>
                </c:pt>
                <c:pt idx="3193">
                  <c:v>182.5308641975309</c:v>
                </c:pt>
                <c:pt idx="3194">
                  <c:v>157.0735294117647</c:v>
                </c:pt>
                <c:pt idx="3195">
                  <c:v>172.17391304347825</c:v>
                </c:pt>
                <c:pt idx="3196">
                  <c:v>176.30708661417322</c:v>
                </c:pt>
                <c:pt idx="3197">
                  <c:v>338.70952380952383</c:v>
                </c:pt>
                <c:pt idx="3198">
                  <c:v>190.28571428571428</c:v>
                </c:pt>
                <c:pt idx="3199">
                  <c:v>117.2</c:v>
                </c:pt>
                <c:pt idx="3200">
                  <c:v>193.0235294117647</c:v>
                </c:pt>
                <c:pt idx="3201">
                  <c:v>100.3</c:v>
                </c:pt>
                <c:pt idx="3202">
                  <c:v>77.45614035087719</c:v>
                </c:pt>
                <c:pt idx="3203">
                  <c:v>324.83870967741933</c:v>
                </c:pt>
                <c:pt idx="3204">
                  <c:v>260.72727272727275</c:v>
                </c:pt>
                <c:pt idx="3205">
                  <c:v>276.1007194244604</c:v>
                </c:pt>
                <c:pt idx="3206">
                  <c:v>197.5555555555556</c:v>
                </c:pt>
                <c:pt idx="3207">
                  <c:v>222.62790697674416</c:v>
                </c:pt>
                <c:pt idx="3208">
                  <c:v>110.45698924731182</c:v>
                </c:pt>
                <c:pt idx="3209">
                  <c:v>123.41573033707866</c:v>
                </c:pt>
                <c:pt idx="3210">
                  <c:v>186.621776504298</c:v>
                </c:pt>
                <c:pt idx="3211">
                  <c:v>166.3899613899614</c:v>
                </c:pt>
                <c:pt idx="3212">
                  <c:v>275.5</c:v>
                </c:pt>
                <c:pt idx="3213">
                  <c:v>240.3556531284303</c:v>
                </c:pt>
                <c:pt idx="3214">
                  <c:v>99.6046511627907</c:v>
                </c:pt>
                <c:pt idx="3215">
                  <c:v>202.5833333333333</c:v>
                </c:pt>
                <c:pt idx="3216">
                  <c:v>231.02380952380952</c:v>
                </c:pt>
                <c:pt idx="3217">
                  <c:v>139.4418604651163</c:v>
                </c:pt>
                <c:pt idx="3218">
                  <c:v>253.2987804878049</c:v>
                </c:pt>
                <c:pt idx="3219">
                  <c:v>168.09230769230768</c:v>
                </c:pt>
                <c:pt idx="3220">
                  <c:v>110.85057471264368</c:v>
                </c:pt>
                <c:pt idx="3221">
                  <c:v>229.1</c:v>
                </c:pt>
                <c:pt idx="3222">
                  <c:v>274.85714285714283</c:v>
                </c:pt>
                <c:pt idx="3223">
                  <c:v>124.71153846153848</c:v>
                </c:pt>
                <c:pt idx="3224">
                  <c:v>209.0958904109589</c:v>
                </c:pt>
                <c:pt idx="3225">
                  <c:v>112.0</c:v>
                </c:pt>
                <c:pt idx="3226">
                  <c:v>141.33333333333334</c:v>
                </c:pt>
                <c:pt idx="3227">
                  <c:v>239.1458333333333</c:v>
                </c:pt>
                <c:pt idx="3228">
                  <c:v>110.77722772277228</c:v>
                </c:pt>
                <c:pt idx="3229">
                  <c:v>133.04878048780486</c:v>
                </c:pt>
                <c:pt idx="3230">
                  <c:v>239.4909090909091</c:v>
                </c:pt>
                <c:pt idx="3231">
                  <c:v>187.75229357798165</c:v>
                </c:pt>
                <c:pt idx="3232">
                  <c:v>137.5</c:v>
                </c:pt>
                <c:pt idx="3233">
                  <c:v>267.67857142857144</c:v>
                </c:pt>
                <c:pt idx="3234">
                  <c:v>175.55871886120997</c:v>
                </c:pt>
                <c:pt idx="3235">
                  <c:v>276.13461538461536</c:v>
                </c:pt>
                <c:pt idx="3236">
                  <c:v>83.46551724137932</c:v>
                </c:pt>
                <c:pt idx="3237">
                  <c:v>223.99193548387092</c:v>
                </c:pt>
                <c:pt idx="3238">
                  <c:v>242.7798353909465</c:v>
                </c:pt>
                <c:pt idx="3239">
                  <c:v>151.93370165745856</c:v>
                </c:pt>
                <c:pt idx="3240">
                  <c:v>211.37254901960785</c:v>
                </c:pt>
                <c:pt idx="3241">
                  <c:v>65.65079365079364</c:v>
                </c:pt>
                <c:pt idx="3242">
                  <c:v>245.01866666666663</c:v>
                </c:pt>
                <c:pt idx="3243">
                  <c:v>232.89719626168224</c:v>
                </c:pt>
                <c:pt idx="3244">
                  <c:v>112.21428571428572</c:v>
                </c:pt>
                <c:pt idx="3245">
                  <c:v>224.55729166666663</c:v>
                </c:pt>
                <c:pt idx="3246">
                  <c:v>205.4205607476636</c:v>
                </c:pt>
                <c:pt idx="3247">
                  <c:v>84.97297297297297</c:v>
                </c:pt>
                <c:pt idx="3248">
                  <c:v>276.9189189189189</c:v>
                </c:pt>
                <c:pt idx="3249">
                  <c:v>269.925</c:v>
                </c:pt>
                <c:pt idx="3250">
                  <c:v>231.1904761904762</c:v>
                </c:pt>
                <c:pt idx="3251">
                  <c:v>106.29007633587786</c:v>
                </c:pt>
                <c:pt idx="3252">
                  <c:v>231.2119205298013</c:v>
                </c:pt>
                <c:pt idx="3253">
                  <c:v>168.33333333333334</c:v>
                </c:pt>
                <c:pt idx="3254">
                  <c:v>176.5793650793651</c:v>
                </c:pt>
                <c:pt idx="3255">
                  <c:v>178.21006944444446</c:v>
                </c:pt>
                <c:pt idx="3256">
                  <c:v>198.22222222222223</c:v>
                </c:pt>
                <c:pt idx="3257">
                  <c:v>212.7685185185185</c:v>
                </c:pt>
                <c:pt idx="3258">
                  <c:v>189.4642857142857</c:v>
                </c:pt>
                <c:pt idx="3259">
                  <c:v>279.3404255319149</c:v>
                </c:pt>
                <c:pt idx="3260">
                  <c:v>137.62686567164178</c:v>
                </c:pt>
                <c:pt idx="3261">
                  <c:v>198.9607843137255</c:v>
                </c:pt>
                <c:pt idx="3262">
                  <c:v>204.7717391304348</c:v>
                </c:pt>
                <c:pt idx="3263">
                  <c:v>208.47727272727272</c:v>
                </c:pt>
                <c:pt idx="3264">
                  <c:v>181.0783505154639</c:v>
                </c:pt>
                <c:pt idx="3265">
                  <c:v>246.86666666666667</c:v>
                </c:pt>
                <c:pt idx="3266">
                  <c:v>224.2511627906977</c:v>
                </c:pt>
                <c:pt idx="3267">
                  <c:v>298.60493827160496</c:v>
                </c:pt>
                <c:pt idx="3268">
                  <c:v>124.16814159292036</c:v>
                </c:pt>
                <c:pt idx="3269">
                  <c:v>298.410447761194</c:v>
                </c:pt>
                <c:pt idx="3270">
                  <c:v>111.66666666666669</c:v>
                </c:pt>
                <c:pt idx="3271">
                  <c:v>106.3979057591623</c:v>
                </c:pt>
                <c:pt idx="3272">
                  <c:v>205.3877551020408</c:v>
                </c:pt>
                <c:pt idx="3273">
                  <c:v>106.32857142857142</c:v>
                </c:pt>
                <c:pt idx="3274">
                  <c:v>121.22222222222224</c:v>
                </c:pt>
                <c:pt idx="3275">
                  <c:v>150.86486486486487</c:v>
                </c:pt>
                <c:pt idx="3276">
                  <c:v>123.01851851851852</c:v>
                </c:pt>
                <c:pt idx="3277">
                  <c:v>95.36842105263158</c:v>
                </c:pt>
                <c:pt idx="3278">
                  <c:v>292.1849710982659</c:v>
                </c:pt>
                <c:pt idx="3279">
                  <c:v>136.1860465116279</c:v>
                </c:pt>
                <c:pt idx="3280">
                  <c:v>187.96153846153845</c:v>
                </c:pt>
                <c:pt idx="3281">
                  <c:v>222.54198473282443</c:v>
                </c:pt>
                <c:pt idx="3282">
                  <c:v>284.94117647058823</c:v>
                </c:pt>
                <c:pt idx="3283">
                  <c:v>109.78787878787878</c:v>
                </c:pt>
                <c:pt idx="3284">
                  <c:v>240.7402597402597</c:v>
                </c:pt>
                <c:pt idx="3285">
                  <c:v>257.2867647058824</c:v>
                </c:pt>
                <c:pt idx="3286">
                  <c:v>203.79858657243813</c:v>
                </c:pt>
                <c:pt idx="3287">
                  <c:v>225.414201183432</c:v>
                </c:pt>
                <c:pt idx="3288">
                  <c:v>300.59183673469386</c:v>
                </c:pt>
                <c:pt idx="3289">
                  <c:v>141.5</c:v>
                </c:pt>
                <c:pt idx="3290">
                  <c:v>213.53846153846155</c:v>
                </c:pt>
                <c:pt idx="3291">
                  <c:v>219.70689655172413</c:v>
                </c:pt>
                <c:pt idx="3292">
                  <c:v>247.16438356164383</c:v>
                </c:pt>
                <c:pt idx="3293">
                  <c:v>247.62857142857143</c:v>
                </c:pt>
                <c:pt idx="3294">
                  <c:v>132.375</c:v>
                </c:pt>
                <c:pt idx="3295">
                  <c:v>350.1730769230769</c:v>
                </c:pt>
                <c:pt idx="3296">
                  <c:v>108.44</c:v>
                </c:pt>
                <c:pt idx="3297">
                  <c:v>103.04255319148936</c:v>
                </c:pt>
                <c:pt idx="3298">
                  <c:v>90.5686274509804</c:v>
                </c:pt>
                <c:pt idx="3299">
                  <c:v>124.01005025125627</c:v>
                </c:pt>
                <c:pt idx="3300">
                  <c:v>229.5471698113208</c:v>
                </c:pt>
                <c:pt idx="3301">
                  <c:v>27.81325453777901</c:v>
                </c:pt>
                <c:pt idx="3302">
                  <c:v>80.92592592592592</c:v>
                </c:pt>
                <c:pt idx="3303">
                  <c:v>271.0553097345133</c:v>
                </c:pt>
                <c:pt idx="3304">
                  <c:v>278.2130434782609</c:v>
                </c:pt>
                <c:pt idx="3305">
                  <c:v>199.7017543859649</c:v>
                </c:pt>
                <c:pt idx="3306">
                  <c:v>281.75102040816324</c:v>
                </c:pt>
                <c:pt idx="3307">
                  <c:v>291.6341463414634</c:v>
                </c:pt>
                <c:pt idx="3308">
                  <c:v>98.7837837837838</c:v>
                </c:pt>
                <c:pt idx="3309">
                  <c:v>173.82142857142858</c:v>
                </c:pt>
                <c:pt idx="3310">
                  <c:v>163.51612903225808</c:v>
                </c:pt>
                <c:pt idx="3311">
                  <c:v>153.36363636363637</c:v>
                </c:pt>
                <c:pt idx="3312">
                  <c:v>239.9170305676856</c:v>
                </c:pt>
                <c:pt idx="3313">
                  <c:v>93.864406779661</c:v>
                </c:pt>
                <c:pt idx="3314">
                  <c:v>185.00436681222703</c:v>
                </c:pt>
                <c:pt idx="3315">
                  <c:v>28.65282613291376</c:v>
                </c:pt>
                <c:pt idx="3316">
                  <c:v>196.4175824175824</c:v>
                </c:pt>
                <c:pt idx="3317">
                  <c:v>169.85625</c:v>
                </c:pt>
                <c:pt idx="3318">
                  <c:v>105.0990099009901</c:v>
                </c:pt>
                <c:pt idx="3319">
                  <c:v>90.94285714285714</c:v>
                </c:pt>
                <c:pt idx="3320">
                  <c:v>237.3181818181818</c:v>
                </c:pt>
                <c:pt idx="3321">
                  <c:v>110.43396226415096</c:v>
                </c:pt>
                <c:pt idx="3322">
                  <c:v>201.8055555555556</c:v>
                </c:pt>
                <c:pt idx="3323">
                  <c:v>156.0</c:v>
                </c:pt>
                <c:pt idx="3324">
                  <c:v>208.90625</c:v>
                </c:pt>
                <c:pt idx="3325">
                  <c:v>115.864406779661</c:v>
                </c:pt>
                <c:pt idx="3326">
                  <c:v>247.33243243243243</c:v>
                </c:pt>
                <c:pt idx="3327">
                  <c:v>252.4090909090909</c:v>
                </c:pt>
                <c:pt idx="3328">
                  <c:v>129.82584269662922</c:v>
                </c:pt>
                <c:pt idx="3329">
                  <c:v>264.4172185430464</c:v>
                </c:pt>
                <c:pt idx="3330">
                  <c:v>180.45901639344265</c:v>
                </c:pt>
                <c:pt idx="3331">
                  <c:v>177.94117647058823</c:v>
                </c:pt>
                <c:pt idx="3332">
                  <c:v>108.0625</c:v>
                </c:pt>
                <c:pt idx="3333">
                  <c:v>149.13888888888889</c:v>
                </c:pt>
                <c:pt idx="3334">
                  <c:v>97.89024390243902</c:v>
                </c:pt>
                <c:pt idx="3335">
                  <c:v>210.39447236180905</c:v>
                </c:pt>
                <c:pt idx="3336">
                  <c:v>261.04761904761904</c:v>
                </c:pt>
                <c:pt idx="3337">
                  <c:v>224.78378378378372</c:v>
                </c:pt>
                <c:pt idx="3338">
                  <c:v>130.66666666666666</c:v>
                </c:pt>
                <c:pt idx="3339">
                  <c:v>97.72857142857144</c:v>
                </c:pt>
                <c:pt idx="3340">
                  <c:v>115.67105263157896</c:v>
                </c:pt>
                <c:pt idx="3341">
                  <c:v>168.66666666666666</c:v>
                </c:pt>
                <c:pt idx="3342">
                  <c:v>226.78481012658227</c:v>
                </c:pt>
                <c:pt idx="3343">
                  <c:v>114.88888888888889</c:v>
                </c:pt>
                <c:pt idx="3344">
                  <c:v>233.5281690140845</c:v>
                </c:pt>
                <c:pt idx="3345">
                  <c:v>220.48717948717947</c:v>
                </c:pt>
                <c:pt idx="3346">
                  <c:v>160.63358778625954</c:v>
                </c:pt>
                <c:pt idx="3347">
                  <c:v>221.1178247734139</c:v>
                </c:pt>
                <c:pt idx="3348">
                  <c:v>231.0</c:v>
                </c:pt>
                <c:pt idx="3349">
                  <c:v>268.327868852459</c:v>
                </c:pt>
                <c:pt idx="3350">
                  <c:v>189.55421686746988</c:v>
                </c:pt>
                <c:pt idx="3351">
                  <c:v>227.28571428571428</c:v>
                </c:pt>
                <c:pt idx="3352">
                  <c:v>163.64596273291926</c:v>
                </c:pt>
                <c:pt idx="3353">
                  <c:v>130.23376623376623</c:v>
                </c:pt>
                <c:pt idx="3354">
                  <c:v>147.52839931153184</c:v>
                </c:pt>
                <c:pt idx="3355">
                  <c:v>238.16197183098592</c:v>
                </c:pt>
                <c:pt idx="3356">
                  <c:v>109.2</c:v>
                </c:pt>
                <c:pt idx="3357">
                  <c:v>231.25396825396825</c:v>
                </c:pt>
                <c:pt idx="3358">
                  <c:v>228.4179104477612</c:v>
                </c:pt>
                <c:pt idx="3359">
                  <c:v>174.27196652719664</c:v>
                </c:pt>
                <c:pt idx="3360">
                  <c:v>103.36363636363636</c:v>
                </c:pt>
                <c:pt idx="3361">
                  <c:v>253.36</c:v>
                </c:pt>
                <c:pt idx="3362">
                  <c:v>231.5555555555556</c:v>
                </c:pt>
                <c:pt idx="3363">
                  <c:v>218.79946524064167</c:v>
                </c:pt>
                <c:pt idx="3364">
                  <c:v>97.86206896551724</c:v>
                </c:pt>
                <c:pt idx="3365">
                  <c:v>184.94202898550725</c:v>
                </c:pt>
                <c:pt idx="3366">
                  <c:v>104.4888888888889</c:v>
                </c:pt>
                <c:pt idx="3367">
                  <c:v>129.46666666666667</c:v>
                </c:pt>
                <c:pt idx="3368">
                  <c:v>258.06666666666666</c:v>
                </c:pt>
                <c:pt idx="3369">
                  <c:v>259.04608294930875</c:v>
                </c:pt>
                <c:pt idx="3370">
                  <c:v>184.84761904761905</c:v>
                </c:pt>
                <c:pt idx="3371">
                  <c:v>262.08196721311475</c:v>
                </c:pt>
                <c:pt idx="3372">
                  <c:v>217.6338028169014</c:v>
                </c:pt>
                <c:pt idx="3373">
                  <c:v>208.6862068965517</c:v>
                </c:pt>
                <c:pt idx="3374">
                  <c:v>141.35849056603774</c:v>
                </c:pt>
                <c:pt idx="3375">
                  <c:v>312.275</c:v>
                </c:pt>
                <c:pt idx="3376">
                  <c:v>100.21875</c:v>
                </c:pt>
                <c:pt idx="3377">
                  <c:v>267.9390243902439</c:v>
                </c:pt>
                <c:pt idx="3378">
                  <c:v>205.9268867924528</c:v>
                </c:pt>
                <c:pt idx="3379">
                  <c:v>124.16981132075472</c:v>
                </c:pt>
                <c:pt idx="3380">
                  <c:v>159.6865671641791</c:v>
                </c:pt>
                <c:pt idx="3381">
                  <c:v>290.4434389140271</c:v>
                </c:pt>
                <c:pt idx="3382">
                  <c:v>184.2121212121212</c:v>
                </c:pt>
                <c:pt idx="3383">
                  <c:v>265.0846560846561</c:v>
                </c:pt>
                <c:pt idx="3384">
                  <c:v>238.60162601626016</c:v>
                </c:pt>
                <c:pt idx="3385">
                  <c:v>101.68852459016394</c:v>
                </c:pt>
                <c:pt idx="3386">
                  <c:v>312.3127272727273</c:v>
                </c:pt>
                <c:pt idx="3387">
                  <c:v>213.680216802168</c:v>
                </c:pt>
                <c:pt idx="3388">
                  <c:v>115.98765432098766</c:v>
                </c:pt>
                <c:pt idx="3389">
                  <c:v>106.86480186480186</c:v>
                </c:pt>
                <c:pt idx="3390">
                  <c:v>234.9254143646409</c:v>
                </c:pt>
                <c:pt idx="3391">
                  <c:v>313.5098039215686</c:v>
                </c:pt>
                <c:pt idx="3392">
                  <c:v>241.55</c:v>
                </c:pt>
                <c:pt idx="3393">
                  <c:v>239.82692307692307</c:v>
                </c:pt>
                <c:pt idx="3394">
                  <c:v>19.651559958729187</c:v>
                </c:pt>
                <c:pt idx="3395">
                  <c:v>136.57983193277312</c:v>
                </c:pt>
                <c:pt idx="3396">
                  <c:v>217.875</c:v>
                </c:pt>
                <c:pt idx="3397">
                  <c:v>125.97368421052632</c:v>
                </c:pt>
                <c:pt idx="3398">
                  <c:v>127.11842105263158</c:v>
                </c:pt>
                <c:pt idx="3399">
                  <c:v>118.36363636363636</c:v>
                </c:pt>
                <c:pt idx="3400">
                  <c:v>244.5862068965517</c:v>
                </c:pt>
                <c:pt idx="3401">
                  <c:v>221.4090909090909</c:v>
                </c:pt>
                <c:pt idx="3402">
                  <c:v>122.6</c:v>
                </c:pt>
                <c:pt idx="3403">
                  <c:v>183.9438202247191</c:v>
                </c:pt>
                <c:pt idx="3404">
                  <c:v>238.97916666666663</c:v>
                </c:pt>
                <c:pt idx="3405">
                  <c:v>320.8721804511278</c:v>
                </c:pt>
                <c:pt idx="3406">
                  <c:v>120.23214285714286</c:v>
                </c:pt>
                <c:pt idx="3407">
                  <c:v>193.75342465753425</c:v>
                </c:pt>
                <c:pt idx="3408">
                  <c:v>168.47826086956522</c:v>
                </c:pt>
                <c:pt idx="3409">
                  <c:v>303.4791666666667</c:v>
                </c:pt>
                <c:pt idx="3410">
                  <c:v>207.03508771929825</c:v>
                </c:pt>
                <c:pt idx="3411">
                  <c:v>102.54450261780104</c:v>
                </c:pt>
                <c:pt idx="3412">
                  <c:v>168.2826086956522</c:v>
                </c:pt>
                <c:pt idx="3413">
                  <c:v>234.69856459330143</c:v>
                </c:pt>
                <c:pt idx="3414">
                  <c:v>92.5</c:v>
                </c:pt>
                <c:pt idx="3415">
                  <c:v>262.6808510638298</c:v>
                </c:pt>
                <c:pt idx="3416">
                  <c:v>91.34615384615384</c:v>
                </c:pt>
                <c:pt idx="3417">
                  <c:v>105.76991150442478</c:v>
                </c:pt>
                <c:pt idx="3418">
                  <c:v>170.95679012345678</c:v>
                </c:pt>
                <c:pt idx="3419">
                  <c:v>228.87577639751552</c:v>
                </c:pt>
                <c:pt idx="3420">
                  <c:v>173.54761904761904</c:v>
                </c:pt>
                <c:pt idx="3421">
                  <c:v>272.82142857142856</c:v>
                </c:pt>
                <c:pt idx="3422">
                  <c:v>215.3692307692308</c:v>
                </c:pt>
                <c:pt idx="3423">
                  <c:v>204.87692307692308</c:v>
                </c:pt>
                <c:pt idx="3424">
                  <c:v>281.45</c:v>
                </c:pt>
                <c:pt idx="3425">
                  <c:v>214.84615384615384</c:v>
                </c:pt>
                <c:pt idx="3426">
                  <c:v>119.67391304347828</c:v>
                </c:pt>
                <c:pt idx="3427">
                  <c:v>171.23888888888888</c:v>
                </c:pt>
                <c:pt idx="3428">
                  <c:v>247.57142857142856</c:v>
                </c:pt>
                <c:pt idx="3429">
                  <c:v>131.656050955414</c:v>
                </c:pt>
                <c:pt idx="3430">
                  <c:v>255.16176470588235</c:v>
                </c:pt>
                <c:pt idx="3431">
                  <c:v>255.93103448275863</c:v>
                </c:pt>
                <c:pt idx="3432">
                  <c:v>102.62943495400788</c:v>
                </c:pt>
                <c:pt idx="3433">
                  <c:v>194.4152542372881</c:v>
                </c:pt>
                <c:pt idx="3434">
                  <c:v>187.375</c:v>
                </c:pt>
                <c:pt idx="3435">
                  <c:v>188.53521126760563</c:v>
                </c:pt>
                <c:pt idx="3436">
                  <c:v>106.4074074074074</c:v>
                </c:pt>
                <c:pt idx="3437">
                  <c:v>106.65384615384616</c:v>
                </c:pt>
                <c:pt idx="3438">
                  <c:v>187.61592920353985</c:v>
                </c:pt>
                <c:pt idx="3439">
                  <c:v>258.86507936507934</c:v>
                </c:pt>
                <c:pt idx="3440">
                  <c:v>268.9376770538244</c:v>
                </c:pt>
                <c:pt idx="3441">
                  <c:v>205.425</c:v>
                </c:pt>
                <c:pt idx="3442">
                  <c:v>101.17857142857144</c:v>
                </c:pt>
                <c:pt idx="3443">
                  <c:v>179.1851851851852</c:v>
                </c:pt>
                <c:pt idx="3444">
                  <c:v>113.55</c:v>
                </c:pt>
                <c:pt idx="3445">
                  <c:v>263.1417322834646</c:v>
                </c:pt>
                <c:pt idx="3446">
                  <c:v>256.1336206896552</c:v>
                </c:pt>
                <c:pt idx="3447">
                  <c:v>225.48831168831168</c:v>
                </c:pt>
                <c:pt idx="3448">
                  <c:v>333.47695390781564</c:v>
                </c:pt>
                <c:pt idx="3449">
                  <c:v>90.52631578947368</c:v>
                </c:pt>
                <c:pt idx="3450">
                  <c:v>234.43103448275863</c:v>
                </c:pt>
                <c:pt idx="3451">
                  <c:v>80.02702702702703</c:v>
                </c:pt>
                <c:pt idx="3452">
                  <c:v>83.90860215053763</c:v>
                </c:pt>
                <c:pt idx="3453">
                  <c:v>127.87719298245614</c:v>
                </c:pt>
                <c:pt idx="3454">
                  <c:v>107.65217391304348</c:v>
                </c:pt>
                <c:pt idx="3455">
                  <c:v>139.29896907216494</c:v>
                </c:pt>
                <c:pt idx="3456">
                  <c:v>261.344262295082</c:v>
                </c:pt>
                <c:pt idx="3457">
                  <c:v>177.21153846153845</c:v>
                </c:pt>
                <c:pt idx="3458">
                  <c:v>74.94444444444444</c:v>
                </c:pt>
                <c:pt idx="3459">
                  <c:v>106.9281314168378</c:v>
                </c:pt>
                <c:pt idx="3460">
                  <c:v>77.07894736842105</c:v>
                </c:pt>
                <c:pt idx="3461">
                  <c:v>74.15686274509804</c:v>
                </c:pt>
                <c:pt idx="3462">
                  <c:v>133.31578947368422</c:v>
                </c:pt>
                <c:pt idx="3463">
                  <c:v>114.4</c:v>
                </c:pt>
                <c:pt idx="3464">
                  <c:v>215.4619883040936</c:v>
                </c:pt>
                <c:pt idx="3465">
                  <c:v>211.64444444444445</c:v>
                </c:pt>
                <c:pt idx="3466">
                  <c:v>136.1509433962264</c:v>
                </c:pt>
                <c:pt idx="3467">
                  <c:v>180.38260869565212</c:v>
                </c:pt>
                <c:pt idx="3468">
                  <c:v>219.3212669683258</c:v>
                </c:pt>
                <c:pt idx="3469">
                  <c:v>132.8235294117647</c:v>
                </c:pt>
                <c:pt idx="3470">
                  <c:v>117.94520547945206</c:v>
                </c:pt>
                <c:pt idx="3471">
                  <c:v>207.4375</c:v>
                </c:pt>
                <c:pt idx="3472">
                  <c:v>80.22340425531915</c:v>
                </c:pt>
                <c:pt idx="3473">
                  <c:v>195.70422535211267</c:v>
                </c:pt>
                <c:pt idx="3474">
                  <c:v>183.20883534136547</c:v>
                </c:pt>
                <c:pt idx="3475">
                  <c:v>141.72727272727272</c:v>
                </c:pt>
                <c:pt idx="3476">
                  <c:v>147.65770171149146</c:v>
                </c:pt>
                <c:pt idx="3477">
                  <c:v>202.1958762886598</c:v>
                </c:pt>
                <c:pt idx="3478">
                  <c:v>107.8005319148936</c:v>
                </c:pt>
                <c:pt idx="3479">
                  <c:v>120.20872274143302</c:v>
                </c:pt>
                <c:pt idx="3480">
                  <c:v>179.890243902439</c:v>
                </c:pt>
                <c:pt idx="3481">
                  <c:v>157.01666666666668</c:v>
                </c:pt>
                <c:pt idx="3482">
                  <c:v>53.02666666666666</c:v>
                </c:pt>
                <c:pt idx="3483">
                  <c:v>269.6170212765957</c:v>
                </c:pt>
                <c:pt idx="3484">
                  <c:v>156.96428571428572</c:v>
                </c:pt>
                <c:pt idx="3485">
                  <c:v>239.07692307692307</c:v>
                </c:pt>
                <c:pt idx="3486">
                  <c:v>264.90697674418607</c:v>
                </c:pt>
                <c:pt idx="3487">
                  <c:v>165.42424242424244</c:v>
                </c:pt>
                <c:pt idx="3488">
                  <c:v>251.72027972027973</c:v>
                </c:pt>
                <c:pt idx="3489">
                  <c:v>79.07692307692308</c:v>
                </c:pt>
                <c:pt idx="3490">
                  <c:v>188.24242424242425</c:v>
                </c:pt>
                <c:pt idx="3491">
                  <c:v>123.38</c:v>
                </c:pt>
                <c:pt idx="3492">
                  <c:v>122.2840909090909</c:v>
                </c:pt>
                <c:pt idx="3493">
                  <c:v>111.3374613003096</c:v>
                </c:pt>
                <c:pt idx="3494">
                  <c:v>249.78048780487805</c:v>
                </c:pt>
                <c:pt idx="3495">
                  <c:v>233.1815476190476</c:v>
                </c:pt>
                <c:pt idx="3496">
                  <c:v>99.94957983193277</c:v>
                </c:pt>
                <c:pt idx="3497">
                  <c:v>77.703125</c:v>
                </c:pt>
                <c:pt idx="3498">
                  <c:v>238.1939393939394</c:v>
                </c:pt>
                <c:pt idx="3499">
                  <c:v>139.625</c:v>
                </c:pt>
                <c:pt idx="3500">
                  <c:v>114.85416666666669</c:v>
                </c:pt>
                <c:pt idx="3501">
                  <c:v>200.35</c:v>
                </c:pt>
                <c:pt idx="3502">
                  <c:v>150.78787878787878</c:v>
                </c:pt>
                <c:pt idx="3503">
                  <c:v>182.79310344827587</c:v>
                </c:pt>
                <c:pt idx="3504">
                  <c:v>133.48858447488584</c:v>
                </c:pt>
                <c:pt idx="3505">
                  <c:v>182.1003717472119</c:v>
                </c:pt>
                <c:pt idx="3506">
                  <c:v>180.7239819004525</c:v>
                </c:pt>
                <c:pt idx="3507">
                  <c:v>242.7142857142857</c:v>
                </c:pt>
                <c:pt idx="3508">
                  <c:v>165.72592592592594</c:v>
                </c:pt>
                <c:pt idx="3509">
                  <c:v>195.58</c:v>
                </c:pt>
                <c:pt idx="3510">
                  <c:v>85.775</c:v>
                </c:pt>
                <c:pt idx="3511">
                  <c:v>159.5</c:v>
                </c:pt>
                <c:pt idx="3512">
                  <c:v>165.4142857142857</c:v>
                </c:pt>
                <c:pt idx="3513">
                  <c:v>73.51282051282051</c:v>
                </c:pt>
                <c:pt idx="3514">
                  <c:v>201.6075949367089</c:v>
                </c:pt>
                <c:pt idx="3515">
                  <c:v>138.0568181818182</c:v>
                </c:pt>
                <c:pt idx="3516">
                  <c:v>99.42441860465117</c:v>
                </c:pt>
                <c:pt idx="3517">
                  <c:v>230.54545454545453</c:v>
                </c:pt>
                <c:pt idx="3518">
                  <c:v>138.78092399403874</c:v>
                </c:pt>
                <c:pt idx="3519">
                  <c:v>178.32432432432432</c:v>
                </c:pt>
                <c:pt idx="3520">
                  <c:v>131.2608695652174</c:v>
                </c:pt>
                <c:pt idx="3521">
                  <c:v>190.0558659217877</c:v>
                </c:pt>
                <c:pt idx="3522">
                  <c:v>95.17721518987342</c:v>
                </c:pt>
                <c:pt idx="3523">
                  <c:v>127.67441860465117</c:v>
                </c:pt>
                <c:pt idx="3524">
                  <c:v>239.2987012987013</c:v>
                </c:pt>
                <c:pt idx="3525">
                  <c:v>257.51724137931035</c:v>
                </c:pt>
                <c:pt idx="3526">
                  <c:v>197.0877192982456</c:v>
                </c:pt>
                <c:pt idx="3527">
                  <c:v>140.15463917525773</c:v>
                </c:pt>
                <c:pt idx="3528">
                  <c:v>257.2926829268293</c:v>
                </c:pt>
                <c:pt idx="3529">
                  <c:v>179.37410071942446</c:v>
                </c:pt>
                <c:pt idx="3530">
                  <c:v>221.67857142857144</c:v>
                </c:pt>
                <c:pt idx="3531">
                  <c:v>241.34722222222223</c:v>
                </c:pt>
                <c:pt idx="3532">
                  <c:v>80.875</c:v>
                </c:pt>
                <c:pt idx="3533">
                  <c:v>80.41333333333333</c:v>
                </c:pt>
                <c:pt idx="3534">
                  <c:v>117.21951219512196</c:v>
                </c:pt>
                <c:pt idx="3535">
                  <c:v>145.18556701030928</c:v>
                </c:pt>
                <c:pt idx="3536">
                  <c:v>218.14705882352945</c:v>
                </c:pt>
                <c:pt idx="3537">
                  <c:v>158.52777777777777</c:v>
                </c:pt>
                <c:pt idx="3538">
                  <c:v>220.86666666666667</c:v>
                </c:pt>
                <c:pt idx="3539">
                  <c:v>167.8494983277592</c:v>
                </c:pt>
                <c:pt idx="3540">
                  <c:v>167.0</c:v>
                </c:pt>
                <c:pt idx="3541">
                  <c:v>116.86666666666666</c:v>
                </c:pt>
                <c:pt idx="3542">
                  <c:v>95.83673469387756</c:v>
                </c:pt>
                <c:pt idx="3543">
                  <c:v>111.93103448275862</c:v>
                </c:pt>
                <c:pt idx="3544">
                  <c:v>151.6551724137931</c:v>
                </c:pt>
                <c:pt idx="3545">
                  <c:v>214.46</c:v>
                </c:pt>
                <c:pt idx="3546">
                  <c:v>141.5</c:v>
                </c:pt>
                <c:pt idx="3547">
                  <c:v>94.77777777777776</c:v>
                </c:pt>
                <c:pt idx="3548">
                  <c:v>154.6909090909091</c:v>
                </c:pt>
                <c:pt idx="3549">
                  <c:v>83.3125</c:v>
                </c:pt>
                <c:pt idx="3550">
                  <c:v>144.4022988505747</c:v>
                </c:pt>
                <c:pt idx="3551">
                  <c:v>98.46</c:v>
                </c:pt>
                <c:pt idx="3552">
                  <c:v>108.5925925925926</c:v>
                </c:pt>
                <c:pt idx="3553">
                  <c:v>98.9090909090909</c:v>
                </c:pt>
                <c:pt idx="3554">
                  <c:v>131.27397260273972</c:v>
                </c:pt>
                <c:pt idx="3555">
                  <c:v>200.3706896551724</c:v>
                </c:pt>
                <c:pt idx="3556">
                  <c:v>104.32380952380952</c:v>
                </c:pt>
                <c:pt idx="3557">
                  <c:v>96.25</c:v>
                </c:pt>
                <c:pt idx="3558">
                  <c:v>201.8148148148148</c:v>
                </c:pt>
                <c:pt idx="3559">
                  <c:v>100.6981627296588</c:v>
                </c:pt>
                <c:pt idx="3560">
                  <c:v>173.69565217391303</c:v>
                </c:pt>
                <c:pt idx="3561">
                  <c:v>182.84126984126985</c:v>
                </c:pt>
                <c:pt idx="3562">
                  <c:v>186.7573221757322</c:v>
                </c:pt>
                <c:pt idx="3563">
                  <c:v>177.5686274509804</c:v>
                </c:pt>
                <c:pt idx="3564">
                  <c:v>112.0</c:v>
                </c:pt>
                <c:pt idx="3565">
                  <c:v>174.58823529411765</c:v>
                </c:pt>
                <c:pt idx="3566">
                  <c:v>133.50273224043715</c:v>
                </c:pt>
                <c:pt idx="3567">
                  <c:v>258.16</c:v>
                </c:pt>
                <c:pt idx="3568">
                  <c:v>116.90112994350282</c:v>
                </c:pt>
                <c:pt idx="3569">
                  <c:v>177.56777493606137</c:v>
                </c:pt>
                <c:pt idx="3570">
                  <c:v>168.87951807228916</c:v>
                </c:pt>
                <c:pt idx="3571">
                  <c:v>82.3695652173913</c:v>
                </c:pt>
                <c:pt idx="3572">
                  <c:v>139.5090909090909</c:v>
                </c:pt>
                <c:pt idx="3573">
                  <c:v>191.96153846153845</c:v>
                </c:pt>
                <c:pt idx="3574">
                  <c:v>156.17307692307693</c:v>
                </c:pt>
                <c:pt idx="3575">
                  <c:v>93.49321266968326</c:v>
                </c:pt>
                <c:pt idx="3576">
                  <c:v>220.53846153846155</c:v>
                </c:pt>
                <c:pt idx="3577">
                  <c:v>231.77205882352945</c:v>
                </c:pt>
                <c:pt idx="3578">
                  <c:v>246.91489361702128</c:v>
                </c:pt>
                <c:pt idx="3579">
                  <c:v>86.58196721311475</c:v>
                </c:pt>
                <c:pt idx="3580">
                  <c:v>191.03571428571428</c:v>
                </c:pt>
                <c:pt idx="3581">
                  <c:v>103.06976744186046</c:v>
                </c:pt>
                <c:pt idx="3582">
                  <c:v>223.3098591549296</c:v>
                </c:pt>
                <c:pt idx="3583">
                  <c:v>150.17543859649123</c:v>
                </c:pt>
                <c:pt idx="3584">
                  <c:v>82.80851063829788</c:v>
                </c:pt>
                <c:pt idx="3585">
                  <c:v>224.85</c:v>
                </c:pt>
                <c:pt idx="3586">
                  <c:v>159.47619047619048</c:v>
                </c:pt>
                <c:pt idx="3587">
                  <c:v>347.93859649122805</c:v>
                </c:pt>
                <c:pt idx="3588">
                  <c:v>276.703125</c:v>
                </c:pt>
                <c:pt idx="3589">
                  <c:v>215.65986394557825</c:v>
                </c:pt>
                <c:pt idx="3590">
                  <c:v>104.28</c:v>
                </c:pt>
                <c:pt idx="3591">
                  <c:v>238.94827586206893</c:v>
                </c:pt>
                <c:pt idx="3592">
                  <c:v>64.2</c:v>
                </c:pt>
                <c:pt idx="3593">
                  <c:v>246.84761904761905</c:v>
                </c:pt>
                <c:pt idx="3594">
                  <c:v>118.3494318181818</c:v>
                </c:pt>
                <c:pt idx="3595">
                  <c:v>133.0</c:v>
                </c:pt>
                <c:pt idx="3596">
                  <c:v>161.2364394993046</c:v>
                </c:pt>
                <c:pt idx="3597">
                  <c:v>133.0</c:v>
                </c:pt>
                <c:pt idx="3598">
                  <c:v>139.50980392156862</c:v>
                </c:pt>
                <c:pt idx="3599">
                  <c:v>248.89555125725337</c:v>
                </c:pt>
                <c:pt idx="3600">
                  <c:v>71.82570422535211</c:v>
                </c:pt>
                <c:pt idx="3601">
                  <c:v>237.65116279069767</c:v>
                </c:pt>
                <c:pt idx="3602">
                  <c:v>229.57364341085272</c:v>
                </c:pt>
                <c:pt idx="3603">
                  <c:v>279.9354066985646</c:v>
                </c:pt>
                <c:pt idx="3604">
                  <c:v>140.2866082603254</c:v>
                </c:pt>
                <c:pt idx="3605">
                  <c:v>140.98477157360406</c:v>
                </c:pt>
                <c:pt idx="3606">
                  <c:v>102.29333333333334</c:v>
                </c:pt>
                <c:pt idx="3607">
                  <c:v>209.22727272727272</c:v>
                </c:pt>
                <c:pt idx="3608">
                  <c:v>258.2857142857143</c:v>
                </c:pt>
                <c:pt idx="3609">
                  <c:v>124.28474576271186</c:v>
                </c:pt>
                <c:pt idx="3610">
                  <c:v>123.08152173913044</c:v>
                </c:pt>
                <c:pt idx="3611">
                  <c:v>107.35470085470084</c:v>
                </c:pt>
                <c:pt idx="3612">
                  <c:v>120.14285714285714</c:v>
                </c:pt>
                <c:pt idx="3613">
                  <c:v>209.10337078651685</c:v>
                </c:pt>
                <c:pt idx="3614">
                  <c:v>121.5952380952381</c:v>
                </c:pt>
                <c:pt idx="3615">
                  <c:v>231.0703125</c:v>
                </c:pt>
                <c:pt idx="3616">
                  <c:v>222.8048780487805</c:v>
                </c:pt>
                <c:pt idx="3617">
                  <c:v>91.97297297297295</c:v>
                </c:pt>
                <c:pt idx="3618">
                  <c:v>187.5681818181818</c:v>
                </c:pt>
                <c:pt idx="3619">
                  <c:v>151.95833333333334</c:v>
                </c:pt>
                <c:pt idx="3620">
                  <c:v>163.54019292604502</c:v>
                </c:pt>
                <c:pt idx="3621">
                  <c:v>245.3636363636364</c:v>
                </c:pt>
                <c:pt idx="3622">
                  <c:v>220.49295774647888</c:v>
                </c:pt>
                <c:pt idx="3623">
                  <c:v>26.09006011412013</c:v>
                </c:pt>
                <c:pt idx="3624">
                  <c:v>103.56962025316456</c:v>
                </c:pt>
                <c:pt idx="3625">
                  <c:v>271.89516129032256</c:v>
                </c:pt>
                <c:pt idx="3626">
                  <c:v>76.34166666666667</c:v>
                </c:pt>
                <c:pt idx="3627">
                  <c:v>120.8735632183908</c:v>
                </c:pt>
                <c:pt idx="3628">
                  <c:v>211.2574673541871</c:v>
                </c:pt>
                <c:pt idx="3629">
                  <c:v>226.5</c:v>
                </c:pt>
                <c:pt idx="3630">
                  <c:v>111.82142857142856</c:v>
                </c:pt>
                <c:pt idx="3631">
                  <c:v>250.3361344537815</c:v>
                </c:pt>
                <c:pt idx="3632">
                  <c:v>172.1238938053097</c:v>
                </c:pt>
                <c:pt idx="3633">
                  <c:v>111.98095238095236</c:v>
                </c:pt>
                <c:pt idx="3634">
                  <c:v>93.76973684210526</c:v>
                </c:pt>
                <c:pt idx="3635">
                  <c:v>179.37142857142857</c:v>
                </c:pt>
                <c:pt idx="3636">
                  <c:v>150.22764227642276</c:v>
                </c:pt>
                <c:pt idx="3637">
                  <c:v>135.53846153846155</c:v>
                </c:pt>
                <c:pt idx="3638">
                  <c:v>159.53571428571428</c:v>
                </c:pt>
                <c:pt idx="3639">
                  <c:v>78.5</c:v>
                </c:pt>
                <c:pt idx="3640">
                  <c:v>205.54918032786884</c:v>
                </c:pt>
                <c:pt idx="3641">
                  <c:v>161.04166666666666</c:v>
                </c:pt>
                <c:pt idx="3642">
                  <c:v>165.8440366972477</c:v>
                </c:pt>
                <c:pt idx="3643">
                  <c:v>215.53119429590012</c:v>
                </c:pt>
                <c:pt idx="3644">
                  <c:v>105.18446601941748</c:v>
                </c:pt>
                <c:pt idx="3645">
                  <c:v>310.7377049180328</c:v>
                </c:pt>
                <c:pt idx="3646">
                  <c:v>95.3</c:v>
                </c:pt>
                <c:pt idx="3647">
                  <c:v>248.0</c:v>
                </c:pt>
                <c:pt idx="3648">
                  <c:v>199.12</c:v>
                </c:pt>
                <c:pt idx="3649">
                  <c:v>237.44117647058823</c:v>
                </c:pt>
                <c:pt idx="3650">
                  <c:v>85.19277108433735</c:v>
                </c:pt>
                <c:pt idx="3651">
                  <c:v>126.8032786885246</c:v>
                </c:pt>
                <c:pt idx="3652">
                  <c:v>129.47826086956522</c:v>
                </c:pt>
                <c:pt idx="3653">
                  <c:v>119.46666666666668</c:v>
                </c:pt>
                <c:pt idx="3654">
                  <c:v>112.4404761904762</c:v>
                </c:pt>
                <c:pt idx="3655">
                  <c:v>113.37096774193547</c:v>
                </c:pt>
                <c:pt idx="3656">
                  <c:v>88.9766081871345</c:v>
                </c:pt>
                <c:pt idx="3657">
                  <c:v>161.4857142857143</c:v>
                </c:pt>
                <c:pt idx="3658">
                  <c:v>197.66666666666663</c:v>
                </c:pt>
                <c:pt idx="3659">
                  <c:v>161.3359375</c:v>
                </c:pt>
                <c:pt idx="3660">
                  <c:v>85.23076923076923</c:v>
                </c:pt>
                <c:pt idx="3661">
                  <c:v>100.75</c:v>
                </c:pt>
                <c:pt idx="3662">
                  <c:v>9.749912405454593</c:v>
                </c:pt>
                <c:pt idx="3663">
                  <c:v>228.17161716171617</c:v>
                </c:pt>
                <c:pt idx="3664">
                  <c:v>80.03896103896103</c:v>
                </c:pt>
                <c:pt idx="3665">
                  <c:v>206.9</c:v>
                </c:pt>
                <c:pt idx="3666">
                  <c:v>201.875</c:v>
                </c:pt>
                <c:pt idx="3667">
                  <c:v>287.84722222222223</c:v>
                </c:pt>
                <c:pt idx="3668">
                  <c:v>195.78021978021977</c:v>
                </c:pt>
                <c:pt idx="3669">
                  <c:v>230.78</c:v>
                </c:pt>
                <c:pt idx="3670">
                  <c:v>215.44202898550725</c:v>
                </c:pt>
                <c:pt idx="3671">
                  <c:v>176.5205479452055</c:v>
                </c:pt>
                <c:pt idx="3672">
                  <c:v>156.0810810810811</c:v>
                </c:pt>
                <c:pt idx="3673">
                  <c:v>109.8503937007874</c:v>
                </c:pt>
                <c:pt idx="3674">
                  <c:v>191.5412844036697</c:v>
                </c:pt>
                <c:pt idx="3675">
                  <c:v>128.21428571428572</c:v>
                </c:pt>
                <c:pt idx="3676">
                  <c:v>114.66666666666669</c:v>
                </c:pt>
                <c:pt idx="3677">
                  <c:v>92.03896103896103</c:v>
                </c:pt>
                <c:pt idx="3678">
                  <c:v>88.25</c:v>
                </c:pt>
                <c:pt idx="3679">
                  <c:v>79.35106382978724</c:v>
                </c:pt>
                <c:pt idx="3680">
                  <c:v>170.0088888888889</c:v>
                </c:pt>
                <c:pt idx="3681">
                  <c:v>132.9</c:v>
                </c:pt>
                <c:pt idx="3682">
                  <c:v>165.4516129032258</c:v>
                </c:pt>
                <c:pt idx="3683">
                  <c:v>120.10576923076924</c:v>
                </c:pt>
                <c:pt idx="3684">
                  <c:v>131.95348837209303</c:v>
                </c:pt>
                <c:pt idx="3685">
                  <c:v>200.79310344827587</c:v>
                </c:pt>
                <c:pt idx="3686">
                  <c:v>122.76923076923076</c:v>
                </c:pt>
                <c:pt idx="3687">
                  <c:v>185.78048780487805</c:v>
                </c:pt>
                <c:pt idx="3688">
                  <c:v>286.0390625</c:v>
                </c:pt>
                <c:pt idx="3689">
                  <c:v>152.11142061281336</c:v>
                </c:pt>
                <c:pt idx="3690">
                  <c:v>84.45238095238095</c:v>
                </c:pt>
                <c:pt idx="3691">
                  <c:v>264.40845070422534</c:v>
                </c:pt>
                <c:pt idx="3692">
                  <c:v>189.68141592920355</c:v>
                </c:pt>
                <c:pt idx="3693">
                  <c:v>162.06369426751593</c:v>
                </c:pt>
                <c:pt idx="3694">
                  <c:v>250.1547619047619</c:v>
                </c:pt>
                <c:pt idx="3695">
                  <c:v>121.16254416961132</c:v>
                </c:pt>
                <c:pt idx="3696">
                  <c:v>135.90625</c:v>
                </c:pt>
                <c:pt idx="3697">
                  <c:v>133.42105263157896</c:v>
                </c:pt>
                <c:pt idx="3698">
                  <c:v>236.0326086956522</c:v>
                </c:pt>
                <c:pt idx="3699">
                  <c:v>162.55212355212356</c:v>
                </c:pt>
                <c:pt idx="3700">
                  <c:v>217.75</c:v>
                </c:pt>
                <c:pt idx="3701">
                  <c:v>114.29545454545456</c:v>
                </c:pt>
                <c:pt idx="3702">
                  <c:v>121.94736842105264</c:v>
                </c:pt>
                <c:pt idx="3703">
                  <c:v>147.33333333333334</c:v>
                </c:pt>
                <c:pt idx="3704">
                  <c:v>242.12345679012347</c:v>
                </c:pt>
                <c:pt idx="3705">
                  <c:v>175.79310344827587</c:v>
                </c:pt>
                <c:pt idx="3706">
                  <c:v>75.0377358490566</c:v>
                </c:pt>
                <c:pt idx="3707">
                  <c:v>232.78333333333333</c:v>
                </c:pt>
                <c:pt idx="3708">
                  <c:v>113.79591836734694</c:v>
                </c:pt>
                <c:pt idx="3709">
                  <c:v>239.5084745762712</c:v>
                </c:pt>
                <c:pt idx="3710">
                  <c:v>79.08</c:v>
                </c:pt>
                <c:pt idx="3711">
                  <c:v>213.46774193548387</c:v>
                </c:pt>
                <c:pt idx="3712">
                  <c:v>118.72072072072072</c:v>
                </c:pt>
                <c:pt idx="3713">
                  <c:v>158.88571428571427</c:v>
                </c:pt>
                <c:pt idx="3714">
                  <c:v>93.5860349127182</c:v>
                </c:pt>
                <c:pt idx="3715">
                  <c:v>135.97142857142856</c:v>
                </c:pt>
                <c:pt idx="3716">
                  <c:v>128.39583333333334</c:v>
                </c:pt>
                <c:pt idx="3717">
                  <c:v>137.40689655172417</c:v>
                </c:pt>
                <c:pt idx="3718">
                  <c:v>161.52941176470588</c:v>
                </c:pt>
                <c:pt idx="3719">
                  <c:v>164.0</c:v>
                </c:pt>
                <c:pt idx="3720">
                  <c:v>211.1780821917808</c:v>
                </c:pt>
                <c:pt idx="3721">
                  <c:v>196.4468085106383</c:v>
                </c:pt>
                <c:pt idx="3722">
                  <c:v>227.6190476190476</c:v>
                </c:pt>
                <c:pt idx="3723">
                  <c:v>99.0669014084507</c:v>
                </c:pt>
                <c:pt idx="3724">
                  <c:v>117.37575757575758</c:v>
                </c:pt>
                <c:pt idx="3725">
                  <c:v>204.23529411764707</c:v>
                </c:pt>
                <c:pt idx="3726">
                  <c:v>251.4</c:v>
                </c:pt>
                <c:pt idx="3727">
                  <c:v>126.83743842364532</c:v>
                </c:pt>
                <c:pt idx="3728">
                  <c:v>124.20253164556962</c:v>
                </c:pt>
                <c:pt idx="3729">
                  <c:v>119.8157894736842</c:v>
                </c:pt>
                <c:pt idx="3730">
                  <c:v>244.4478371501272</c:v>
                </c:pt>
                <c:pt idx="3731">
                  <c:v>100.58426966292134</c:v>
                </c:pt>
                <c:pt idx="3732">
                  <c:v>175.024</c:v>
                </c:pt>
                <c:pt idx="3733">
                  <c:v>181.5052631578948</c:v>
                </c:pt>
                <c:pt idx="3734">
                  <c:v>64.58974358974359</c:v>
                </c:pt>
                <c:pt idx="3735">
                  <c:v>6.505935189599604</c:v>
                </c:pt>
                <c:pt idx="3736">
                  <c:v>167.54666666666665</c:v>
                </c:pt>
                <c:pt idx="3737">
                  <c:v>216.0119047619048</c:v>
                </c:pt>
                <c:pt idx="3738">
                  <c:v>136.6</c:v>
                </c:pt>
                <c:pt idx="3739">
                  <c:v>158.1304347826087</c:v>
                </c:pt>
                <c:pt idx="3740">
                  <c:v>122.15292553191487</c:v>
                </c:pt>
                <c:pt idx="3741">
                  <c:v>174.32608695652175</c:v>
                </c:pt>
                <c:pt idx="3742">
                  <c:v>176.18867924528303</c:v>
                </c:pt>
                <c:pt idx="3743">
                  <c:v>172.36666666666667</c:v>
                </c:pt>
                <c:pt idx="3744">
                  <c:v>150.44444444444446</c:v>
                </c:pt>
                <c:pt idx="3745">
                  <c:v>113.68627450980392</c:v>
                </c:pt>
                <c:pt idx="3746">
                  <c:v>109.60404624277456</c:v>
                </c:pt>
                <c:pt idx="3747">
                  <c:v>164.65648854961833</c:v>
                </c:pt>
                <c:pt idx="3748">
                  <c:v>196.83636363636364</c:v>
                </c:pt>
                <c:pt idx="3749">
                  <c:v>82.79166666666667</c:v>
                </c:pt>
                <c:pt idx="3750">
                  <c:v>229.0</c:v>
                </c:pt>
                <c:pt idx="3751">
                  <c:v>234.85</c:v>
                </c:pt>
                <c:pt idx="3752">
                  <c:v>65.71122994652407</c:v>
                </c:pt>
                <c:pt idx="3753">
                  <c:v>176.7350272232305</c:v>
                </c:pt>
                <c:pt idx="3754">
                  <c:v>154.6875</c:v>
                </c:pt>
                <c:pt idx="3755">
                  <c:v>167.98355263157896</c:v>
                </c:pt>
                <c:pt idx="3756">
                  <c:v>95.51063829787236</c:v>
                </c:pt>
                <c:pt idx="3757">
                  <c:v>128.01183431952663</c:v>
                </c:pt>
                <c:pt idx="3758">
                  <c:v>216.8333333333333</c:v>
                </c:pt>
                <c:pt idx="3759">
                  <c:v>116.04545454545456</c:v>
                </c:pt>
                <c:pt idx="3760">
                  <c:v>250.31034482758625</c:v>
                </c:pt>
                <c:pt idx="3761">
                  <c:v>157.45714285714286</c:v>
                </c:pt>
                <c:pt idx="3762">
                  <c:v>279.78512396694214</c:v>
                </c:pt>
                <c:pt idx="3763">
                  <c:v>201.23076923076923</c:v>
                </c:pt>
                <c:pt idx="3764">
                  <c:v>87.45791245791246</c:v>
                </c:pt>
                <c:pt idx="3765">
                  <c:v>132.97857142857143</c:v>
                </c:pt>
                <c:pt idx="3766">
                  <c:v>96.4302496328928</c:v>
                </c:pt>
                <c:pt idx="3767">
                  <c:v>152.02135231316726</c:v>
                </c:pt>
                <c:pt idx="3768">
                  <c:v>243.24701195219123</c:v>
                </c:pt>
                <c:pt idx="3769">
                  <c:v>97.8375</c:v>
                </c:pt>
                <c:pt idx="3770">
                  <c:v>139.22222222222223</c:v>
                </c:pt>
                <c:pt idx="3771">
                  <c:v>157.52830188679246</c:v>
                </c:pt>
                <c:pt idx="3772">
                  <c:v>200.03225806451613</c:v>
                </c:pt>
                <c:pt idx="3773">
                  <c:v>203.4033613445378</c:v>
                </c:pt>
                <c:pt idx="3774">
                  <c:v>130.47916666666666</c:v>
                </c:pt>
                <c:pt idx="3775">
                  <c:v>167.24603174603175</c:v>
                </c:pt>
                <c:pt idx="3776">
                  <c:v>128.765625</c:v>
                </c:pt>
                <c:pt idx="3777">
                  <c:v>201.13422818791943</c:v>
                </c:pt>
                <c:pt idx="3778">
                  <c:v>193.52238805970148</c:v>
                </c:pt>
                <c:pt idx="3779">
                  <c:v>222.82692307692307</c:v>
                </c:pt>
                <c:pt idx="3780">
                  <c:v>203.5609756097561</c:v>
                </c:pt>
                <c:pt idx="3781">
                  <c:v>85.66197183098592</c:v>
                </c:pt>
                <c:pt idx="3782">
                  <c:v>198.215859030837</c:v>
                </c:pt>
                <c:pt idx="3783">
                  <c:v>228.2962962962963</c:v>
                </c:pt>
                <c:pt idx="3784">
                  <c:v>105.31884057971014</c:v>
                </c:pt>
                <c:pt idx="3785">
                  <c:v>234.3</c:v>
                </c:pt>
                <c:pt idx="3786">
                  <c:v>130.1639344262295</c:v>
                </c:pt>
                <c:pt idx="3787">
                  <c:v>215.20238095238096</c:v>
                </c:pt>
                <c:pt idx="3788">
                  <c:v>178.92380952380952</c:v>
                </c:pt>
                <c:pt idx="3789">
                  <c:v>150.0</c:v>
                </c:pt>
                <c:pt idx="3790">
                  <c:v>96.34375</c:v>
                </c:pt>
                <c:pt idx="3791">
                  <c:v>151.47096774193548</c:v>
                </c:pt>
                <c:pt idx="3792">
                  <c:v>144.7683615819209</c:v>
                </c:pt>
                <c:pt idx="3793">
                  <c:v>209.0</c:v>
                </c:pt>
                <c:pt idx="3794">
                  <c:v>143.33333333333334</c:v>
                </c:pt>
                <c:pt idx="3795">
                  <c:v>134.68965517241378</c:v>
                </c:pt>
                <c:pt idx="3796">
                  <c:v>197.11949685534591</c:v>
                </c:pt>
                <c:pt idx="3797">
                  <c:v>137.84027777777777</c:v>
                </c:pt>
                <c:pt idx="3798">
                  <c:v>182.7007874015748</c:v>
                </c:pt>
                <c:pt idx="3799">
                  <c:v>150.4169381107492</c:v>
                </c:pt>
                <c:pt idx="3800">
                  <c:v>238.078239608802</c:v>
                </c:pt>
                <c:pt idx="3801">
                  <c:v>225.96307692307693</c:v>
                </c:pt>
                <c:pt idx="3802">
                  <c:v>188.09756097560967</c:v>
                </c:pt>
                <c:pt idx="3803">
                  <c:v>100.77611940298507</c:v>
                </c:pt>
                <c:pt idx="3804">
                  <c:v>87.27536231884058</c:v>
                </c:pt>
                <c:pt idx="3805">
                  <c:v>96.66666666666669</c:v>
                </c:pt>
                <c:pt idx="3806">
                  <c:v>103.671974522293</c:v>
                </c:pt>
                <c:pt idx="3807">
                  <c:v>175.73333333333332</c:v>
                </c:pt>
                <c:pt idx="3808">
                  <c:v>202.67379679144383</c:v>
                </c:pt>
                <c:pt idx="3809">
                  <c:v>162.04761904761904</c:v>
                </c:pt>
                <c:pt idx="3810">
                  <c:v>197.2926829268293</c:v>
                </c:pt>
                <c:pt idx="3811">
                  <c:v>157.69934640522877</c:v>
                </c:pt>
                <c:pt idx="3812">
                  <c:v>143.47368421052633</c:v>
                </c:pt>
                <c:pt idx="3813">
                  <c:v>148.35897435897436</c:v>
                </c:pt>
                <c:pt idx="3814">
                  <c:v>212.03571428571428</c:v>
                </c:pt>
                <c:pt idx="3815">
                  <c:v>149.20253164556962</c:v>
                </c:pt>
                <c:pt idx="3816">
                  <c:v>60.88172043010753</c:v>
                </c:pt>
                <c:pt idx="3817">
                  <c:v>116.69491525423727</c:v>
                </c:pt>
                <c:pt idx="3818">
                  <c:v>214.8112244897959</c:v>
                </c:pt>
                <c:pt idx="3819">
                  <c:v>232.04046242774567</c:v>
                </c:pt>
                <c:pt idx="3820">
                  <c:v>109.8244680851064</c:v>
                </c:pt>
                <c:pt idx="3821">
                  <c:v>165.01546391752578</c:v>
                </c:pt>
                <c:pt idx="3822">
                  <c:v>278.3958333333333</c:v>
                </c:pt>
                <c:pt idx="3823">
                  <c:v>68.96969696969697</c:v>
                </c:pt>
                <c:pt idx="3824">
                  <c:v>131.25274725274724</c:v>
                </c:pt>
                <c:pt idx="3825">
                  <c:v>225.02380952380952</c:v>
                </c:pt>
                <c:pt idx="3826">
                  <c:v>177.04347826086956</c:v>
                </c:pt>
                <c:pt idx="3827">
                  <c:v>101.77173913043478</c:v>
                </c:pt>
                <c:pt idx="3828">
                  <c:v>209.07142857142856</c:v>
                </c:pt>
                <c:pt idx="3829">
                  <c:v>209.5196078431373</c:v>
                </c:pt>
                <c:pt idx="3830">
                  <c:v>195.93827160493828</c:v>
                </c:pt>
                <c:pt idx="3831">
                  <c:v>123.75</c:v>
                </c:pt>
                <c:pt idx="3832">
                  <c:v>129.95833333333334</c:v>
                </c:pt>
                <c:pt idx="3833">
                  <c:v>129.1038961038961</c:v>
                </c:pt>
                <c:pt idx="3834">
                  <c:v>199.781512605042</c:v>
                </c:pt>
                <c:pt idx="3835">
                  <c:v>213.06896551724137</c:v>
                </c:pt>
                <c:pt idx="3836">
                  <c:v>105.20754716981132</c:v>
                </c:pt>
                <c:pt idx="3837">
                  <c:v>211.41329479768785</c:v>
                </c:pt>
                <c:pt idx="3838">
                  <c:v>86.56521739130434</c:v>
                </c:pt>
                <c:pt idx="3839">
                  <c:v>124.56565656565655</c:v>
                </c:pt>
                <c:pt idx="3840">
                  <c:v>98.0371747211896</c:v>
                </c:pt>
                <c:pt idx="3841">
                  <c:v>131.975</c:v>
                </c:pt>
                <c:pt idx="3842">
                  <c:v>176.9189189189189</c:v>
                </c:pt>
                <c:pt idx="3843">
                  <c:v>108.36</c:v>
                </c:pt>
                <c:pt idx="3844">
                  <c:v>125.2258064516129</c:v>
                </c:pt>
                <c:pt idx="3845">
                  <c:v>192.1586402266289</c:v>
                </c:pt>
                <c:pt idx="3846">
                  <c:v>80.93333333333334</c:v>
                </c:pt>
                <c:pt idx="3847">
                  <c:v>217.9795918367347</c:v>
                </c:pt>
                <c:pt idx="3848">
                  <c:v>233.62</c:v>
                </c:pt>
                <c:pt idx="3849">
                  <c:v>123.2439024390244</c:v>
                </c:pt>
                <c:pt idx="3850">
                  <c:v>123.85</c:v>
                </c:pt>
                <c:pt idx="3851">
                  <c:v>147.32022471910113</c:v>
                </c:pt>
                <c:pt idx="3852">
                  <c:v>75.86111111111111</c:v>
                </c:pt>
                <c:pt idx="3853">
                  <c:v>131.72881355932202</c:v>
                </c:pt>
                <c:pt idx="3854">
                  <c:v>274.50877192982455</c:v>
                </c:pt>
                <c:pt idx="3855">
                  <c:v>208.5186440677966</c:v>
                </c:pt>
                <c:pt idx="3856">
                  <c:v>75.0</c:v>
                </c:pt>
                <c:pt idx="3857">
                  <c:v>228.90851735015767</c:v>
                </c:pt>
                <c:pt idx="3858">
                  <c:v>146.68</c:v>
                </c:pt>
                <c:pt idx="3859">
                  <c:v>254.1326530612245</c:v>
                </c:pt>
                <c:pt idx="3860">
                  <c:v>173.5</c:v>
                </c:pt>
                <c:pt idx="3861">
                  <c:v>170.26190476190476</c:v>
                </c:pt>
                <c:pt idx="3862">
                  <c:v>70.08108108108108</c:v>
                </c:pt>
                <c:pt idx="3863">
                  <c:v>84.27067669172932</c:v>
                </c:pt>
                <c:pt idx="3864">
                  <c:v>231.66153846153847</c:v>
                </c:pt>
                <c:pt idx="3865">
                  <c:v>104.64516129032258</c:v>
                </c:pt>
                <c:pt idx="3866">
                  <c:v>277.7901234567901</c:v>
                </c:pt>
                <c:pt idx="3867">
                  <c:v>147.93650793650792</c:v>
                </c:pt>
                <c:pt idx="3868">
                  <c:v>226.37116142868143</c:v>
                </c:pt>
                <c:pt idx="3869">
                  <c:v>103.07777777777778</c:v>
                </c:pt>
                <c:pt idx="3870">
                  <c:v>103.47916666666669</c:v>
                </c:pt>
                <c:pt idx="3871">
                  <c:v>285.05454545454546</c:v>
                </c:pt>
                <c:pt idx="3872">
                  <c:v>150.32369942196533</c:v>
                </c:pt>
                <c:pt idx="3873">
                  <c:v>163.26666666666668</c:v>
                </c:pt>
                <c:pt idx="3874">
                  <c:v>144.0</c:v>
                </c:pt>
                <c:pt idx="3875">
                  <c:v>122.66666666666669</c:v>
                </c:pt>
                <c:pt idx="3876">
                  <c:v>176.515873015873</c:v>
                </c:pt>
                <c:pt idx="3877">
                  <c:v>89.79166666666667</c:v>
                </c:pt>
                <c:pt idx="3878">
                  <c:v>193.5853658536585</c:v>
                </c:pt>
                <c:pt idx="3879">
                  <c:v>158.6172839506173</c:v>
                </c:pt>
                <c:pt idx="3880">
                  <c:v>150.05882352941177</c:v>
                </c:pt>
                <c:pt idx="3881">
                  <c:v>144.91338582677164</c:v>
                </c:pt>
                <c:pt idx="3882">
                  <c:v>288.53492063492064</c:v>
                </c:pt>
                <c:pt idx="3883">
                  <c:v>128.14285714285714</c:v>
                </c:pt>
                <c:pt idx="3884">
                  <c:v>88.1</c:v>
                </c:pt>
                <c:pt idx="3885">
                  <c:v>217.0705882352941</c:v>
                </c:pt>
                <c:pt idx="3886">
                  <c:v>80.1</c:v>
                </c:pt>
                <c:pt idx="3887">
                  <c:v>79.75438596491227</c:v>
                </c:pt>
                <c:pt idx="3888">
                  <c:v>304.63440860215053</c:v>
                </c:pt>
                <c:pt idx="3889">
                  <c:v>239.25</c:v>
                </c:pt>
                <c:pt idx="3890">
                  <c:v>256.6474820143885</c:v>
                </c:pt>
                <c:pt idx="3891">
                  <c:v>185.3111111111111</c:v>
                </c:pt>
                <c:pt idx="3892">
                  <c:v>193.11627906976744</c:v>
                </c:pt>
                <c:pt idx="3893">
                  <c:v>89.41397849462365</c:v>
                </c:pt>
                <c:pt idx="3894">
                  <c:v>147.42696629213484</c:v>
                </c:pt>
                <c:pt idx="3895">
                  <c:v>206.29799426934096</c:v>
                </c:pt>
                <c:pt idx="3896">
                  <c:v>121.28185328185327</c:v>
                </c:pt>
                <c:pt idx="3897">
                  <c:v>211.07894736842104</c:v>
                </c:pt>
                <c:pt idx="3898">
                  <c:v>213.09879253567507</c:v>
                </c:pt>
                <c:pt idx="3899">
                  <c:v>99.2906976744186</c:v>
                </c:pt>
                <c:pt idx="3900">
                  <c:v>164.125</c:v>
                </c:pt>
                <c:pt idx="3901">
                  <c:v>185.6428571428572</c:v>
                </c:pt>
                <c:pt idx="3902">
                  <c:v>125.75581395348836</c:v>
                </c:pt>
                <c:pt idx="3903">
                  <c:v>267.4024390243902</c:v>
                </c:pt>
                <c:pt idx="3904">
                  <c:v>173.8153846153846</c:v>
                </c:pt>
                <c:pt idx="3905">
                  <c:v>218.7</c:v>
                </c:pt>
                <c:pt idx="3906">
                  <c:v>211.93506493506493</c:v>
                </c:pt>
                <c:pt idx="3907">
                  <c:v>103.0</c:v>
                </c:pt>
                <c:pt idx="3908">
                  <c:v>212.8082191780822</c:v>
                </c:pt>
                <c:pt idx="3909">
                  <c:v>136.5079365079365</c:v>
                </c:pt>
                <c:pt idx="3910">
                  <c:v>187.6253687315634</c:v>
                </c:pt>
                <c:pt idx="3911">
                  <c:v>249.2708333333333</c:v>
                </c:pt>
                <c:pt idx="3912">
                  <c:v>123.86138613861388</c:v>
                </c:pt>
                <c:pt idx="3913">
                  <c:v>128.3739837398374</c:v>
                </c:pt>
                <c:pt idx="3914">
                  <c:v>175.47272727272727</c:v>
                </c:pt>
                <c:pt idx="3915">
                  <c:v>130.1422018348624</c:v>
                </c:pt>
                <c:pt idx="3916">
                  <c:v>200.53571428571428</c:v>
                </c:pt>
                <c:pt idx="3917">
                  <c:v>126.20833333333331</c:v>
                </c:pt>
                <c:pt idx="3918">
                  <c:v>200.28571428571428</c:v>
                </c:pt>
                <c:pt idx="3919">
                  <c:v>213.4341637010676</c:v>
                </c:pt>
                <c:pt idx="3920">
                  <c:v>217.03846153846155</c:v>
                </c:pt>
                <c:pt idx="3921">
                  <c:v>109.96551724137932</c:v>
                </c:pt>
                <c:pt idx="3922">
                  <c:v>192.21774193548387</c:v>
                </c:pt>
                <c:pt idx="3923">
                  <c:v>144.95580110497238</c:v>
                </c:pt>
                <c:pt idx="3924">
                  <c:v>159.14705882352942</c:v>
                </c:pt>
                <c:pt idx="3925">
                  <c:v>84.38095238095238</c:v>
                </c:pt>
                <c:pt idx="3926">
                  <c:v>218.65866666666668</c:v>
                </c:pt>
                <c:pt idx="3927">
                  <c:v>153.8442367601246</c:v>
                </c:pt>
                <c:pt idx="3928">
                  <c:v>102.48214285714286</c:v>
                </c:pt>
                <c:pt idx="3929">
                  <c:v>229.9270833333333</c:v>
                </c:pt>
                <c:pt idx="3930">
                  <c:v>156.90654205607476</c:v>
                </c:pt>
                <c:pt idx="3931">
                  <c:v>105.24324324324324</c:v>
                </c:pt>
                <c:pt idx="3932">
                  <c:v>240.7297297297297</c:v>
                </c:pt>
                <c:pt idx="3933">
                  <c:v>198.95</c:v>
                </c:pt>
                <c:pt idx="3934">
                  <c:v>173.12698412698413</c:v>
                </c:pt>
                <c:pt idx="3935">
                  <c:v>108.72264631043257</c:v>
                </c:pt>
                <c:pt idx="3936">
                  <c:v>216.2086092715232</c:v>
                </c:pt>
                <c:pt idx="3937">
                  <c:v>153.21428571428572</c:v>
                </c:pt>
                <c:pt idx="3938">
                  <c:v>131.71428571428572</c:v>
                </c:pt>
                <c:pt idx="3939">
                  <c:v>134.47395833333334</c:v>
                </c:pt>
                <c:pt idx="3940">
                  <c:v>204.1458333333333</c:v>
                </c:pt>
                <c:pt idx="3941">
                  <c:v>162.94444444444446</c:v>
                </c:pt>
                <c:pt idx="3942">
                  <c:v>151.5</c:v>
                </c:pt>
                <c:pt idx="3943">
                  <c:v>156.85714285714286</c:v>
                </c:pt>
                <c:pt idx="3944">
                  <c:v>212.42127659574467</c:v>
                </c:pt>
                <c:pt idx="3945">
                  <c:v>151.82089552238807</c:v>
                </c:pt>
                <c:pt idx="3946">
                  <c:v>203.41176470588235</c:v>
                </c:pt>
                <c:pt idx="3947">
                  <c:v>239.4891304347826</c:v>
                </c:pt>
                <c:pt idx="3948">
                  <c:v>181.8409090909091</c:v>
                </c:pt>
                <c:pt idx="3949">
                  <c:v>119.3443298969072</c:v>
                </c:pt>
                <c:pt idx="3950">
                  <c:v>184.17777777777772</c:v>
                </c:pt>
                <c:pt idx="3951">
                  <c:v>193.9906976744186</c:v>
                </c:pt>
                <c:pt idx="3952">
                  <c:v>213.69135802469137</c:v>
                </c:pt>
                <c:pt idx="3953">
                  <c:v>145.2566371681416</c:v>
                </c:pt>
                <c:pt idx="3954">
                  <c:v>267.23880597014926</c:v>
                </c:pt>
                <c:pt idx="3955">
                  <c:v>74.51724137931035</c:v>
                </c:pt>
                <c:pt idx="3956">
                  <c:v>86.54973821989529</c:v>
                </c:pt>
                <c:pt idx="3957">
                  <c:v>154.6326530612245</c:v>
                </c:pt>
                <c:pt idx="3958">
                  <c:v>105.95714285714286</c:v>
                </c:pt>
                <c:pt idx="3959">
                  <c:v>108.48148148148148</c:v>
                </c:pt>
                <c:pt idx="3960">
                  <c:v>125.91891891891892</c:v>
                </c:pt>
                <c:pt idx="3961">
                  <c:v>134.38888888888889</c:v>
                </c:pt>
                <c:pt idx="3962">
                  <c:v>82.64912280701755</c:v>
                </c:pt>
                <c:pt idx="3963">
                  <c:v>237.53179190751445</c:v>
                </c:pt>
                <c:pt idx="3964">
                  <c:v>109.5813953488372</c:v>
                </c:pt>
                <c:pt idx="3965">
                  <c:v>128.65384615384616</c:v>
                </c:pt>
                <c:pt idx="3966">
                  <c:v>227.72519083969465</c:v>
                </c:pt>
                <c:pt idx="3967">
                  <c:v>224.5</c:v>
                </c:pt>
                <c:pt idx="3968">
                  <c:v>79.42424242424242</c:v>
                </c:pt>
                <c:pt idx="3969">
                  <c:v>189.76623376623377</c:v>
                </c:pt>
                <c:pt idx="3970">
                  <c:v>174.6593137254902</c:v>
                </c:pt>
                <c:pt idx="3971">
                  <c:v>201.97173144876325</c:v>
                </c:pt>
                <c:pt idx="3972">
                  <c:v>181.06508875739644</c:v>
                </c:pt>
                <c:pt idx="3973">
                  <c:v>231.81632653061223</c:v>
                </c:pt>
                <c:pt idx="3974">
                  <c:v>143.16336633663366</c:v>
                </c:pt>
                <c:pt idx="3975">
                  <c:v>162.26923076923077</c:v>
                </c:pt>
                <c:pt idx="3976">
                  <c:v>169.10344827586206</c:v>
                </c:pt>
                <c:pt idx="3977">
                  <c:v>277.1506849315069</c:v>
                </c:pt>
                <c:pt idx="3978">
                  <c:v>231.62857142857143</c:v>
                </c:pt>
                <c:pt idx="3979">
                  <c:v>72.41666666666667</c:v>
                </c:pt>
                <c:pt idx="3980">
                  <c:v>280.86538461538464</c:v>
                </c:pt>
                <c:pt idx="3981">
                  <c:v>69.04</c:v>
                </c:pt>
                <c:pt idx="3982">
                  <c:v>84.85106382978724</c:v>
                </c:pt>
                <c:pt idx="3983">
                  <c:v>72.45098039215686</c:v>
                </c:pt>
                <c:pt idx="3984">
                  <c:v>110.45226130653266</c:v>
                </c:pt>
                <c:pt idx="3985">
                  <c:v>212.26415094339623</c:v>
                </c:pt>
                <c:pt idx="3986">
                  <c:v>74.17985611510791</c:v>
                </c:pt>
                <c:pt idx="3987">
                  <c:v>84.24691358024691</c:v>
                </c:pt>
                <c:pt idx="3988">
                  <c:v>258.1371681415929</c:v>
                </c:pt>
                <c:pt idx="3989">
                  <c:v>194.45217391304348</c:v>
                </c:pt>
                <c:pt idx="3990">
                  <c:v>235.8421052631579</c:v>
                </c:pt>
                <c:pt idx="3991">
                  <c:v>207.3795918367347</c:v>
                </c:pt>
                <c:pt idx="3992">
                  <c:v>243.46341463414635</c:v>
                </c:pt>
                <c:pt idx="3993">
                  <c:v>114.70270270270272</c:v>
                </c:pt>
                <c:pt idx="3994">
                  <c:v>193.1290322580645</c:v>
                </c:pt>
                <c:pt idx="3995">
                  <c:v>105.95454545454544</c:v>
                </c:pt>
                <c:pt idx="3996">
                  <c:v>231.37336244541484</c:v>
                </c:pt>
                <c:pt idx="3997">
                  <c:v>84.61016949152543</c:v>
                </c:pt>
                <c:pt idx="3998">
                  <c:v>136.6244541484716</c:v>
                </c:pt>
                <c:pt idx="3999">
                  <c:v>201.76315789473685</c:v>
                </c:pt>
                <c:pt idx="4000">
                  <c:v>201.46153846153845</c:v>
                </c:pt>
                <c:pt idx="4001">
                  <c:v>210.5125</c:v>
                </c:pt>
                <c:pt idx="4002">
                  <c:v>182.11654135338347</c:v>
                </c:pt>
                <c:pt idx="4003">
                  <c:v>67.95049504950495</c:v>
                </c:pt>
                <c:pt idx="4004">
                  <c:v>103.77142857142856</c:v>
                </c:pt>
                <c:pt idx="4005">
                  <c:v>205.0</c:v>
                </c:pt>
                <c:pt idx="4006">
                  <c:v>168.73863636363637</c:v>
                </c:pt>
                <c:pt idx="4007">
                  <c:v>90.66037735849056</c:v>
                </c:pt>
                <c:pt idx="4008">
                  <c:v>206.8055555555556</c:v>
                </c:pt>
                <c:pt idx="4009">
                  <c:v>80.62222222222222</c:v>
                </c:pt>
                <c:pt idx="4010">
                  <c:v>165.3125</c:v>
                </c:pt>
                <c:pt idx="4011">
                  <c:v>62.92372881355932</c:v>
                </c:pt>
                <c:pt idx="4012">
                  <c:v>218.4027027027027</c:v>
                </c:pt>
                <c:pt idx="4013">
                  <c:v>215.17045454545453</c:v>
                </c:pt>
                <c:pt idx="4014">
                  <c:v>121.91011235955057</c:v>
                </c:pt>
                <c:pt idx="4015">
                  <c:v>199.8841059602649</c:v>
                </c:pt>
                <c:pt idx="4016">
                  <c:v>161.62295081967213</c:v>
                </c:pt>
                <c:pt idx="4017">
                  <c:v>137.2941176470588</c:v>
                </c:pt>
                <c:pt idx="4018">
                  <c:v>105.66666666666669</c:v>
                </c:pt>
                <c:pt idx="4019">
                  <c:v>110.11111111111111</c:v>
                </c:pt>
                <c:pt idx="4020">
                  <c:v>75.4390243902439</c:v>
                </c:pt>
                <c:pt idx="4021">
                  <c:v>204.92211055276383</c:v>
                </c:pt>
                <c:pt idx="4022">
                  <c:v>178.35714285714286</c:v>
                </c:pt>
                <c:pt idx="4023">
                  <c:v>189.0</c:v>
                </c:pt>
                <c:pt idx="4024">
                  <c:v>108.6</c:v>
                </c:pt>
                <c:pt idx="4025">
                  <c:v>95.37142857142857</c:v>
                </c:pt>
                <c:pt idx="4026">
                  <c:v>114.51315789473684</c:v>
                </c:pt>
                <c:pt idx="4027">
                  <c:v>137.9814814814815</c:v>
                </c:pt>
                <c:pt idx="4028">
                  <c:v>228.0253164556962</c:v>
                </c:pt>
                <c:pt idx="4029">
                  <c:v>127.2</c:v>
                </c:pt>
                <c:pt idx="4030">
                  <c:v>188.137323943662</c:v>
                </c:pt>
                <c:pt idx="4031">
                  <c:v>199.7948717948718</c:v>
                </c:pt>
                <c:pt idx="4032">
                  <c:v>144.206106870229</c:v>
                </c:pt>
                <c:pt idx="4033">
                  <c:v>186.03571428571428</c:v>
                </c:pt>
                <c:pt idx="4034">
                  <c:v>174.9344262295082</c:v>
                </c:pt>
                <c:pt idx="4035">
                  <c:v>194.67469879518072</c:v>
                </c:pt>
                <c:pt idx="4036">
                  <c:v>127.871921182266</c:v>
                </c:pt>
                <c:pt idx="4037">
                  <c:v>133.5527950310559</c:v>
                </c:pt>
                <c:pt idx="4038">
                  <c:v>117.36883116883116</c:v>
                </c:pt>
                <c:pt idx="4039">
                  <c:v>129.3012048192771</c:v>
                </c:pt>
                <c:pt idx="4040">
                  <c:v>237.35211267605635</c:v>
                </c:pt>
                <c:pt idx="4041">
                  <c:v>110.81904761904762</c:v>
                </c:pt>
                <c:pt idx="4042">
                  <c:v>194.7142857142857</c:v>
                </c:pt>
                <c:pt idx="4043">
                  <c:v>132.70292887029288</c:v>
                </c:pt>
                <c:pt idx="4044">
                  <c:v>107.96969696969695</c:v>
                </c:pt>
                <c:pt idx="4045">
                  <c:v>221.49</c:v>
                </c:pt>
                <c:pt idx="4046">
                  <c:v>210.8148148148148</c:v>
                </c:pt>
                <c:pt idx="4047">
                  <c:v>241.0374331550802</c:v>
                </c:pt>
                <c:pt idx="4048">
                  <c:v>105.10344827586206</c:v>
                </c:pt>
                <c:pt idx="4049">
                  <c:v>138.79710144927537</c:v>
                </c:pt>
                <c:pt idx="4050">
                  <c:v>108.8</c:v>
                </c:pt>
                <c:pt idx="4051">
                  <c:v>232.16666666666663</c:v>
                </c:pt>
                <c:pt idx="4052">
                  <c:v>186.6912442396313</c:v>
                </c:pt>
                <c:pt idx="4053">
                  <c:v>155.44761904761904</c:v>
                </c:pt>
                <c:pt idx="4054">
                  <c:v>187.78688524590163</c:v>
                </c:pt>
                <c:pt idx="4055">
                  <c:v>181.49295774647888</c:v>
                </c:pt>
                <c:pt idx="4056">
                  <c:v>104.90344827586208</c:v>
                </c:pt>
                <c:pt idx="4057">
                  <c:v>113.52201257861635</c:v>
                </c:pt>
                <c:pt idx="4058">
                  <c:v>224.7</c:v>
                </c:pt>
                <c:pt idx="4059">
                  <c:v>90.515625</c:v>
                </c:pt>
                <c:pt idx="4060">
                  <c:v>190.8048780487805</c:v>
                </c:pt>
                <c:pt idx="4061">
                  <c:v>228.58962264150944</c:v>
                </c:pt>
                <c:pt idx="4062">
                  <c:v>102.062893081761</c:v>
                </c:pt>
                <c:pt idx="4063">
                  <c:v>152.07462686567163</c:v>
                </c:pt>
                <c:pt idx="4064">
                  <c:v>209.9343891402715</c:v>
                </c:pt>
                <c:pt idx="4065">
                  <c:v>176.3030303030303</c:v>
                </c:pt>
                <c:pt idx="4066">
                  <c:v>207.5873015873016</c:v>
                </c:pt>
                <c:pt idx="4067">
                  <c:v>264.0975609756098</c:v>
                </c:pt>
                <c:pt idx="4068">
                  <c:v>140.5742574257426</c:v>
                </c:pt>
                <c:pt idx="4069">
                  <c:v>198.0655737704918</c:v>
                </c:pt>
                <c:pt idx="4070">
                  <c:v>225.0981818181818</c:v>
                </c:pt>
                <c:pt idx="4071">
                  <c:v>171.26829268292684</c:v>
                </c:pt>
                <c:pt idx="4072">
                  <c:v>107.55555555555556</c:v>
                </c:pt>
                <c:pt idx="4073">
                  <c:v>85.2937062937063</c:v>
                </c:pt>
                <c:pt idx="4074">
                  <c:v>173.4364640883978</c:v>
                </c:pt>
                <c:pt idx="4075">
                  <c:v>233.3921568627451</c:v>
                </c:pt>
                <c:pt idx="4076">
                  <c:v>252.93</c:v>
                </c:pt>
                <c:pt idx="4077">
                  <c:v>184.25</c:v>
                </c:pt>
                <c:pt idx="4078">
                  <c:v>116.70370370370372</c:v>
                </c:pt>
                <c:pt idx="4079">
                  <c:v>132.30252100840335</c:v>
                </c:pt>
                <c:pt idx="4080">
                  <c:v>234.7708333333333</c:v>
                </c:pt>
                <c:pt idx="4081">
                  <c:v>127.78947368421052</c:v>
                </c:pt>
                <c:pt idx="4082">
                  <c:v>169.05263157894737</c:v>
                </c:pt>
                <c:pt idx="4083">
                  <c:v>116.74242424242424</c:v>
                </c:pt>
                <c:pt idx="4084">
                  <c:v>169.3793103448276</c:v>
                </c:pt>
                <c:pt idx="4085">
                  <c:v>202.88636363636363</c:v>
                </c:pt>
                <c:pt idx="4086">
                  <c:v>124.43333333333334</c:v>
                </c:pt>
                <c:pt idx="4087">
                  <c:v>190.8876404494382</c:v>
                </c:pt>
                <c:pt idx="4088">
                  <c:v>183.6458333333333</c:v>
                </c:pt>
                <c:pt idx="4089">
                  <c:v>212.3684210526316</c:v>
                </c:pt>
                <c:pt idx="4090">
                  <c:v>91.21428571428572</c:v>
                </c:pt>
                <c:pt idx="4091">
                  <c:v>193.4931506849315</c:v>
                </c:pt>
                <c:pt idx="4092">
                  <c:v>161.6086956521739</c:v>
                </c:pt>
                <c:pt idx="4093">
                  <c:v>236.9375</c:v>
                </c:pt>
                <c:pt idx="4094">
                  <c:v>169.57894736842104</c:v>
                </c:pt>
                <c:pt idx="4095">
                  <c:v>112.2565445026178</c:v>
                </c:pt>
                <c:pt idx="4096">
                  <c:v>186.30434782608697</c:v>
                </c:pt>
                <c:pt idx="4097">
                  <c:v>145.95693779904306</c:v>
                </c:pt>
                <c:pt idx="4098">
                  <c:v>71.80357142857143</c:v>
                </c:pt>
                <c:pt idx="4099">
                  <c:v>199.6489361702128</c:v>
                </c:pt>
                <c:pt idx="4100">
                  <c:v>137.34615384615384</c:v>
                </c:pt>
                <c:pt idx="4101">
                  <c:v>179.20353982300884</c:v>
                </c:pt>
                <c:pt idx="4102">
                  <c:v>186.89506172839504</c:v>
                </c:pt>
                <c:pt idx="4103">
                  <c:v>185.03726708074527</c:v>
                </c:pt>
                <c:pt idx="4104">
                  <c:v>130.76190476190476</c:v>
                </c:pt>
                <c:pt idx="4105">
                  <c:v>185.92857142857144</c:v>
                </c:pt>
                <c:pt idx="4106">
                  <c:v>186.7076923076923</c:v>
                </c:pt>
                <c:pt idx="4107">
                  <c:v>135.0</c:v>
                </c:pt>
                <c:pt idx="4108">
                  <c:v>220.325</c:v>
                </c:pt>
                <c:pt idx="4109">
                  <c:v>187.25641025641025</c:v>
                </c:pt>
                <c:pt idx="4110">
                  <c:v>73.26086956521739</c:v>
                </c:pt>
                <c:pt idx="4111">
                  <c:v>127.41666666666669</c:v>
                </c:pt>
                <c:pt idx="4112">
                  <c:v>270.82142857142856</c:v>
                </c:pt>
                <c:pt idx="4113">
                  <c:v>98.73248407643312</c:v>
                </c:pt>
                <c:pt idx="4114">
                  <c:v>188.5</c:v>
                </c:pt>
                <c:pt idx="4115">
                  <c:v>202.7471264367816</c:v>
                </c:pt>
                <c:pt idx="4116">
                  <c:v>101.12352168199736</c:v>
                </c:pt>
                <c:pt idx="4117">
                  <c:v>160.97457627118644</c:v>
                </c:pt>
                <c:pt idx="4118">
                  <c:v>153.96428571428572</c:v>
                </c:pt>
                <c:pt idx="4119">
                  <c:v>158.7711267605634</c:v>
                </c:pt>
                <c:pt idx="4120">
                  <c:v>102.33333333333331</c:v>
                </c:pt>
                <c:pt idx="4121">
                  <c:v>87.07692307692308</c:v>
                </c:pt>
                <c:pt idx="4122">
                  <c:v>174.61238938053097</c:v>
                </c:pt>
                <c:pt idx="4123">
                  <c:v>238.515873015873</c:v>
                </c:pt>
                <c:pt idx="4124">
                  <c:v>252.1586402266289</c:v>
                </c:pt>
                <c:pt idx="4125">
                  <c:v>159.725</c:v>
                </c:pt>
                <c:pt idx="4126">
                  <c:v>88.32142857142857</c:v>
                </c:pt>
                <c:pt idx="4127">
                  <c:v>206.03703703703704</c:v>
                </c:pt>
                <c:pt idx="4128">
                  <c:v>131.0</c:v>
                </c:pt>
                <c:pt idx="4129">
                  <c:v>160.36220472440945</c:v>
                </c:pt>
                <c:pt idx="4130">
                  <c:v>229.2586206896552</c:v>
                </c:pt>
                <c:pt idx="4131">
                  <c:v>169.87532467532466</c:v>
                </c:pt>
                <c:pt idx="4132">
                  <c:v>219.5190380761523</c:v>
                </c:pt>
                <c:pt idx="4133">
                  <c:v>99.98245614035088</c:v>
                </c:pt>
                <c:pt idx="4134">
                  <c:v>190.77586206896552</c:v>
                </c:pt>
                <c:pt idx="4135">
                  <c:v>86.60810810810811</c:v>
                </c:pt>
                <c:pt idx="4136">
                  <c:v>19.19058634370695</c:v>
                </c:pt>
                <c:pt idx="4137">
                  <c:v>140.9298245614035</c:v>
                </c:pt>
                <c:pt idx="4138">
                  <c:v>96.6086956521739</c:v>
                </c:pt>
                <c:pt idx="4139">
                  <c:v>179.4536082474227</c:v>
                </c:pt>
                <c:pt idx="4140">
                  <c:v>204.2622950819672</c:v>
                </c:pt>
                <c:pt idx="4141">
                  <c:v>171.73076923076923</c:v>
                </c:pt>
                <c:pt idx="4142">
                  <c:v>83.48611111111111</c:v>
                </c:pt>
                <c:pt idx="4143">
                  <c:v>129.09856262833677</c:v>
                </c:pt>
                <c:pt idx="4144">
                  <c:v>75.52631578947368</c:v>
                </c:pt>
                <c:pt idx="4145">
                  <c:v>63.52941176470589</c:v>
                </c:pt>
                <c:pt idx="4146">
                  <c:v>101.63157894736842</c:v>
                </c:pt>
                <c:pt idx="4147">
                  <c:v>92.48</c:v>
                </c:pt>
                <c:pt idx="4148">
                  <c:v>214.3391812865497</c:v>
                </c:pt>
                <c:pt idx="4149">
                  <c:v>269.3666666666667</c:v>
                </c:pt>
                <c:pt idx="4150">
                  <c:v>96.8490566037736</c:v>
                </c:pt>
                <c:pt idx="4151">
                  <c:v>164.11304347826086</c:v>
                </c:pt>
                <c:pt idx="4152">
                  <c:v>204.2714932126697</c:v>
                </c:pt>
                <c:pt idx="4153">
                  <c:v>138.38235294117646</c:v>
                </c:pt>
                <c:pt idx="4154">
                  <c:v>76.8082191780822</c:v>
                </c:pt>
                <c:pt idx="4155">
                  <c:v>150.6</c:v>
                </c:pt>
                <c:pt idx="4156">
                  <c:v>72.98936170212765</c:v>
                </c:pt>
                <c:pt idx="4157">
                  <c:v>179.69014084507043</c:v>
                </c:pt>
                <c:pt idx="4158">
                  <c:v>193.81124497991968</c:v>
                </c:pt>
                <c:pt idx="4159">
                  <c:v>142.07272727272726</c:v>
                </c:pt>
                <c:pt idx="4160">
                  <c:v>151.87041564792176</c:v>
                </c:pt>
                <c:pt idx="4161">
                  <c:v>226.2474226804124</c:v>
                </c:pt>
                <c:pt idx="4162">
                  <c:v>108.65691489361704</c:v>
                </c:pt>
                <c:pt idx="4163">
                  <c:v>114.55140186915888</c:v>
                </c:pt>
                <c:pt idx="4164">
                  <c:v>228.76829268292684</c:v>
                </c:pt>
                <c:pt idx="4165">
                  <c:v>170.50333333333333</c:v>
                </c:pt>
                <c:pt idx="4166">
                  <c:v>110.56</c:v>
                </c:pt>
                <c:pt idx="4167">
                  <c:v>266.97872340425533</c:v>
                </c:pt>
                <c:pt idx="4168">
                  <c:v>139.03571428571428</c:v>
                </c:pt>
                <c:pt idx="4169">
                  <c:v>184.52307692307693</c:v>
                </c:pt>
                <c:pt idx="4170">
                  <c:v>235.2558139534884</c:v>
                </c:pt>
                <c:pt idx="4171">
                  <c:v>212.8139534883721</c:v>
                </c:pt>
                <c:pt idx="4172">
                  <c:v>164.93939393939394</c:v>
                </c:pt>
                <c:pt idx="4173">
                  <c:v>288.2692307692308</c:v>
                </c:pt>
                <c:pt idx="4174">
                  <c:v>107.49230769230768</c:v>
                </c:pt>
                <c:pt idx="4175">
                  <c:v>210.5252525252525</c:v>
                </c:pt>
                <c:pt idx="4176">
                  <c:v>120.78</c:v>
                </c:pt>
                <c:pt idx="4177">
                  <c:v>110.20454545454544</c:v>
                </c:pt>
                <c:pt idx="4178">
                  <c:v>129.56346749226006</c:v>
                </c:pt>
                <c:pt idx="4179">
                  <c:v>225.7560975609756</c:v>
                </c:pt>
                <c:pt idx="4180">
                  <c:v>251.20238095238096</c:v>
                </c:pt>
                <c:pt idx="4181">
                  <c:v>97.47899159663864</c:v>
                </c:pt>
                <c:pt idx="4182">
                  <c:v>105.828125</c:v>
                </c:pt>
                <c:pt idx="4183">
                  <c:v>121.7030303030303</c:v>
                </c:pt>
                <c:pt idx="4184">
                  <c:v>173.925</c:v>
                </c:pt>
                <c:pt idx="4185">
                  <c:v>97.625</c:v>
                </c:pt>
                <c:pt idx="4186">
                  <c:v>194.9</c:v>
                </c:pt>
                <c:pt idx="4187">
                  <c:v>138.54545454545453</c:v>
                </c:pt>
                <c:pt idx="4188">
                  <c:v>234.18965517241372</c:v>
                </c:pt>
                <c:pt idx="4189">
                  <c:v>117.47945205479452</c:v>
                </c:pt>
                <c:pt idx="4190">
                  <c:v>131.9182156133829</c:v>
                </c:pt>
                <c:pt idx="4191">
                  <c:v>146.79185520361992</c:v>
                </c:pt>
                <c:pt idx="4192">
                  <c:v>139.36405529953916</c:v>
                </c:pt>
                <c:pt idx="4193">
                  <c:v>173.44444444444446</c:v>
                </c:pt>
                <c:pt idx="4194">
                  <c:v>179.63</c:v>
                </c:pt>
                <c:pt idx="4195">
                  <c:v>119.4</c:v>
                </c:pt>
                <c:pt idx="4196">
                  <c:v>240.18421052631572</c:v>
                </c:pt>
                <c:pt idx="4197">
                  <c:v>151.55714285714285</c:v>
                </c:pt>
                <c:pt idx="4198">
                  <c:v>103.3846153846154</c:v>
                </c:pt>
                <c:pt idx="4199">
                  <c:v>177.36708860759492</c:v>
                </c:pt>
                <c:pt idx="4200">
                  <c:v>119.9659090909091</c:v>
                </c:pt>
                <c:pt idx="4201">
                  <c:v>80.74418604651163</c:v>
                </c:pt>
                <c:pt idx="4202">
                  <c:v>243.88636363636363</c:v>
                </c:pt>
                <c:pt idx="4203">
                  <c:v>148.02980625931446</c:v>
                </c:pt>
                <c:pt idx="4204">
                  <c:v>188.9189189189189</c:v>
                </c:pt>
                <c:pt idx="4205">
                  <c:v>103.04347826086956</c:v>
                </c:pt>
                <c:pt idx="4206">
                  <c:v>164.268156424581</c:v>
                </c:pt>
                <c:pt idx="4207">
                  <c:v>106.38607594936708</c:v>
                </c:pt>
                <c:pt idx="4208">
                  <c:v>152.0</c:v>
                </c:pt>
                <c:pt idx="4209">
                  <c:v>236.4502164502165</c:v>
                </c:pt>
                <c:pt idx="4210">
                  <c:v>247.51724137931035</c:v>
                </c:pt>
                <c:pt idx="4211">
                  <c:v>163.1578947368421</c:v>
                </c:pt>
                <c:pt idx="4212">
                  <c:v>108.97938144329896</c:v>
                </c:pt>
                <c:pt idx="4213">
                  <c:v>186.7317073170732</c:v>
                </c:pt>
                <c:pt idx="4214">
                  <c:v>252.85611510791367</c:v>
                </c:pt>
                <c:pt idx="4215">
                  <c:v>237.07792207792207</c:v>
                </c:pt>
                <c:pt idx="4216">
                  <c:v>218.41666666666663</c:v>
                </c:pt>
                <c:pt idx="4217">
                  <c:v>65.03125</c:v>
                </c:pt>
                <c:pt idx="4218">
                  <c:v>101.32</c:v>
                </c:pt>
                <c:pt idx="4219">
                  <c:v>173.74285714285713</c:v>
                </c:pt>
                <c:pt idx="4220">
                  <c:v>128.53658536585365</c:v>
                </c:pt>
                <c:pt idx="4221">
                  <c:v>146.27835051546393</c:v>
                </c:pt>
                <c:pt idx="4222">
                  <c:v>228.23529411764707</c:v>
                </c:pt>
                <c:pt idx="4223">
                  <c:v>138.30555555555554</c:v>
                </c:pt>
                <c:pt idx="4224">
                  <c:v>189.26666666666668</c:v>
                </c:pt>
                <c:pt idx="4225">
                  <c:v>179.19732441471572</c:v>
                </c:pt>
                <c:pt idx="4226">
                  <c:v>188.57142857142856</c:v>
                </c:pt>
                <c:pt idx="4227">
                  <c:v>111.33333333333331</c:v>
                </c:pt>
                <c:pt idx="4228">
                  <c:v>166.1887755102041</c:v>
                </c:pt>
                <c:pt idx="4229">
                  <c:v>125.17241379310344</c:v>
                </c:pt>
                <c:pt idx="4230">
                  <c:v>130.48275862068965</c:v>
                </c:pt>
                <c:pt idx="4231">
                  <c:v>210.0</c:v>
                </c:pt>
                <c:pt idx="4232">
                  <c:v>135.76666666666668</c:v>
                </c:pt>
                <c:pt idx="4233">
                  <c:v>162.0</c:v>
                </c:pt>
                <c:pt idx="4234">
                  <c:v>143.01818181818183</c:v>
                </c:pt>
                <c:pt idx="4235">
                  <c:v>96.8125</c:v>
                </c:pt>
                <c:pt idx="4236">
                  <c:v>169.632183908046</c:v>
                </c:pt>
                <c:pt idx="4237">
                  <c:v>107.62</c:v>
                </c:pt>
                <c:pt idx="4238">
                  <c:v>130.62962962962962</c:v>
                </c:pt>
                <c:pt idx="4239">
                  <c:v>96.11363636363636</c:v>
                </c:pt>
                <c:pt idx="4240">
                  <c:v>174.65753424657535</c:v>
                </c:pt>
                <c:pt idx="4241">
                  <c:v>250.73275862068965</c:v>
                </c:pt>
                <c:pt idx="4242">
                  <c:v>158.2952380952381</c:v>
                </c:pt>
                <c:pt idx="4243">
                  <c:v>102.97058823529412</c:v>
                </c:pt>
                <c:pt idx="4244">
                  <c:v>237.7962962962963</c:v>
                </c:pt>
                <c:pt idx="4245">
                  <c:v>99.01049868766404</c:v>
                </c:pt>
                <c:pt idx="4246">
                  <c:v>242.8695652173913</c:v>
                </c:pt>
                <c:pt idx="4247">
                  <c:v>187.8095238095238</c:v>
                </c:pt>
                <c:pt idx="4248">
                  <c:v>167.66108786610877</c:v>
                </c:pt>
                <c:pt idx="4249">
                  <c:v>179.50980392156862</c:v>
                </c:pt>
                <c:pt idx="4250">
                  <c:v>117.06122448979592</c:v>
                </c:pt>
                <c:pt idx="4251">
                  <c:v>180.5</c:v>
                </c:pt>
                <c:pt idx="4252">
                  <c:v>139.92896174863387</c:v>
                </c:pt>
                <c:pt idx="4253">
                  <c:v>191.3</c:v>
                </c:pt>
                <c:pt idx="4254">
                  <c:v>120.17514124293784</c:v>
                </c:pt>
                <c:pt idx="4255">
                  <c:v>173.13554987212277</c:v>
                </c:pt>
                <c:pt idx="4256">
                  <c:v>188.3734939759036</c:v>
                </c:pt>
                <c:pt idx="4257">
                  <c:v>74.58695652173913</c:v>
                </c:pt>
                <c:pt idx="4258">
                  <c:v>101.1818181818182</c:v>
                </c:pt>
                <c:pt idx="4259">
                  <c:v>205.19230769230768</c:v>
                </c:pt>
                <c:pt idx="4260">
                  <c:v>220.09615384615384</c:v>
                </c:pt>
                <c:pt idx="4261">
                  <c:v>160.74660633484163</c:v>
                </c:pt>
                <c:pt idx="4262">
                  <c:v>194.4102564102564</c:v>
                </c:pt>
                <c:pt idx="4263">
                  <c:v>188.84803921568627</c:v>
                </c:pt>
                <c:pt idx="4264">
                  <c:v>165.68085106382978</c:v>
                </c:pt>
                <c:pt idx="4265">
                  <c:v>98.02459016393442</c:v>
                </c:pt>
                <c:pt idx="4266">
                  <c:v>189.3</c:v>
                </c:pt>
                <c:pt idx="4267">
                  <c:v>143.46770025839794</c:v>
                </c:pt>
                <c:pt idx="4268">
                  <c:v>176.43859649122808</c:v>
                </c:pt>
                <c:pt idx="4269">
                  <c:v>119.06382978723404</c:v>
                </c:pt>
                <c:pt idx="4270">
                  <c:v>140.08333333333334</c:v>
                </c:pt>
                <c:pt idx="4271">
                  <c:v>141.01190476190476</c:v>
                </c:pt>
                <c:pt idx="4272">
                  <c:v>270.57894736842104</c:v>
                </c:pt>
                <c:pt idx="4273">
                  <c:v>326.8489583333333</c:v>
                </c:pt>
                <c:pt idx="4274">
                  <c:v>97.48</c:v>
                </c:pt>
                <c:pt idx="4275">
                  <c:v>242.94827586206893</c:v>
                </c:pt>
                <c:pt idx="4276">
                  <c:v>81.14285714285714</c:v>
                </c:pt>
                <c:pt idx="4277">
                  <c:v>55.1</c:v>
                </c:pt>
                <c:pt idx="4278">
                  <c:v>214.7333333333333</c:v>
                </c:pt>
                <c:pt idx="4279">
                  <c:v>120.10511363636364</c:v>
                </c:pt>
                <c:pt idx="4280">
                  <c:v>180.3469387755102</c:v>
                </c:pt>
                <c:pt idx="4281">
                  <c:v>215.67037552155773</c:v>
                </c:pt>
                <c:pt idx="4282">
                  <c:v>159.46583850931677</c:v>
                </c:pt>
                <c:pt idx="4283">
                  <c:v>132.2549019607843</c:v>
                </c:pt>
                <c:pt idx="4284">
                  <c:v>306.7001934235977</c:v>
                </c:pt>
                <c:pt idx="4285">
                  <c:v>77.46302816901408</c:v>
                </c:pt>
                <c:pt idx="4286">
                  <c:v>253.95348837209303</c:v>
                </c:pt>
                <c:pt idx="4287">
                  <c:v>264.22727272727275</c:v>
                </c:pt>
                <c:pt idx="4288">
                  <c:v>155.15018773466832</c:v>
                </c:pt>
                <c:pt idx="4289">
                  <c:v>131.38578680203045</c:v>
                </c:pt>
                <c:pt idx="4290">
                  <c:v>102.33333333333331</c:v>
                </c:pt>
                <c:pt idx="4291">
                  <c:v>252.875</c:v>
                </c:pt>
                <c:pt idx="4292">
                  <c:v>244.5126050420168</c:v>
                </c:pt>
                <c:pt idx="4293">
                  <c:v>155.17966101694915</c:v>
                </c:pt>
                <c:pt idx="4294">
                  <c:v>114.44565217391305</c:v>
                </c:pt>
                <c:pt idx="4295">
                  <c:v>110.51709401709402</c:v>
                </c:pt>
                <c:pt idx="4296">
                  <c:v>109.14285714285714</c:v>
                </c:pt>
                <c:pt idx="4297">
                  <c:v>192.15280898876404</c:v>
                </c:pt>
                <c:pt idx="4298">
                  <c:v>153.6904761904762</c:v>
                </c:pt>
                <c:pt idx="4299">
                  <c:v>219.5</c:v>
                </c:pt>
                <c:pt idx="4300">
                  <c:v>187.6951219512195</c:v>
                </c:pt>
                <c:pt idx="4301">
                  <c:v>125.45945945945944</c:v>
                </c:pt>
                <c:pt idx="4302">
                  <c:v>214.25</c:v>
                </c:pt>
                <c:pt idx="4303">
                  <c:v>145.21666666666667</c:v>
                </c:pt>
                <c:pt idx="4304">
                  <c:v>210.3569131832797</c:v>
                </c:pt>
                <c:pt idx="4305">
                  <c:v>206.45454545454547</c:v>
                </c:pt>
                <c:pt idx="4306">
                  <c:v>255.26511627906976</c:v>
                </c:pt>
                <c:pt idx="4307">
                  <c:v>230.9718309859155</c:v>
                </c:pt>
                <c:pt idx="4308">
                  <c:v>105.11926605504588</c:v>
                </c:pt>
                <c:pt idx="4309">
                  <c:v>80.55696202531645</c:v>
                </c:pt>
                <c:pt idx="4310">
                  <c:v>220.8104838709677</c:v>
                </c:pt>
                <c:pt idx="4311">
                  <c:v>113.325</c:v>
                </c:pt>
                <c:pt idx="4312">
                  <c:v>125.03448275862068</c:v>
                </c:pt>
                <c:pt idx="4313">
                  <c:v>89.1883786316776</c:v>
                </c:pt>
                <c:pt idx="4314">
                  <c:v>188.3636363636364</c:v>
                </c:pt>
                <c:pt idx="4315">
                  <c:v>100.30357142857144</c:v>
                </c:pt>
                <c:pt idx="4316">
                  <c:v>170.1596638655462</c:v>
                </c:pt>
                <c:pt idx="4317">
                  <c:v>270.6194690265487</c:v>
                </c:pt>
                <c:pt idx="4318">
                  <c:v>105.27619047619048</c:v>
                </c:pt>
                <c:pt idx="4319">
                  <c:v>87.71052631578948</c:v>
                </c:pt>
                <c:pt idx="4320">
                  <c:v>108.62857142857143</c:v>
                </c:pt>
                <c:pt idx="4321">
                  <c:v>244.17073170731703</c:v>
                </c:pt>
                <c:pt idx="4322">
                  <c:v>126.71794871794872</c:v>
                </c:pt>
                <c:pt idx="4323">
                  <c:v>145.78571428571428</c:v>
                </c:pt>
                <c:pt idx="4324">
                  <c:v>87.88095238095238</c:v>
                </c:pt>
                <c:pt idx="4325">
                  <c:v>230.0245901639344</c:v>
                </c:pt>
                <c:pt idx="4326">
                  <c:v>162.14583333333334</c:v>
                </c:pt>
                <c:pt idx="4327">
                  <c:v>195.3211009174312</c:v>
                </c:pt>
                <c:pt idx="4328">
                  <c:v>144.00534759358288</c:v>
                </c:pt>
                <c:pt idx="4329">
                  <c:v>99.4368932038835</c:v>
                </c:pt>
                <c:pt idx="4330">
                  <c:v>184.4754098360656</c:v>
                </c:pt>
                <c:pt idx="4331">
                  <c:v>101.95</c:v>
                </c:pt>
                <c:pt idx="4332">
                  <c:v>221.1052631578948</c:v>
                </c:pt>
                <c:pt idx="4333">
                  <c:v>204.76</c:v>
                </c:pt>
                <c:pt idx="4334">
                  <c:v>225.02941176470588</c:v>
                </c:pt>
                <c:pt idx="4335">
                  <c:v>89.65060240963855</c:v>
                </c:pt>
                <c:pt idx="4336">
                  <c:v>105.44262295081968</c:v>
                </c:pt>
                <c:pt idx="4337">
                  <c:v>182.3913043478261</c:v>
                </c:pt>
                <c:pt idx="4338">
                  <c:v>131.1925925925926</c:v>
                </c:pt>
                <c:pt idx="4339">
                  <c:v>108.5595238095238</c:v>
                </c:pt>
                <c:pt idx="4340">
                  <c:v>154.88709677419354</c:v>
                </c:pt>
                <c:pt idx="4341">
                  <c:v>87.33333333333333</c:v>
                </c:pt>
                <c:pt idx="4342">
                  <c:v>137.65714285714284</c:v>
                </c:pt>
                <c:pt idx="4343">
                  <c:v>238.04166666666663</c:v>
                </c:pt>
                <c:pt idx="4344">
                  <c:v>218.0078125</c:v>
                </c:pt>
                <c:pt idx="4345">
                  <c:v>76.3076923076923</c:v>
                </c:pt>
                <c:pt idx="4346">
                  <c:v>156.27272727272728</c:v>
                </c:pt>
                <c:pt idx="4347">
                  <c:v>89.2439024390244</c:v>
                </c:pt>
                <c:pt idx="4348">
                  <c:v>246.003300330033</c:v>
                </c:pt>
                <c:pt idx="4349">
                  <c:v>117.76623376623375</c:v>
                </c:pt>
                <c:pt idx="4350">
                  <c:v>272.0</c:v>
                </c:pt>
                <c:pt idx="4351">
                  <c:v>181.50694444444449</c:v>
                </c:pt>
                <c:pt idx="4352">
                  <c:v>205.74175824175825</c:v>
                </c:pt>
                <c:pt idx="4353">
                  <c:v>255.32</c:v>
                </c:pt>
                <c:pt idx="4354">
                  <c:v>138.68115942028984</c:v>
                </c:pt>
                <c:pt idx="4355">
                  <c:v>199.8219178082192</c:v>
                </c:pt>
                <c:pt idx="4356">
                  <c:v>145.05263157894737</c:v>
                </c:pt>
                <c:pt idx="4357">
                  <c:v>167.56756756756758</c:v>
                </c:pt>
                <c:pt idx="4358">
                  <c:v>178.74015748031496</c:v>
                </c:pt>
                <c:pt idx="4359">
                  <c:v>110.4787018255578</c:v>
                </c:pt>
                <c:pt idx="4360">
                  <c:v>114.66666666666669</c:v>
                </c:pt>
                <c:pt idx="4361">
                  <c:v>94.1818181818182</c:v>
                </c:pt>
                <c:pt idx="4362">
                  <c:v>109.5340909090909</c:v>
                </c:pt>
                <c:pt idx="4363">
                  <c:v>100.44680851063828</c:v>
                </c:pt>
                <c:pt idx="4364">
                  <c:v>166.9911111111111</c:v>
                </c:pt>
                <c:pt idx="4365">
                  <c:v>135.275</c:v>
                </c:pt>
                <c:pt idx="4366">
                  <c:v>267.35483870967744</c:v>
                </c:pt>
                <c:pt idx="4367">
                  <c:v>86.46153846153847</c:v>
                </c:pt>
                <c:pt idx="4368">
                  <c:v>121.67441860465117</c:v>
                </c:pt>
                <c:pt idx="4369">
                  <c:v>222.5862068965517</c:v>
                </c:pt>
                <c:pt idx="4370">
                  <c:v>211.5</c:v>
                </c:pt>
                <c:pt idx="4371">
                  <c:v>7.9738758450812</c:v>
                </c:pt>
                <c:pt idx="4372">
                  <c:v>258.4878048780488</c:v>
                </c:pt>
                <c:pt idx="4373">
                  <c:v>249.3515625</c:v>
                </c:pt>
                <c:pt idx="4374">
                  <c:v>142.57381615598885</c:v>
                </c:pt>
                <c:pt idx="4375">
                  <c:v>121.42857142857144</c:v>
                </c:pt>
                <c:pt idx="4376">
                  <c:v>221.6197183098592</c:v>
                </c:pt>
                <c:pt idx="4377">
                  <c:v>189.6106194690265</c:v>
                </c:pt>
                <c:pt idx="4378">
                  <c:v>144.35031847133757</c:v>
                </c:pt>
                <c:pt idx="4379">
                  <c:v>286.57142857142856</c:v>
                </c:pt>
                <c:pt idx="4380">
                  <c:v>121.80212014134275</c:v>
                </c:pt>
                <c:pt idx="4381">
                  <c:v>109.125</c:v>
                </c:pt>
                <c:pt idx="4382">
                  <c:v>118.859649122807</c:v>
                </c:pt>
                <c:pt idx="4383">
                  <c:v>218.75</c:v>
                </c:pt>
                <c:pt idx="4384">
                  <c:v>159.27799227799227</c:v>
                </c:pt>
                <c:pt idx="4385">
                  <c:v>194.25</c:v>
                </c:pt>
                <c:pt idx="4386">
                  <c:v>119.25</c:v>
                </c:pt>
                <c:pt idx="4387">
                  <c:v>128.3421052631579</c:v>
                </c:pt>
                <c:pt idx="4388">
                  <c:v>160.43859649122808</c:v>
                </c:pt>
                <c:pt idx="4389">
                  <c:v>180.4691358024692</c:v>
                </c:pt>
                <c:pt idx="4390">
                  <c:v>160.44827586206895</c:v>
                </c:pt>
                <c:pt idx="4391">
                  <c:v>94.62264150943396</c:v>
                </c:pt>
                <c:pt idx="4392">
                  <c:v>171.95</c:v>
                </c:pt>
                <c:pt idx="4393">
                  <c:v>67.45918367346938</c:v>
                </c:pt>
                <c:pt idx="4394">
                  <c:v>210.2372881355932</c:v>
                </c:pt>
                <c:pt idx="4395">
                  <c:v>117.15</c:v>
                </c:pt>
                <c:pt idx="4396">
                  <c:v>203.4354838709677</c:v>
                </c:pt>
                <c:pt idx="4397">
                  <c:v>90.4084084084084</c:v>
                </c:pt>
                <c:pt idx="4398">
                  <c:v>254.51724137931035</c:v>
                </c:pt>
                <c:pt idx="4399">
                  <c:v>161.2</c:v>
                </c:pt>
                <c:pt idx="4400">
                  <c:v>20.728033039447112</c:v>
                </c:pt>
                <c:pt idx="4401">
                  <c:v>144.2</c:v>
                </c:pt>
                <c:pt idx="4402">
                  <c:v>103.88194444444444</c:v>
                </c:pt>
                <c:pt idx="4403">
                  <c:v>137.75862068965515</c:v>
                </c:pt>
                <c:pt idx="4404">
                  <c:v>180.71604938271605</c:v>
                </c:pt>
                <c:pt idx="4405">
                  <c:v>224.65753424657527</c:v>
                </c:pt>
                <c:pt idx="4406">
                  <c:v>181.4042553191489</c:v>
                </c:pt>
                <c:pt idx="4407">
                  <c:v>180.5079365079365</c:v>
                </c:pt>
                <c:pt idx="4408">
                  <c:v>105.47887323943662</c:v>
                </c:pt>
                <c:pt idx="4409">
                  <c:v>98.33333333333331</c:v>
                </c:pt>
                <c:pt idx="4410">
                  <c:v>194.76470588235293</c:v>
                </c:pt>
                <c:pt idx="4411">
                  <c:v>242.34</c:v>
                </c:pt>
                <c:pt idx="4412">
                  <c:v>155.43349753694582</c:v>
                </c:pt>
                <c:pt idx="4413">
                  <c:v>106.18987341772151</c:v>
                </c:pt>
                <c:pt idx="4414">
                  <c:v>160.3421052631579</c:v>
                </c:pt>
                <c:pt idx="4415">
                  <c:v>124.34831460674155</c:v>
                </c:pt>
                <c:pt idx="4416">
                  <c:v>140.168</c:v>
                </c:pt>
                <c:pt idx="4417">
                  <c:v>202.6</c:v>
                </c:pt>
                <c:pt idx="4418">
                  <c:v>84.82905982905983</c:v>
                </c:pt>
                <c:pt idx="4419">
                  <c:v>78.9384965831435</c:v>
                </c:pt>
                <c:pt idx="4420">
                  <c:v>199.20666666666668</c:v>
                </c:pt>
                <c:pt idx="4421">
                  <c:v>214.6428571428572</c:v>
                </c:pt>
                <c:pt idx="4422">
                  <c:v>144.06666666666666</c:v>
                </c:pt>
                <c:pt idx="4423">
                  <c:v>139.2391304347826</c:v>
                </c:pt>
                <c:pt idx="4424">
                  <c:v>163.97340425531914</c:v>
                </c:pt>
                <c:pt idx="4425">
                  <c:v>152.8695652173913</c:v>
                </c:pt>
                <c:pt idx="4426">
                  <c:v>194.0</c:v>
                </c:pt>
                <c:pt idx="4427">
                  <c:v>167.83333333333334</c:v>
                </c:pt>
                <c:pt idx="4428">
                  <c:v>174.3968253968254</c:v>
                </c:pt>
                <c:pt idx="4429">
                  <c:v>180.6764705882353</c:v>
                </c:pt>
                <c:pt idx="4430">
                  <c:v>161.82947976878611</c:v>
                </c:pt>
                <c:pt idx="4431">
                  <c:v>187.1946564885496</c:v>
                </c:pt>
                <c:pt idx="4432">
                  <c:v>202.8</c:v>
                </c:pt>
                <c:pt idx="4433">
                  <c:v>88.33333333333333</c:v>
                </c:pt>
                <c:pt idx="4434">
                  <c:v>238.2542372881356</c:v>
                </c:pt>
                <c:pt idx="4435">
                  <c:v>185.35</c:v>
                </c:pt>
                <c:pt idx="4436">
                  <c:v>111.02139037433156</c:v>
                </c:pt>
                <c:pt idx="4437">
                  <c:v>180.97640653357533</c:v>
                </c:pt>
                <c:pt idx="4438">
                  <c:v>151.625</c:v>
                </c:pt>
                <c:pt idx="4439">
                  <c:v>12.714285714285714</c:v>
                </c:pt>
                <c:pt idx="4440">
                  <c:v>155.22203947368422</c:v>
                </c:pt>
                <c:pt idx="4441">
                  <c:v>96.38297872340424</c:v>
                </c:pt>
                <c:pt idx="4442">
                  <c:v>111.98816568047336</c:v>
                </c:pt>
                <c:pt idx="4443">
                  <c:v>223.26041666666663</c:v>
                </c:pt>
                <c:pt idx="4444">
                  <c:v>121.16666666666669</c:v>
                </c:pt>
                <c:pt idx="4445">
                  <c:v>202.55172413793105</c:v>
                </c:pt>
                <c:pt idx="4446">
                  <c:v>175.9857142857143</c:v>
                </c:pt>
                <c:pt idx="4447">
                  <c:v>229.5785123966942</c:v>
                </c:pt>
                <c:pt idx="4448">
                  <c:v>187.0192307692308</c:v>
                </c:pt>
                <c:pt idx="4449">
                  <c:v>95.6902356902357</c:v>
                </c:pt>
                <c:pt idx="4450">
                  <c:v>204.05714285714285</c:v>
                </c:pt>
                <c:pt idx="4451">
                  <c:v>105.5007342143906</c:v>
                </c:pt>
                <c:pt idx="4452">
                  <c:v>172.85409252669038</c:v>
                </c:pt>
                <c:pt idx="4453">
                  <c:v>255.9442231075697</c:v>
                </c:pt>
                <c:pt idx="4454">
                  <c:v>126.7875</c:v>
                </c:pt>
                <c:pt idx="4455">
                  <c:v>165.97222222222223</c:v>
                </c:pt>
                <c:pt idx="4456">
                  <c:v>193.85283018867923</c:v>
                </c:pt>
                <c:pt idx="4457">
                  <c:v>266.1290322580645</c:v>
                </c:pt>
                <c:pt idx="4458">
                  <c:v>141.14285714285714</c:v>
                </c:pt>
                <c:pt idx="4459">
                  <c:v>97.09722222222224</c:v>
                </c:pt>
                <c:pt idx="4460">
                  <c:v>194.9920634920635</c:v>
                </c:pt>
                <c:pt idx="4461">
                  <c:v>123.96875</c:v>
                </c:pt>
                <c:pt idx="4462">
                  <c:v>208.6979865771812</c:v>
                </c:pt>
                <c:pt idx="4463">
                  <c:v>222.11940298507463</c:v>
                </c:pt>
                <c:pt idx="4464">
                  <c:v>237.9294871794872</c:v>
                </c:pt>
                <c:pt idx="4465">
                  <c:v>232.97560975609755</c:v>
                </c:pt>
                <c:pt idx="4466">
                  <c:v>60.66197183098591</c:v>
                </c:pt>
                <c:pt idx="4467">
                  <c:v>195.65638766519825</c:v>
                </c:pt>
                <c:pt idx="4468">
                  <c:v>198.19753086419752</c:v>
                </c:pt>
                <c:pt idx="4469">
                  <c:v>17.78794942200037</c:v>
                </c:pt>
                <c:pt idx="4470">
                  <c:v>220.2</c:v>
                </c:pt>
                <c:pt idx="4471">
                  <c:v>111.59016393442624</c:v>
                </c:pt>
                <c:pt idx="4472">
                  <c:v>226.30357142857144</c:v>
                </c:pt>
                <c:pt idx="4473">
                  <c:v>233.0857142857143</c:v>
                </c:pt>
                <c:pt idx="4474">
                  <c:v>178.71641791044777</c:v>
                </c:pt>
                <c:pt idx="4475">
                  <c:v>96.09375</c:v>
                </c:pt>
                <c:pt idx="4476">
                  <c:v>240.06451612903223</c:v>
                </c:pt>
                <c:pt idx="4477">
                  <c:v>122.50282485875708</c:v>
                </c:pt>
                <c:pt idx="4478">
                  <c:v>239.25</c:v>
                </c:pt>
                <c:pt idx="4479">
                  <c:v>146.72380952380954</c:v>
                </c:pt>
                <c:pt idx="4480">
                  <c:v>132.24137931034485</c:v>
                </c:pt>
                <c:pt idx="4481">
                  <c:v>209.1320754716981</c:v>
                </c:pt>
                <c:pt idx="4482">
                  <c:v>178.88194444444446</c:v>
                </c:pt>
                <c:pt idx="4483">
                  <c:v>172.0551181102362</c:v>
                </c:pt>
                <c:pt idx="4484">
                  <c:v>198.0912052117264</c:v>
                </c:pt>
                <c:pt idx="4485">
                  <c:v>201.6381418092909</c:v>
                </c:pt>
                <c:pt idx="4486">
                  <c:v>180.7938461538461</c:v>
                </c:pt>
                <c:pt idx="4487">
                  <c:v>141.7560975609756</c:v>
                </c:pt>
                <c:pt idx="4488">
                  <c:v>100.8955223880597</c:v>
                </c:pt>
                <c:pt idx="4489">
                  <c:v>88.09420289855072</c:v>
                </c:pt>
                <c:pt idx="4490">
                  <c:v>119.125</c:v>
                </c:pt>
                <c:pt idx="4491">
                  <c:v>120.42356687898088</c:v>
                </c:pt>
                <c:pt idx="4492">
                  <c:v>199.62222222222223</c:v>
                </c:pt>
                <c:pt idx="4493">
                  <c:v>216.45454545454547</c:v>
                </c:pt>
                <c:pt idx="4494">
                  <c:v>165.14285714285714</c:v>
                </c:pt>
                <c:pt idx="4495">
                  <c:v>196.8780487804878</c:v>
                </c:pt>
                <c:pt idx="4496">
                  <c:v>163.67320261437908</c:v>
                </c:pt>
                <c:pt idx="4497">
                  <c:v>187.94736842105263</c:v>
                </c:pt>
                <c:pt idx="4498">
                  <c:v>248.3589743589744</c:v>
                </c:pt>
                <c:pt idx="4499">
                  <c:v>109.53571428571428</c:v>
                </c:pt>
                <c:pt idx="4500">
                  <c:v>144.41772151898735</c:v>
                </c:pt>
                <c:pt idx="4501">
                  <c:v>112.7741935483871</c:v>
                </c:pt>
                <c:pt idx="4502">
                  <c:v>149.15254237288136</c:v>
                </c:pt>
                <c:pt idx="4503">
                  <c:v>278.44897959183675</c:v>
                </c:pt>
                <c:pt idx="4504">
                  <c:v>184.5491329479769</c:v>
                </c:pt>
                <c:pt idx="4505">
                  <c:v>115.24113475177305</c:v>
                </c:pt>
                <c:pt idx="4506">
                  <c:v>170.07474226804123</c:v>
                </c:pt>
                <c:pt idx="4507">
                  <c:v>235.2708333333333</c:v>
                </c:pt>
                <c:pt idx="4508">
                  <c:v>107.03030303030305</c:v>
                </c:pt>
                <c:pt idx="4509">
                  <c:v>134.82417582417582</c:v>
                </c:pt>
                <c:pt idx="4510">
                  <c:v>245.95238095238096</c:v>
                </c:pt>
                <c:pt idx="4511">
                  <c:v>114.21739130434784</c:v>
                </c:pt>
                <c:pt idx="4512">
                  <c:v>86.52173913043478</c:v>
                </c:pt>
                <c:pt idx="4513">
                  <c:v>177.00751879699249</c:v>
                </c:pt>
                <c:pt idx="4514">
                  <c:v>296.54901960784315</c:v>
                </c:pt>
                <c:pt idx="4515">
                  <c:v>255.6543209876544</c:v>
                </c:pt>
                <c:pt idx="4516">
                  <c:v>141.78571428571428</c:v>
                </c:pt>
                <c:pt idx="4517">
                  <c:v>104.70833333333331</c:v>
                </c:pt>
                <c:pt idx="4518">
                  <c:v>188.98515769944345</c:v>
                </c:pt>
                <c:pt idx="4519">
                  <c:v>207.9243697478992</c:v>
                </c:pt>
                <c:pt idx="4520">
                  <c:v>204.55172413793105</c:v>
                </c:pt>
                <c:pt idx="4521">
                  <c:v>111.0377358490566</c:v>
                </c:pt>
                <c:pt idx="4522">
                  <c:v>266.9494219653179</c:v>
                </c:pt>
                <c:pt idx="4523">
                  <c:v>95.2463768115942</c:v>
                </c:pt>
                <c:pt idx="4524">
                  <c:v>123.92424242424242</c:v>
                </c:pt>
                <c:pt idx="4525">
                  <c:v>98.0817843866171</c:v>
                </c:pt>
                <c:pt idx="4526">
                  <c:v>145.15</c:v>
                </c:pt>
                <c:pt idx="4527">
                  <c:v>195.8918918918919</c:v>
                </c:pt>
                <c:pt idx="4528">
                  <c:v>185.76</c:v>
                </c:pt>
                <c:pt idx="4529">
                  <c:v>103.93548387096774</c:v>
                </c:pt>
                <c:pt idx="4530">
                  <c:v>202.43626062322943</c:v>
                </c:pt>
                <c:pt idx="4531">
                  <c:v>73.06666666666666</c:v>
                </c:pt>
                <c:pt idx="4532">
                  <c:v>174.6734693877551</c:v>
                </c:pt>
                <c:pt idx="4533">
                  <c:v>279.16</c:v>
                </c:pt>
                <c:pt idx="4534">
                  <c:v>112.7560975609756</c:v>
                </c:pt>
                <c:pt idx="4535">
                  <c:v>136.95</c:v>
                </c:pt>
                <c:pt idx="4536">
                  <c:v>147.51685393258427</c:v>
                </c:pt>
                <c:pt idx="4537">
                  <c:v>75.88888888888889</c:v>
                </c:pt>
                <c:pt idx="4538">
                  <c:v>159.03389830508473</c:v>
                </c:pt>
                <c:pt idx="4539">
                  <c:v>234.71929824561403</c:v>
                </c:pt>
                <c:pt idx="4540">
                  <c:v>146.49830508474577</c:v>
                </c:pt>
                <c:pt idx="4541">
                  <c:v>100.86842105263158</c:v>
                </c:pt>
                <c:pt idx="4542">
                  <c:v>256.06309148264984</c:v>
                </c:pt>
                <c:pt idx="4543">
                  <c:v>142.08</c:v>
                </c:pt>
                <c:pt idx="4544">
                  <c:v>203.1122448979592</c:v>
                </c:pt>
                <c:pt idx="4545">
                  <c:v>172.32894736842104</c:v>
                </c:pt>
                <c:pt idx="4546">
                  <c:v>181.97619047619048</c:v>
                </c:pt>
                <c:pt idx="4547">
                  <c:v>86.35135135135135</c:v>
                </c:pt>
                <c:pt idx="4548">
                  <c:v>93.0751879699248</c:v>
                </c:pt>
                <c:pt idx="4549">
                  <c:v>263.55384615384617</c:v>
                </c:pt>
                <c:pt idx="4550">
                  <c:v>128.2741935483871</c:v>
                </c:pt>
                <c:pt idx="4551">
                  <c:v>229.0123456790124</c:v>
                </c:pt>
                <c:pt idx="4552">
                  <c:v>146.3968253968254</c:v>
                </c:pt>
                <c:pt idx="4553">
                  <c:v>113.51760563380282</c:v>
                </c:pt>
                <c:pt idx="4554">
                  <c:v>93.58888888888887</c:v>
                </c:pt>
                <c:pt idx="4555">
                  <c:v>17.660392679938866</c:v>
                </c:pt>
                <c:pt idx="4556">
                  <c:v>216.83636363636364</c:v>
                </c:pt>
                <c:pt idx="4557">
                  <c:v>140.364161849711</c:v>
                </c:pt>
                <c:pt idx="4558">
                  <c:v>97.5</c:v>
                </c:pt>
                <c:pt idx="4559">
                  <c:v>142.88</c:v>
                </c:pt>
                <c:pt idx="4560">
                  <c:v>116.43333333333334</c:v>
                </c:pt>
                <c:pt idx="4561">
                  <c:v>123.54761904761904</c:v>
                </c:pt>
                <c:pt idx="4562">
                  <c:v>90.625</c:v>
                </c:pt>
                <c:pt idx="4563">
                  <c:v>227.26829268292684</c:v>
                </c:pt>
                <c:pt idx="4564">
                  <c:v>159.93827160493828</c:v>
                </c:pt>
                <c:pt idx="4565">
                  <c:v>154.66176470588235</c:v>
                </c:pt>
                <c:pt idx="4566">
                  <c:v>132.18840579710144</c:v>
                </c:pt>
                <c:pt idx="4567">
                  <c:v>107.76377952755904</c:v>
                </c:pt>
                <c:pt idx="4568">
                  <c:v>259.1269841269841</c:v>
                </c:pt>
                <c:pt idx="4569">
                  <c:v>159.53846153846155</c:v>
                </c:pt>
                <c:pt idx="4570">
                  <c:v>83.5</c:v>
                </c:pt>
                <c:pt idx="4571">
                  <c:v>213.63529411764705</c:v>
                </c:pt>
                <c:pt idx="4572">
                  <c:v>120.5</c:v>
                </c:pt>
                <c:pt idx="4573">
                  <c:v>60.6578947368421</c:v>
                </c:pt>
                <c:pt idx="4574">
                  <c:v>146.38709677419354</c:v>
                </c:pt>
                <c:pt idx="4575">
                  <c:v>230.7575757575757</c:v>
                </c:pt>
                <c:pt idx="4576">
                  <c:v>319.87410071942446</c:v>
                </c:pt>
                <c:pt idx="4577">
                  <c:v>206.2888888888889</c:v>
                </c:pt>
                <c:pt idx="4578">
                  <c:v>168.86046511627907</c:v>
                </c:pt>
                <c:pt idx="4579">
                  <c:v>106.0483870967742</c:v>
                </c:pt>
                <c:pt idx="4580">
                  <c:v>118.13483146067416</c:v>
                </c:pt>
                <c:pt idx="4581">
                  <c:v>219.4297994269341</c:v>
                </c:pt>
                <c:pt idx="4582">
                  <c:v>133.98455598455598</c:v>
                </c:pt>
                <c:pt idx="4583">
                  <c:v>222.55263157894737</c:v>
                </c:pt>
                <c:pt idx="4584">
                  <c:v>206.74643249176728</c:v>
                </c:pt>
                <c:pt idx="4585">
                  <c:v>107.46511627906976</c:v>
                </c:pt>
                <c:pt idx="4586">
                  <c:v>170.91666666666666</c:v>
                </c:pt>
                <c:pt idx="4587">
                  <c:v>178.9047619047619</c:v>
                </c:pt>
                <c:pt idx="4588">
                  <c:v>102.9186046511628</c:v>
                </c:pt>
                <c:pt idx="4589">
                  <c:v>257.0182926829268</c:v>
                </c:pt>
                <c:pt idx="4590">
                  <c:v>133.09230769230768</c:v>
                </c:pt>
                <c:pt idx="4591">
                  <c:v>118.98850574712644</c:v>
                </c:pt>
                <c:pt idx="4592">
                  <c:v>162.05</c:v>
                </c:pt>
                <c:pt idx="4593">
                  <c:v>221.03463203463204</c:v>
                </c:pt>
                <c:pt idx="4594">
                  <c:v>131.80769230769232</c:v>
                </c:pt>
                <c:pt idx="4595">
                  <c:v>230.43835616438355</c:v>
                </c:pt>
                <c:pt idx="4596">
                  <c:v>117.8095238095238</c:v>
                </c:pt>
                <c:pt idx="4597">
                  <c:v>213.42182890855457</c:v>
                </c:pt>
                <c:pt idx="4598">
                  <c:v>184.5833333333333</c:v>
                </c:pt>
                <c:pt idx="4599">
                  <c:v>133.35148514851485</c:v>
                </c:pt>
                <c:pt idx="4600">
                  <c:v>125.1869918699187</c:v>
                </c:pt>
                <c:pt idx="4601">
                  <c:v>205.61818181818185</c:v>
                </c:pt>
                <c:pt idx="4602">
                  <c:v>162.1651376146789</c:v>
                </c:pt>
                <c:pt idx="4603">
                  <c:v>177.46428571428572</c:v>
                </c:pt>
                <c:pt idx="4604">
                  <c:v>84.54166666666667</c:v>
                </c:pt>
                <c:pt idx="4605">
                  <c:v>247.67857142857144</c:v>
                </c:pt>
                <c:pt idx="4606">
                  <c:v>213.30960854092527</c:v>
                </c:pt>
                <c:pt idx="4607">
                  <c:v>268.53846153846155</c:v>
                </c:pt>
                <c:pt idx="4608">
                  <c:v>117.5</c:v>
                </c:pt>
                <c:pt idx="4609">
                  <c:v>131.33870967741936</c:v>
                </c:pt>
                <c:pt idx="4610">
                  <c:v>208.09259259259252</c:v>
                </c:pt>
                <c:pt idx="4611">
                  <c:v>132.39226519337018</c:v>
                </c:pt>
                <c:pt idx="4612">
                  <c:v>131.94117647058823</c:v>
                </c:pt>
                <c:pt idx="4613">
                  <c:v>86.71428571428571</c:v>
                </c:pt>
                <c:pt idx="4614">
                  <c:v>197.496</c:v>
                </c:pt>
                <c:pt idx="4615">
                  <c:v>179.4735202492212</c:v>
                </c:pt>
                <c:pt idx="4616">
                  <c:v>93.64285714285714</c:v>
                </c:pt>
                <c:pt idx="4617">
                  <c:v>158.46875</c:v>
                </c:pt>
                <c:pt idx="4618">
                  <c:v>154.66355140186917</c:v>
                </c:pt>
                <c:pt idx="4619">
                  <c:v>100.75675675675676</c:v>
                </c:pt>
                <c:pt idx="4620">
                  <c:v>239.6216216216216</c:v>
                </c:pt>
                <c:pt idx="4621">
                  <c:v>223.725</c:v>
                </c:pt>
                <c:pt idx="4622">
                  <c:v>136.9100529100529</c:v>
                </c:pt>
                <c:pt idx="4623">
                  <c:v>84.1323155216285</c:v>
                </c:pt>
                <c:pt idx="4624">
                  <c:v>196.81456953642385</c:v>
                </c:pt>
                <c:pt idx="4625">
                  <c:v>126.58333333333331</c:v>
                </c:pt>
                <c:pt idx="4626">
                  <c:v>134.15079365079364</c:v>
                </c:pt>
                <c:pt idx="4627">
                  <c:v>166.89583333333334</c:v>
                </c:pt>
                <c:pt idx="4628">
                  <c:v>216.27777777777777</c:v>
                </c:pt>
                <c:pt idx="4629">
                  <c:v>178.55555555555554</c:v>
                </c:pt>
                <c:pt idx="4630">
                  <c:v>129.109756097561</c:v>
                </c:pt>
                <c:pt idx="4631">
                  <c:v>195.67857142857144</c:v>
                </c:pt>
                <c:pt idx="4632">
                  <c:v>279.2893617021277</c:v>
                </c:pt>
                <c:pt idx="4633">
                  <c:v>143.16417910447765</c:v>
                </c:pt>
                <c:pt idx="4634">
                  <c:v>253.4705882352941</c:v>
                </c:pt>
                <c:pt idx="4635">
                  <c:v>221.8260869565217</c:v>
                </c:pt>
                <c:pt idx="4636">
                  <c:v>178.29545454545453</c:v>
                </c:pt>
                <c:pt idx="4637">
                  <c:v>142.98144329896908</c:v>
                </c:pt>
                <c:pt idx="4638">
                  <c:v>133.11111111111111</c:v>
                </c:pt>
                <c:pt idx="4639">
                  <c:v>192.5906976744186</c:v>
                </c:pt>
                <c:pt idx="4640">
                  <c:v>194.6296296296296</c:v>
                </c:pt>
                <c:pt idx="4641">
                  <c:v>192.858407079646</c:v>
                </c:pt>
                <c:pt idx="4642">
                  <c:v>251.5522388059701</c:v>
                </c:pt>
                <c:pt idx="4643">
                  <c:v>91.66666666666669</c:v>
                </c:pt>
                <c:pt idx="4644">
                  <c:v>74.0</c:v>
                </c:pt>
                <c:pt idx="4645">
                  <c:v>112.73469387755102</c:v>
                </c:pt>
                <c:pt idx="4646">
                  <c:v>125.1</c:v>
                </c:pt>
                <c:pt idx="4647">
                  <c:v>134.14814814814815</c:v>
                </c:pt>
                <c:pt idx="4648">
                  <c:v>120.37837837837836</c:v>
                </c:pt>
                <c:pt idx="4649">
                  <c:v>107.55555555555556</c:v>
                </c:pt>
                <c:pt idx="4650">
                  <c:v>68.24696356275304</c:v>
                </c:pt>
                <c:pt idx="4651">
                  <c:v>293.9364161849711</c:v>
                </c:pt>
                <c:pt idx="4652">
                  <c:v>118.3720930232558</c:v>
                </c:pt>
                <c:pt idx="4653">
                  <c:v>205.46153846153845</c:v>
                </c:pt>
                <c:pt idx="4654">
                  <c:v>190.1984732824428</c:v>
                </c:pt>
                <c:pt idx="4655">
                  <c:v>268.4558823529412</c:v>
                </c:pt>
                <c:pt idx="4656">
                  <c:v>83.91919191919192</c:v>
                </c:pt>
                <c:pt idx="4657">
                  <c:v>196.07792207792207</c:v>
                </c:pt>
                <c:pt idx="4658">
                  <c:v>202.1960784313725</c:v>
                </c:pt>
                <c:pt idx="4659">
                  <c:v>228.3427561837456</c:v>
                </c:pt>
                <c:pt idx="4660">
                  <c:v>235.23076923076923</c:v>
                </c:pt>
                <c:pt idx="4661">
                  <c:v>202.9387755102041</c:v>
                </c:pt>
                <c:pt idx="4662">
                  <c:v>139.68316831683168</c:v>
                </c:pt>
                <c:pt idx="4663">
                  <c:v>212.15384615384616</c:v>
                </c:pt>
                <c:pt idx="4664">
                  <c:v>178.68965517241378</c:v>
                </c:pt>
                <c:pt idx="4665">
                  <c:v>203.75342465753425</c:v>
                </c:pt>
                <c:pt idx="4666">
                  <c:v>295.2142857142857</c:v>
                </c:pt>
                <c:pt idx="4667">
                  <c:v>110.04166666666669</c:v>
                </c:pt>
                <c:pt idx="4668">
                  <c:v>168.8846153846154</c:v>
                </c:pt>
                <c:pt idx="4669">
                  <c:v>83.16</c:v>
                </c:pt>
                <c:pt idx="4670">
                  <c:v>56.255319148936174</c:v>
                </c:pt>
                <c:pt idx="4671">
                  <c:v>96.70588235294116</c:v>
                </c:pt>
                <c:pt idx="4672">
                  <c:v>110.97989949748744</c:v>
                </c:pt>
                <c:pt idx="4673">
                  <c:v>180.3584905660377</c:v>
                </c:pt>
                <c:pt idx="4674">
                  <c:v>90.69424460431657</c:v>
                </c:pt>
                <c:pt idx="4675">
                  <c:v>68.96296296296296</c:v>
                </c:pt>
                <c:pt idx="4676">
                  <c:v>221.28761061946904</c:v>
                </c:pt>
                <c:pt idx="4677">
                  <c:v>245.9217391304348</c:v>
                </c:pt>
                <c:pt idx="4678">
                  <c:v>209.68421052631572</c:v>
                </c:pt>
                <c:pt idx="4679">
                  <c:v>236.4816326530612</c:v>
                </c:pt>
                <c:pt idx="4680">
                  <c:v>177.97560975609755</c:v>
                </c:pt>
                <c:pt idx="4681">
                  <c:v>115.91891891891892</c:v>
                </c:pt>
                <c:pt idx="4682">
                  <c:v>165.89285714285714</c:v>
                </c:pt>
                <c:pt idx="4683">
                  <c:v>147.93548387096774</c:v>
                </c:pt>
                <c:pt idx="4684">
                  <c:v>130.72727272727272</c:v>
                </c:pt>
                <c:pt idx="4685">
                  <c:v>206.3995633187773</c:v>
                </c:pt>
                <c:pt idx="4686">
                  <c:v>89.22033898305085</c:v>
                </c:pt>
                <c:pt idx="4687">
                  <c:v>126.87772925764192</c:v>
                </c:pt>
                <c:pt idx="4688">
                  <c:v>202.73684210526315</c:v>
                </c:pt>
                <c:pt idx="4689">
                  <c:v>185.63736263736263</c:v>
                </c:pt>
                <c:pt idx="4690">
                  <c:v>203.34375</c:v>
                </c:pt>
                <c:pt idx="4691">
                  <c:v>245.71052631578948</c:v>
                </c:pt>
                <c:pt idx="4692">
                  <c:v>75.70297029702971</c:v>
                </c:pt>
                <c:pt idx="4693">
                  <c:v>81.94285714285714</c:v>
                </c:pt>
                <c:pt idx="4694">
                  <c:v>228.1052631578948</c:v>
                </c:pt>
                <c:pt idx="4695">
                  <c:v>196.70454545454547</c:v>
                </c:pt>
                <c:pt idx="4696">
                  <c:v>107.69811320754717</c:v>
                </c:pt>
                <c:pt idx="4697">
                  <c:v>241.91666666666663</c:v>
                </c:pt>
                <c:pt idx="4698">
                  <c:v>125.6</c:v>
                </c:pt>
                <c:pt idx="4699">
                  <c:v>175.0</c:v>
                </c:pt>
                <c:pt idx="4700">
                  <c:v>110.97457627118644</c:v>
                </c:pt>
                <c:pt idx="4701">
                  <c:v>179.87027027027028</c:v>
                </c:pt>
                <c:pt idx="4702">
                  <c:v>183.04545454545453</c:v>
                </c:pt>
                <c:pt idx="4703">
                  <c:v>118.29775280898876</c:v>
                </c:pt>
                <c:pt idx="4704">
                  <c:v>257.0066225165563</c:v>
                </c:pt>
                <c:pt idx="4705">
                  <c:v>166.63934426229508</c:v>
                </c:pt>
                <c:pt idx="4706">
                  <c:v>130.76470588235293</c:v>
                </c:pt>
                <c:pt idx="4707">
                  <c:v>113.8125</c:v>
                </c:pt>
                <c:pt idx="4708">
                  <c:v>127.19444444444444</c:v>
                </c:pt>
                <c:pt idx="4709">
                  <c:v>77.04878048780488</c:v>
                </c:pt>
                <c:pt idx="4710">
                  <c:v>160.3467336683417</c:v>
                </c:pt>
                <c:pt idx="4711">
                  <c:v>229.2142857142857</c:v>
                </c:pt>
                <c:pt idx="4712">
                  <c:v>162.16216216216216</c:v>
                </c:pt>
                <c:pt idx="4713">
                  <c:v>109.71666666666668</c:v>
                </c:pt>
                <c:pt idx="4714">
                  <c:v>95.42857142857144</c:v>
                </c:pt>
                <c:pt idx="4715">
                  <c:v>131.97368421052633</c:v>
                </c:pt>
                <c:pt idx="4716">
                  <c:v>153.61111111111111</c:v>
                </c:pt>
                <c:pt idx="4717">
                  <c:v>180.37974683544303</c:v>
                </c:pt>
                <c:pt idx="4718">
                  <c:v>124.6</c:v>
                </c:pt>
                <c:pt idx="4719">
                  <c:v>264.2112676056338</c:v>
                </c:pt>
                <c:pt idx="4720">
                  <c:v>256.7692307692308</c:v>
                </c:pt>
                <c:pt idx="4721">
                  <c:v>178.61832061068702</c:v>
                </c:pt>
                <c:pt idx="4722">
                  <c:v>190.3444108761329</c:v>
                </c:pt>
                <c:pt idx="4723">
                  <c:v>199.1071428571429</c:v>
                </c:pt>
                <c:pt idx="4724">
                  <c:v>169.40983606557376</c:v>
                </c:pt>
                <c:pt idx="4725">
                  <c:v>148.27710843373495</c:v>
                </c:pt>
                <c:pt idx="4726">
                  <c:v>211.98522167487684</c:v>
                </c:pt>
                <c:pt idx="4727">
                  <c:v>97.59627329192548</c:v>
                </c:pt>
                <c:pt idx="4728">
                  <c:v>152.7168831168831</c:v>
                </c:pt>
                <c:pt idx="4729">
                  <c:v>112.91222030981068</c:v>
                </c:pt>
                <c:pt idx="4730">
                  <c:v>176.43309859154928</c:v>
                </c:pt>
                <c:pt idx="4731">
                  <c:v>58.333333333333336</c:v>
                </c:pt>
                <c:pt idx="4732">
                  <c:v>257.26984126984127</c:v>
                </c:pt>
                <c:pt idx="4733">
                  <c:v>183.12686567164172</c:v>
                </c:pt>
                <c:pt idx="4734">
                  <c:v>121.09623430962344</c:v>
                </c:pt>
                <c:pt idx="4735">
                  <c:v>91.06060606060606</c:v>
                </c:pt>
                <c:pt idx="4736">
                  <c:v>190.7</c:v>
                </c:pt>
                <c:pt idx="4737">
                  <c:v>177.7283950617284</c:v>
                </c:pt>
                <c:pt idx="4738">
                  <c:v>237.3475935828877</c:v>
                </c:pt>
                <c:pt idx="4739">
                  <c:v>135.17241379310346</c:v>
                </c:pt>
                <c:pt idx="4740">
                  <c:v>125.97101449275362</c:v>
                </c:pt>
                <c:pt idx="4741">
                  <c:v>99.02222222222224</c:v>
                </c:pt>
                <c:pt idx="4742">
                  <c:v>107.88333333333334</c:v>
                </c:pt>
                <c:pt idx="4743">
                  <c:v>177.83333333333334</c:v>
                </c:pt>
                <c:pt idx="4744">
                  <c:v>197.5299539170507</c:v>
                </c:pt>
                <c:pt idx="4745">
                  <c:v>122.81904761904762</c:v>
                </c:pt>
                <c:pt idx="4746">
                  <c:v>167.62295081967213</c:v>
                </c:pt>
                <c:pt idx="4747">
                  <c:v>182.6056338028169</c:v>
                </c:pt>
                <c:pt idx="4748">
                  <c:v>146.90689655172417</c:v>
                </c:pt>
                <c:pt idx="4749">
                  <c:v>156.29559748427673</c:v>
                </c:pt>
                <c:pt idx="4750">
                  <c:v>270.85</c:v>
                </c:pt>
                <c:pt idx="4751">
                  <c:v>106.734375</c:v>
                </c:pt>
                <c:pt idx="4752">
                  <c:v>229.9268292682927</c:v>
                </c:pt>
                <c:pt idx="4753">
                  <c:v>236.51650943396223</c:v>
                </c:pt>
                <c:pt idx="4754">
                  <c:v>99.79874213836476</c:v>
                </c:pt>
                <c:pt idx="4755">
                  <c:v>126.35820895522389</c:v>
                </c:pt>
                <c:pt idx="4756">
                  <c:v>151.7737556561086</c:v>
                </c:pt>
                <c:pt idx="4757">
                  <c:v>193.3030303030303</c:v>
                </c:pt>
                <c:pt idx="4758">
                  <c:v>207.8148148148148</c:v>
                </c:pt>
                <c:pt idx="4759">
                  <c:v>223.8861788617886</c:v>
                </c:pt>
                <c:pt idx="4760">
                  <c:v>120.1039603960396</c:v>
                </c:pt>
                <c:pt idx="4761">
                  <c:v>137.45901639344262</c:v>
                </c:pt>
                <c:pt idx="4762">
                  <c:v>170.90545454545455</c:v>
                </c:pt>
                <c:pt idx="4763">
                  <c:v>192.09756097560967</c:v>
                </c:pt>
                <c:pt idx="4764">
                  <c:v>82.64197530864197</c:v>
                </c:pt>
                <c:pt idx="4765">
                  <c:v>111.02797202797204</c:v>
                </c:pt>
                <c:pt idx="4766">
                  <c:v>169.48342541436463</c:v>
                </c:pt>
                <c:pt idx="4767">
                  <c:v>267.19607843137254</c:v>
                </c:pt>
                <c:pt idx="4768">
                  <c:v>261.18</c:v>
                </c:pt>
                <c:pt idx="4769">
                  <c:v>226.96153846153845</c:v>
                </c:pt>
                <c:pt idx="4770">
                  <c:v>113.87037037037037</c:v>
                </c:pt>
                <c:pt idx="4771">
                  <c:v>130.3781512605042</c:v>
                </c:pt>
                <c:pt idx="4772">
                  <c:v>211.7708333333333</c:v>
                </c:pt>
                <c:pt idx="4773">
                  <c:v>92.0</c:v>
                </c:pt>
                <c:pt idx="4774">
                  <c:v>117.77631578947368</c:v>
                </c:pt>
                <c:pt idx="4775">
                  <c:v>69.13636363636364</c:v>
                </c:pt>
                <c:pt idx="4776">
                  <c:v>252.6206896551724</c:v>
                </c:pt>
                <c:pt idx="4777">
                  <c:v>274.34090909090907</c:v>
                </c:pt>
                <c:pt idx="4778">
                  <c:v>120.5</c:v>
                </c:pt>
                <c:pt idx="4779">
                  <c:v>198.1348314606741</c:v>
                </c:pt>
                <c:pt idx="4780">
                  <c:v>171.4375</c:v>
                </c:pt>
                <c:pt idx="4781">
                  <c:v>243.4736842105264</c:v>
                </c:pt>
                <c:pt idx="4782">
                  <c:v>115.01785714285714</c:v>
                </c:pt>
                <c:pt idx="4783">
                  <c:v>157.9543378995434</c:v>
                </c:pt>
                <c:pt idx="4784">
                  <c:v>144.08695652173913</c:v>
                </c:pt>
                <c:pt idx="4785">
                  <c:v>135.29166666666666</c:v>
                </c:pt>
                <c:pt idx="4786">
                  <c:v>179.59649122807016</c:v>
                </c:pt>
                <c:pt idx="4787">
                  <c:v>113.5392670157068</c:v>
                </c:pt>
                <c:pt idx="4788">
                  <c:v>195.7826086956522</c:v>
                </c:pt>
                <c:pt idx="4789">
                  <c:v>218.21052631578948</c:v>
                </c:pt>
                <c:pt idx="4790">
                  <c:v>93.42857142857144</c:v>
                </c:pt>
                <c:pt idx="4791">
                  <c:v>236.58510638297872</c:v>
                </c:pt>
                <c:pt idx="4792">
                  <c:v>109.26923076923076</c:v>
                </c:pt>
                <c:pt idx="4793">
                  <c:v>155.20353982300884</c:v>
                </c:pt>
                <c:pt idx="4794">
                  <c:v>86.21604938271605</c:v>
                </c:pt>
                <c:pt idx="4795">
                  <c:v>194.332298136646</c:v>
                </c:pt>
                <c:pt idx="4796">
                  <c:v>102.97619047619048</c:v>
                </c:pt>
                <c:pt idx="4797">
                  <c:v>261.17857142857144</c:v>
                </c:pt>
                <c:pt idx="4798">
                  <c:v>206.2153846153846</c:v>
                </c:pt>
                <c:pt idx="4799">
                  <c:v>232.9692307692308</c:v>
                </c:pt>
                <c:pt idx="4800">
                  <c:v>212.125</c:v>
                </c:pt>
                <c:pt idx="4801">
                  <c:v>224.3333333333333</c:v>
                </c:pt>
                <c:pt idx="4802">
                  <c:v>70.3695652173913</c:v>
                </c:pt>
                <c:pt idx="4803">
                  <c:v>162.8972222222222</c:v>
                </c:pt>
                <c:pt idx="4804">
                  <c:v>206.92857142857144</c:v>
                </c:pt>
                <c:pt idx="4805">
                  <c:v>120.85987261146497</c:v>
                </c:pt>
                <c:pt idx="4806">
                  <c:v>119.23529411764706</c:v>
                </c:pt>
                <c:pt idx="4807">
                  <c:v>250.19540229885052</c:v>
                </c:pt>
                <c:pt idx="4808">
                  <c:v>97.52956636005256</c:v>
                </c:pt>
                <c:pt idx="4809">
                  <c:v>231.14406779661016</c:v>
                </c:pt>
                <c:pt idx="4810">
                  <c:v>120.625</c:v>
                </c:pt>
                <c:pt idx="4811">
                  <c:v>192.7218309859155</c:v>
                </c:pt>
                <c:pt idx="4812">
                  <c:v>86.55555555555556</c:v>
                </c:pt>
                <c:pt idx="4813">
                  <c:v>70.37179487179488</c:v>
                </c:pt>
                <c:pt idx="4814">
                  <c:v>173.73805309734513</c:v>
                </c:pt>
                <c:pt idx="4815">
                  <c:v>203.16666666666663</c:v>
                </c:pt>
                <c:pt idx="4816">
                  <c:v>202.37960339943345</c:v>
                </c:pt>
                <c:pt idx="4817">
                  <c:v>185.65</c:v>
                </c:pt>
                <c:pt idx="4818">
                  <c:v>95.0</c:v>
                </c:pt>
                <c:pt idx="4819">
                  <c:v>221.1851851851852</c:v>
                </c:pt>
                <c:pt idx="4820">
                  <c:v>137.2</c:v>
                </c:pt>
                <c:pt idx="4821">
                  <c:v>268.40944881889766</c:v>
                </c:pt>
                <c:pt idx="4822">
                  <c:v>261.5948275862069</c:v>
                </c:pt>
                <c:pt idx="4823">
                  <c:v>170.53766233766234</c:v>
                </c:pt>
                <c:pt idx="4824">
                  <c:v>238.7234468937876</c:v>
                </c:pt>
                <c:pt idx="4825">
                  <c:v>74.47368421052632</c:v>
                </c:pt>
                <c:pt idx="4826">
                  <c:v>178.82758620689654</c:v>
                </c:pt>
                <c:pt idx="4827">
                  <c:v>68.91891891891892</c:v>
                </c:pt>
                <c:pt idx="4828">
                  <c:v>88.47849462365592</c:v>
                </c:pt>
                <c:pt idx="4829">
                  <c:v>123.05263157894736</c:v>
                </c:pt>
                <c:pt idx="4830">
                  <c:v>93.82608695652172</c:v>
                </c:pt>
                <c:pt idx="4831">
                  <c:v>94.45360824742268</c:v>
                </c:pt>
                <c:pt idx="4832">
                  <c:v>184.0122950819672</c:v>
                </c:pt>
                <c:pt idx="4833">
                  <c:v>143.01923076923077</c:v>
                </c:pt>
                <c:pt idx="4834">
                  <c:v>61.54861111111112</c:v>
                </c:pt>
                <c:pt idx="4835">
                  <c:v>141.57084188911705</c:v>
                </c:pt>
                <c:pt idx="4836">
                  <c:v>69.52631578947368</c:v>
                </c:pt>
                <c:pt idx="4837">
                  <c:v>83.41176470588235</c:v>
                </c:pt>
                <c:pt idx="4838">
                  <c:v>88.2421052631579</c:v>
                </c:pt>
                <c:pt idx="4839">
                  <c:v>128.96</c:v>
                </c:pt>
                <c:pt idx="4840">
                  <c:v>219.07602339181287</c:v>
                </c:pt>
                <c:pt idx="4841">
                  <c:v>242.8333333333333</c:v>
                </c:pt>
                <c:pt idx="4842">
                  <c:v>115.69811320754717</c:v>
                </c:pt>
                <c:pt idx="4843">
                  <c:v>131.8695652173913</c:v>
                </c:pt>
                <c:pt idx="4844">
                  <c:v>227.03619909502265</c:v>
                </c:pt>
                <c:pt idx="4845">
                  <c:v>89.70588235294117</c:v>
                </c:pt>
                <c:pt idx="4846">
                  <c:v>82.79452054794521</c:v>
                </c:pt>
                <c:pt idx="4847">
                  <c:v>210.5</c:v>
                </c:pt>
                <c:pt idx="4848">
                  <c:v>70.0</c:v>
                </c:pt>
                <c:pt idx="4849">
                  <c:v>141.94366197183098</c:v>
                </c:pt>
                <c:pt idx="4850">
                  <c:v>161.70682730923696</c:v>
                </c:pt>
                <c:pt idx="4851">
                  <c:v>150.21818181818182</c:v>
                </c:pt>
                <c:pt idx="4852">
                  <c:v>104.19070904645476</c:v>
                </c:pt>
                <c:pt idx="4853">
                  <c:v>159.18556701030928</c:v>
                </c:pt>
                <c:pt idx="4854">
                  <c:v>76.86170212765957</c:v>
                </c:pt>
                <c:pt idx="4855">
                  <c:v>120.26168224299066</c:v>
                </c:pt>
                <c:pt idx="4856">
                  <c:v>141.5121951219512</c:v>
                </c:pt>
                <c:pt idx="4857">
                  <c:v>162.39666666666668</c:v>
                </c:pt>
                <c:pt idx="4858">
                  <c:v>69.17333333333333</c:v>
                </c:pt>
                <c:pt idx="4859">
                  <c:v>215.03191489361703</c:v>
                </c:pt>
                <c:pt idx="4860">
                  <c:v>133.89285714285714</c:v>
                </c:pt>
                <c:pt idx="4861">
                  <c:v>183.15384615384616</c:v>
                </c:pt>
                <c:pt idx="4862">
                  <c:v>160.7674418604651</c:v>
                </c:pt>
                <c:pt idx="4863">
                  <c:v>90.6279069767442</c:v>
                </c:pt>
                <c:pt idx="4864">
                  <c:v>148.0909090909091</c:v>
                </c:pt>
                <c:pt idx="4865">
                  <c:v>196.76223776223776</c:v>
                </c:pt>
                <c:pt idx="4866">
                  <c:v>108.01538461538462</c:v>
                </c:pt>
                <c:pt idx="4867">
                  <c:v>213.42424242424244</c:v>
                </c:pt>
                <c:pt idx="4868">
                  <c:v>86.5</c:v>
                </c:pt>
                <c:pt idx="4869">
                  <c:v>111.7840909090909</c:v>
                </c:pt>
                <c:pt idx="4870">
                  <c:v>108.50464396284828</c:v>
                </c:pt>
                <c:pt idx="4871">
                  <c:v>208.90243902439025</c:v>
                </c:pt>
                <c:pt idx="4872">
                  <c:v>183.3720238095238</c:v>
                </c:pt>
                <c:pt idx="4873">
                  <c:v>103.0672268907563</c:v>
                </c:pt>
                <c:pt idx="4874">
                  <c:v>54.78125</c:v>
                </c:pt>
                <c:pt idx="4875">
                  <c:v>186.6848484848485</c:v>
                </c:pt>
                <c:pt idx="4876">
                  <c:v>111.9</c:v>
                </c:pt>
                <c:pt idx="4877">
                  <c:v>80.52083333333333</c:v>
                </c:pt>
                <c:pt idx="4878">
                  <c:v>185.35</c:v>
                </c:pt>
                <c:pt idx="4879">
                  <c:v>102.24242424242424</c:v>
                </c:pt>
                <c:pt idx="4880">
                  <c:v>175.22413793103448</c:v>
                </c:pt>
                <c:pt idx="4881">
                  <c:v>109.68949771689498</c:v>
                </c:pt>
                <c:pt idx="4882">
                  <c:v>103.26765799256506</c:v>
                </c:pt>
                <c:pt idx="4883">
                  <c:v>161.91402714932127</c:v>
                </c:pt>
                <c:pt idx="4884">
                  <c:v>191.3364055299539</c:v>
                </c:pt>
                <c:pt idx="4885">
                  <c:v>159.3111111111111</c:v>
                </c:pt>
                <c:pt idx="4886">
                  <c:v>129.015</c:v>
                </c:pt>
                <c:pt idx="4887">
                  <c:v>120.2875</c:v>
                </c:pt>
                <c:pt idx="4888">
                  <c:v>193.9736842105264</c:v>
                </c:pt>
                <c:pt idx="4889">
                  <c:v>113.25714285714284</c:v>
                </c:pt>
                <c:pt idx="4890">
                  <c:v>77.76923076923077</c:v>
                </c:pt>
                <c:pt idx="4891">
                  <c:v>154.60759493670886</c:v>
                </c:pt>
                <c:pt idx="4892">
                  <c:v>97.89772727272728</c:v>
                </c:pt>
                <c:pt idx="4893">
                  <c:v>76.04651162790698</c:v>
                </c:pt>
                <c:pt idx="4894">
                  <c:v>168.9431818181818</c:v>
                </c:pt>
                <c:pt idx="4895">
                  <c:v>92.53949329359163</c:v>
                </c:pt>
                <c:pt idx="4896">
                  <c:v>198.45945945945945</c:v>
                </c:pt>
                <c:pt idx="4897">
                  <c:v>105.08695652173913</c:v>
                </c:pt>
                <c:pt idx="4898">
                  <c:v>228.782122905028</c:v>
                </c:pt>
                <c:pt idx="4899">
                  <c:v>87.4873417721519</c:v>
                </c:pt>
                <c:pt idx="4900">
                  <c:v>135.09302325581396</c:v>
                </c:pt>
                <c:pt idx="4901">
                  <c:v>180.2640692640693</c:v>
                </c:pt>
                <c:pt idx="4902">
                  <c:v>162.31034482758622</c:v>
                </c:pt>
                <c:pt idx="4903">
                  <c:v>120.42105263157896</c:v>
                </c:pt>
                <c:pt idx="4904">
                  <c:v>144.36082474226805</c:v>
                </c:pt>
                <c:pt idx="4905">
                  <c:v>163.0731707317073</c:v>
                </c:pt>
                <c:pt idx="4906">
                  <c:v>150.84172661870502</c:v>
                </c:pt>
                <c:pt idx="4907">
                  <c:v>194.64935064935065</c:v>
                </c:pt>
                <c:pt idx="4908">
                  <c:v>183.125</c:v>
                </c:pt>
                <c:pt idx="4909">
                  <c:v>52.536458333333336</c:v>
                </c:pt>
                <c:pt idx="4910">
                  <c:v>61.77333333333333</c:v>
                </c:pt>
                <c:pt idx="4911">
                  <c:v>213.62857142857143</c:v>
                </c:pt>
                <c:pt idx="4912">
                  <c:v>92.97560975609755</c:v>
                </c:pt>
                <c:pt idx="4913">
                  <c:v>84.17525773195877</c:v>
                </c:pt>
                <c:pt idx="4914">
                  <c:v>184.6764705882353</c:v>
                </c:pt>
                <c:pt idx="4915">
                  <c:v>128.61111111111111</c:v>
                </c:pt>
                <c:pt idx="4916">
                  <c:v>185.36</c:v>
                </c:pt>
                <c:pt idx="4917">
                  <c:v>164.27759197324414</c:v>
                </c:pt>
                <c:pt idx="4918">
                  <c:v>146.6883116883117</c:v>
                </c:pt>
                <c:pt idx="4919">
                  <c:v>66.03333333333333</c:v>
                </c:pt>
                <c:pt idx="4920">
                  <c:v>123.6938775510204</c:v>
                </c:pt>
                <c:pt idx="4921">
                  <c:v>102.06896551724138</c:v>
                </c:pt>
                <c:pt idx="4922">
                  <c:v>133.5</c:v>
                </c:pt>
                <c:pt idx="4923">
                  <c:v>190.5</c:v>
                </c:pt>
                <c:pt idx="4924">
                  <c:v>129.6</c:v>
                </c:pt>
                <c:pt idx="4925">
                  <c:v>119.37777777777778</c:v>
                </c:pt>
                <c:pt idx="4926">
                  <c:v>122.92727272727272</c:v>
                </c:pt>
                <c:pt idx="4927">
                  <c:v>93.52272727272728</c:v>
                </c:pt>
                <c:pt idx="4928">
                  <c:v>109.29885057471265</c:v>
                </c:pt>
                <c:pt idx="4929">
                  <c:v>79.56</c:v>
                </c:pt>
                <c:pt idx="4930">
                  <c:v>108.66666666666669</c:v>
                </c:pt>
                <c:pt idx="4931">
                  <c:v>73.22727272727273</c:v>
                </c:pt>
                <c:pt idx="4932">
                  <c:v>113.23287671232876</c:v>
                </c:pt>
                <c:pt idx="4933">
                  <c:v>181.47413793103448</c:v>
                </c:pt>
                <c:pt idx="4934">
                  <c:v>118.38095238095238</c:v>
                </c:pt>
                <c:pt idx="4935">
                  <c:v>102.76470588235294</c:v>
                </c:pt>
                <c:pt idx="4936">
                  <c:v>150.42592592592592</c:v>
                </c:pt>
                <c:pt idx="4937">
                  <c:v>117.1548556430446</c:v>
                </c:pt>
                <c:pt idx="4938">
                  <c:v>143.3913043478261</c:v>
                </c:pt>
                <c:pt idx="4939">
                  <c:v>157.47619047619048</c:v>
                </c:pt>
                <c:pt idx="4940">
                  <c:v>138.56903765690376</c:v>
                </c:pt>
                <c:pt idx="4941">
                  <c:v>135.07843137254903</c:v>
                </c:pt>
                <c:pt idx="4942">
                  <c:v>121.59183673469389</c:v>
                </c:pt>
                <c:pt idx="4943">
                  <c:v>168.47058823529412</c:v>
                </c:pt>
                <c:pt idx="4944">
                  <c:v>106.9672131147541</c:v>
                </c:pt>
                <c:pt idx="4945">
                  <c:v>243.89</c:v>
                </c:pt>
                <c:pt idx="4946">
                  <c:v>148.7826086956522</c:v>
                </c:pt>
                <c:pt idx="4947">
                  <c:v>61.5</c:v>
                </c:pt>
                <c:pt idx="4948">
                  <c:v>122.67272727272729</c:v>
                </c:pt>
                <c:pt idx="4949">
                  <c:v>164.42307692307693</c:v>
                </c:pt>
                <c:pt idx="4950">
                  <c:v>197.84615384615384</c:v>
                </c:pt>
                <c:pt idx="4951">
                  <c:v>87.25113122171946</c:v>
                </c:pt>
                <c:pt idx="4952">
                  <c:v>175.7948717948718</c:v>
                </c:pt>
                <c:pt idx="4953">
                  <c:v>187.77941176470588</c:v>
                </c:pt>
                <c:pt idx="4954">
                  <c:v>196.6382978723404</c:v>
                </c:pt>
                <c:pt idx="4955">
                  <c:v>96.85245901639344</c:v>
                </c:pt>
                <c:pt idx="4956">
                  <c:v>185.77857142857144</c:v>
                </c:pt>
                <c:pt idx="4957">
                  <c:v>106.31782945736434</c:v>
                </c:pt>
                <c:pt idx="4958">
                  <c:v>175.69014084507043</c:v>
                </c:pt>
                <c:pt idx="4959">
                  <c:v>163.1578947368421</c:v>
                </c:pt>
                <c:pt idx="4960">
                  <c:v>99.06382978723404</c:v>
                </c:pt>
                <c:pt idx="4961">
                  <c:v>147.76666666666668</c:v>
                </c:pt>
                <c:pt idx="4962">
                  <c:v>119.52380952380952</c:v>
                </c:pt>
                <c:pt idx="4963">
                  <c:v>152.33333333333334</c:v>
                </c:pt>
                <c:pt idx="4964">
                  <c:v>235.80729166666663</c:v>
                </c:pt>
                <c:pt idx="4965">
                  <c:v>181.6326530612245</c:v>
                </c:pt>
                <c:pt idx="4966">
                  <c:v>65.22</c:v>
                </c:pt>
                <c:pt idx="4967">
                  <c:v>194.3448275862069</c:v>
                </c:pt>
                <c:pt idx="4968">
                  <c:v>84.52857142857142</c:v>
                </c:pt>
                <c:pt idx="4969">
                  <c:v>73.01428571428572</c:v>
                </c:pt>
                <c:pt idx="4970">
                  <c:v>189.66666666666663</c:v>
                </c:pt>
                <c:pt idx="4971">
                  <c:v>105.30113636363636</c:v>
                </c:pt>
                <c:pt idx="4972">
                  <c:v>215.98331015299027</c:v>
                </c:pt>
                <c:pt idx="4973">
                  <c:v>162.92546583850933</c:v>
                </c:pt>
                <c:pt idx="4974">
                  <c:v>144.7058823529412</c:v>
                </c:pt>
                <c:pt idx="4975">
                  <c:v>193.74661508704065</c:v>
                </c:pt>
                <c:pt idx="4976">
                  <c:v>82.95422535211267</c:v>
                </c:pt>
                <c:pt idx="4977">
                  <c:v>177.11627906976744</c:v>
                </c:pt>
                <c:pt idx="4978">
                  <c:v>199.3798449612403</c:v>
                </c:pt>
                <c:pt idx="4979">
                  <c:v>207.70334928229664</c:v>
                </c:pt>
                <c:pt idx="4980">
                  <c:v>161.13516896120152</c:v>
                </c:pt>
                <c:pt idx="4981">
                  <c:v>134.88832487309645</c:v>
                </c:pt>
                <c:pt idx="4982">
                  <c:v>77.13333333333334</c:v>
                </c:pt>
                <c:pt idx="4983">
                  <c:v>149.5681818181818</c:v>
                </c:pt>
                <c:pt idx="4984">
                  <c:v>250.36974789915968</c:v>
                </c:pt>
                <c:pt idx="4985">
                  <c:v>172.6542372881356</c:v>
                </c:pt>
                <c:pt idx="4986">
                  <c:v>105.6195652173913</c:v>
                </c:pt>
                <c:pt idx="4987">
                  <c:v>103.35042735042737</c:v>
                </c:pt>
                <c:pt idx="4988">
                  <c:v>90.39285714285714</c:v>
                </c:pt>
                <c:pt idx="4989">
                  <c:v>200.7955056179776</c:v>
                </c:pt>
                <c:pt idx="4990">
                  <c:v>144.07142857142858</c:v>
                </c:pt>
                <c:pt idx="4991">
                  <c:v>199.02734375</c:v>
                </c:pt>
                <c:pt idx="4992">
                  <c:v>191.21951219512195</c:v>
                </c:pt>
                <c:pt idx="4993">
                  <c:v>97.5945945945946</c:v>
                </c:pt>
                <c:pt idx="4994">
                  <c:v>184.27272727272728</c:v>
                </c:pt>
                <c:pt idx="4995">
                  <c:v>105.09166666666668</c:v>
                </c:pt>
                <c:pt idx="4996">
                  <c:v>157.43408360128618</c:v>
                </c:pt>
                <c:pt idx="4997">
                  <c:v>158.11363636363637</c:v>
                </c:pt>
                <c:pt idx="4998">
                  <c:v>201.15348837209305</c:v>
                </c:pt>
                <c:pt idx="4999">
                  <c:v>207.14084507042253</c:v>
                </c:pt>
                <c:pt idx="5000">
                  <c:v>111.04587155963304</c:v>
                </c:pt>
                <c:pt idx="5001">
                  <c:v>90.9493670886076</c:v>
                </c:pt>
                <c:pt idx="5002">
                  <c:v>214.61693548387092</c:v>
                </c:pt>
                <c:pt idx="5003">
                  <c:v>88.11666666666666</c:v>
                </c:pt>
                <c:pt idx="5004">
                  <c:v>89.98850574712644</c:v>
                </c:pt>
                <c:pt idx="5005">
                  <c:v>81.35051546391753</c:v>
                </c:pt>
                <c:pt idx="5006">
                  <c:v>199.5</c:v>
                </c:pt>
                <c:pt idx="5007">
                  <c:v>109.17857142857144</c:v>
                </c:pt>
                <c:pt idx="5008">
                  <c:v>167.46218487394958</c:v>
                </c:pt>
                <c:pt idx="5009">
                  <c:v>215.1150442477876</c:v>
                </c:pt>
                <c:pt idx="5010">
                  <c:v>96.88571428571429</c:v>
                </c:pt>
                <c:pt idx="5011">
                  <c:v>79.75657894736842</c:v>
                </c:pt>
                <c:pt idx="5012">
                  <c:v>128.02857142857144</c:v>
                </c:pt>
                <c:pt idx="5013">
                  <c:v>223.65040650406505</c:v>
                </c:pt>
                <c:pt idx="5014">
                  <c:v>114.3846153846154</c:v>
                </c:pt>
                <c:pt idx="5015">
                  <c:v>106.64285714285714</c:v>
                </c:pt>
                <c:pt idx="5016">
                  <c:v>81.04761904761905</c:v>
                </c:pt>
                <c:pt idx="5017">
                  <c:v>199.2131147540984</c:v>
                </c:pt>
                <c:pt idx="5018">
                  <c:v>141.78645833333334</c:v>
                </c:pt>
                <c:pt idx="5019">
                  <c:v>150.24770642201835</c:v>
                </c:pt>
                <c:pt idx="5020">
                  <c:v>225.6720142602496</c:v>
                </c:pt>
                <c:pt idx="5021">
                  <c:v>97.49514563106796</c:v>
                </c:pt>
                <c:pt idx="5022">
                  <c:v>190.01639344262296</c:v>
                </c:pt>
                <c:pt idx="5023">
                  <c:v>99.8</c:v>
                </c:pt>
                <c:pt idx="5024">
                  <c:v>208.4736842105264</c:v>
                </c:pt>
                <c:pt idx="5025">
                  <c:v>91.76</c:v>
                </c:pt>
                <c:pt idx="5026">
                  <c:v>215.6764705882353</c:v>
                </c:pt>
                <c:pt idx="5027">
                  <c:v>77.98795180722891</c:v>
                </c:pt>
                <c:pt idx="5028">
                  <c:v>110.57377049180327</c:v>
                </c:pt>
                <c:pt idx="5029">
                  <c:v>77.3913043478261</c:v>
                </c:pt>
                <c:pt idx="5030">
                  <c:v>134.8</c:v>
                </c:pt>
                <c:pt idx="5031">
                  <c:v>95.60714285714286</c:v>
                </c:pt>
                <c:pt idx="5032">
                  <c:v>109.8225806451613</c:v>
                </c:pt>
                <c:pt idx="5033">
                  <c:v>86.06432748538012</c:v>
                </c:pt>
                <c:pt idx="5034">
                  <c:v>137.2</c:v>
                </c:pt>
                <c:pt idx="5035">
                  <c:v>192.4583333333333</c:v>
                </c:pt>
                <c:pt idx="5036">
                  <c:v>150.828125</c:v>
                </c:pt>
                <c:pt idx="5037">
                  <c:v>48.56410256410256</c:v>
                </c:pt>
                <c:pt idx="5038">
                  <c:v>78.77272727272727</c:v>
                </c:pt>
                <c:pt idx="5039">
                  <c:v>80.5609756097561</c:v>
                </c:pt>
                <c:pt idx="5040">
                  <c:v>218.1320132013201</c:v>
                </c:pt>
                <c:pt idx="5041">
                  <c:v>78.75324675324676</c:v>
                </c:pt>
                <c:pt idx="5042">
                  <c:v>214.95</c:v>
                </c:pt>
                <c:pt idx="5043">
                  <c:v>192.828125</c:v>
                </c:pt>
                <c:pt idx="5044">
                  <c:v>194.71527777777777</c:v>
                </c:pt>
                <c:pt idx="5045">
                  <c:v>173.65934065934067</c:v>
                </c:pt>
                <c:pt idx="5046">
                  <c:v>151.84</c:v>
                </c:pt>
                <c:pt idx="5047">
                  <c:v>209.8405797101449</c:v>
                </c:pt>
                <c:pt idx="5048">
                  <c:v>169.54794520547946</c:v>
                </c:pt>
                <c:pt idx="5049">
                  <c:v>94.08771929824562</c:v>
                </c:pt>
                <c:pt idx="5050">
                  <c:v>138.75675675675674</c:v>
                </c:pt>
                <c:pt idx="5051">
                  <c:v>105.8976377952756</c:v>
                </c:pt>
                <c:pt idx="5052">
                  <c:v>178.16430020283977</c:v>
                </c:pt>
                <c:pt idx="5053">
                  <c:v>125.4954128440367</c:v>
                </c:pt>
                <c:pt idx="5054">
                  <c:v>96.92857142857144</c:v>
                </c:pt>
                <c:pt idx="5055">
                  <c:v>113.2</c:v>
                </c:pt>
                <c:pt idx="5056">
                  <c:v>74.66233766233766</c:v>
                </c:pt>
                <c:pt idx="5057">
                  <c:v>120.75</c:v>
                </c:pt>
                <c:pt idx="5058">
                  <c:v>43.191489361702125</c:v>
                </c:pt>
                <c:pt idx="5059">
                  <c:v>110.27555555555556</c:v>
                </c:pt>
                <c:pt idx="5060">
                  <c:v>115.20833333333331</c:v>
                </c:pt>
                <c:pt idx="5061">
                  <c:v>137.98580645161292</c:v>
                </c:pt>
                <c:pt idx="5062">
                  <c:v>66.64903846153847</c:v>
                </c:pt>
                <c:pt idx="5063">
                  <c:v>110.2093023255814</c:v>
                </c:pt>
                <c:pt idx="5064">
                  <c:v>156.60344827586206</c:v>
                </c:pt>
                <c:pt idx="5065">
                  <c:v>171.85714285714286</c:v>
                </c:pt>
                <c:pt idx="5066">
                  <c:v>77.25641025641026</c:v>
                </c:pt>
                <c:pt idx="5067">
                  <c:v>239.5609756097561</c:v>
                </c:pt>
                <c:pt idx="5068">
                  <c:v>199.109375</c:v>
                </c:pt>
                <c:pt idx="5069">
                  <c:v>108.96378830083566</c:v>
                </c:pt>
                <c:pt idx="5070">
                  <c:v>87.95238095238095</c:v>
                </c:pt>
                <c:pt idx="5071">
                  <c:v>184.25352112676052</c:v>
                </c:pt>
                <c:pt idx="5072">
                  <c:v>163.86725663716814</c:v>
                </c:pt>
                <c:pt idx="5073">
                  <c:v>145.2515923566879</c:v>
                </c:pt>
                <c:pt idx="5074">
                  <c:v>220.79761904761904</c:v>
                </c:pt>
                <c:pt idx="5075">
                  <c:v>112.28621908127208</c:v>
                </c:pt>
                <c:pt idx="5076">
                  <c:v>115.375</c:v>
                </c:pt>
                <c:pt idx="5077">
                  <c:v>86.05263157894737</c:v>
                </c:pt>
                <c:pt idx="5078">
                  <c:v>225.69565217391303</c:v>
                </c:pt>
                <c:pt idx="5079">
                  <c:v>154.62548262548262</c:v>
                </c:pt>
                <c:pt idx="5080">
                  <c:v>174.11363636363637</c:v>
                </c:pt>
                <c:pt idx="5081">
                  <c:v>82.54545454545455</c:v>
                </c:pt>
                <c:pt idx="5082">
                  <c:v>108.21052631578948</c:v>
                </c:pt>
                <c:pt idx="5083">
                  <c:v>154.74561403508773</c:v>
                </c:pt>
                <c:pt idx="5084">
                  <c:v>194.1851851851852</c:v>
                </c:pt>
                <c:pt idx="5085">
                  <c:v>156.6551724137931</c:v>
                </c:pt>
                <c:pt idx="5086">
                  <c:v>81.32075471698113</c:v>
                </c:pt>
                <c:pt idx="5087">
                  <c:v>167.01666666666668</c:v>
                </c:pt>
                <c:pt idx="5088">
                  <c:v>75.33673469387755</c:v>
                </c:pt>
                <c:pt idx="5089">
                  <c:v>156.94915254237287</c:v>
                </c:pt>
                <c:pt idx="5090">
                  <c:v>48.685</c:v>
                </c:pt>
                <c:pt idx="5091">
                  <c:v>173.2258064516129</c:v>
                </c:pt>
                <c:pt idx="5092">
                  <c:v>67.76276276276276</c:v>
                </c:pt>
                <c:pt idx="5093">
                  <c:v>188.29310344827587</c:v>
                </c:pt>
                <c:pt idx="5094">
                  <c:v>146.64285714285714</c:v>
                </c:pt>
                <c:pt idx="5095">
                  <c:v>104.52618453865335</c:v>
                </c:pt>
                <c:pt idx="5096">
                  <c:v>129.42857142857142</c:v>
                </c:pt>
                <c:pt idx="5097">
                  <c:v>94.41666666666669</c:v>
                </c:pt>
                <c:pt idx="5098">
                  <c:v>103.17586206896551</c:v>
                </c:pt>
                <c:pt idx="5099">
                  <c:v>213.49019607843132</c:v>
                </c:pt>
                <c:pt idx="5100">
                  <c:v>135.62962962962962</c:v>
                </c:pt>
                <c:pt idx="5101">
                  <c:v>188.68493150684927</c:v>
                </c:pt>
                <c:pt idx="5102">
                  <c:v>166.70212765957447</c:v>
                </c:pt>
                <c:pt idx="5103">
                  <c:v>156.88888888888889</c:v>
                </c:pt>
                <c:pt idx="5104">
                  <c:v>94.9225352112676</c:v>
                </c:pt>
                <c:pt idx="5105">
                  <c:v>98.49090909090908</c:v>
                </c:pt>
                <c:pt idx="5106">
                  <c:v>186.7176470588236</c:v>
                </c:pt>
                <c:pt idx="5107">
                  <c:v>191.56</c:v>
                </c:pt>
                <c:pt idx="5108">
                  <c:v>157.2266009852217</c:v>
                </c:pt>
                <c:pt idx="5109">
                  <c:v>102.11392405063292</c:v>
                </c:pt>
                <c:pt idx="5110">
                  <c:v>133.30263157894737</c:v>
                </c:pt>
                <c:pt idx="5111">
                  <c:v>205.4580152671756</c:v>
                </c:pt>
                <c:pt idx="5112">
                  <c:v>116.17977528089888</c:v>
                </c:pt>
                <c:pt idx="5113">
                  <c:v>122.76</c:v>
                </c:pt>
                <c:pt idx="5114">
                  <c:v>183.92631578947368</c:v>
                </c:pt>
                <c:pt idx="5115">
                  <c:v>76.76923076923077</c:v>
                </c:pt>
                <c:pt idx="5116">
                  <c:v>99.62642369020502</c:v>
                </c:pt>
                <c:pt idx="5117">
                  <c:v>156.4</c:v>
                </c:pt>
                <c:pt idx="5118">
                  <c:v>228.1428571428572</c:v>
                </c:pt>
                <c:pt idx="5119">
                  <c:v>96.86666666666666</c:v>
                </c:pt>
                <c:pt idx="5120">
                  <c:v>119.32608695652172</c:v>
                </c:pt>
                <c:pt idx="5121">
                  <c:v>157.15824468085106</c:v>
                </c:pt>
                <c:pt idx="5122">
                  <c:v>112.2608695652174</c:v>
                </c:pt>
                <c:pt idx="5123">
                  <c:v>173.47169811320754</c:v>
                </c:pt>
                <c:pt idx="5124">
                  <c:v>161.4</c:v>
                </c:pt>
                <c:pt idx="5125">
                  <c:v>32.63871025357279</c:v>
                </c:pt>
                <c:pt idx="5126">
                  <c:v>92.33333333333331</c:v>
                </c:pt>
                <c:pt idx="5127">
                  <c:v>162.84682080924856</c:v>
                </c:pt>
                <c:pt idx="5128">
                  <c:v>122.10687022900764</c:v>
                </c:pt>
                <c:pt idx="5129">
                  <c:v>248.5636363636364</c:v>
                </c:pt>
                <c:pt idx="5130">
                  <c:v>91.58333333333331</c:v>
                </c:pt>
                <c:pt idx="5131">
                  <c:v>198.7457627118644</c:v>
                </c:pt>
                <c:pt idx="5132">
                  <c:v>230.15</c:v>
                </c:pt>
                <c:pt idx="5133">
                  <c:v>128.9625668449198</c:v>
                </c:pt>
                <c:pt idx="5134">
                  <c:v>124.86388384754991</c:v>
                </c:pt>
                <c:pt idx="5135">
                  <c:v>119.96875</c:v>
                </c:pt>
                <c:pt idx="5136">
                  <c:v>100.53061224489797</c:v>
                </c:pt>
                <c:pt idx="5137">
                  <c:v>88.62664473684211</c:v>
                </c:pt>
                <c:pt idx="5138">
                  <c:v>74.1063829787234</c:v>
                </c:pt>
                <c:pt idx="5139">
                  <c:v>105.5680473372781</c:v>
                </c:pt>
                <c:pt idx="5140">
                  <c:v>150.92708333333334</c:v>
                </c:pt>
                <c:pt idx="5141">
                  <c:v>82.43939393939394</c:v>
                </c:pt>
                <c:pt idx="5142">
                  <c:v>201.31034482758625</c:v>
                </c:pt>
                <c:pt idx="5143">
                  <c:v>180.42857142857144</c:v>
                </c:pt>
                <c:pt idx="5144">
                  <c:v>251.6859504132232</c:v>
                </c:pt>
                <c:pt idx="5145">
                  <c:v>96.0576923076923</c:v>
                </c:pt>
                <c:pt idx="5146">
                  <c:v>64.3030303030303</c:v>
                </c:pt>
                <c:pt idx="5147">
                  <c:v>132.69285714285715</c:v>
                </c:pt>
                <c:pt idx="5148">
                  <c:v>76.06607929515418</c:v>
                </c:pt>
                <c:pt idx="5149">
                  <c:v>149.85053380782918</c:v>
                </c:pt>
                <c:pt idx="5150">
                  <c:v>162.597609561753</c:v>
                </c:pt>
                <c:pt idx="5151">
                  <c:v>97.2375</c:v>
                </c:pt>
                <c:pt idx="5152">
                  <c:v>118.88888888888889</c:v>
                </c:pt>
                <c:pt idx="5153">
                  <c:v>120.55094339622642</c:v>
                </c:pt>
                <c:pt idx="5154">
                  <c:v>208.96774193548387</c:v>
                </c:pt>
                <c:pt idx="5155">
                  <c:v>164.0420168067227</c:v>
                </c:pt>
                <c:pt idx="5156">
                  <c:v>107.68055555555556</c:v>
                </c:pt>
                <c:pt idx="5157">
                  <c:v>101.265625</c:v>
                </c:pt>
                <c:pt idx="5158">
                  <c:v>168.13422818791946</c:v>
                </c:pt>
                <c:pt idx="5159">
                  <c:v>190.65671641791045</c:v>
                </c:pt>
                <c:pt idx="5160">
                  <c:v>152.99358974358975</c:v>
                </c:pt>
                <c:pt idx="5161">
                  <c:v>70.50704225352112</c:v>
                </c:pt>
                <c:pt idx="5162">
                  <c:v>173.8986784140969</c:v>
                </c:pt>
                <c:pt idx="5163">
                  <c:v>179.2962962962963</c:v>
                </c:pt>
                <c:pt idx="5164">
                  <c:v>62.869565217391305</c:v>
                </c:pt>
                <c:pt idx="5165">
                  <c:v>209.0</c:v>
                </c:pt>
                <c:pt idx="5166">
                  <c:v>113.0</c:v>
                </c:pt>
                <c:pt idx="5167">
                  <c:v>178.53571428571428</c:v>
                </c:pt>
                <c:pt idx="5168">
                  <c:v>166.72380952380954</c:v>
                </c:pt>
                <c:pt idx="5169">
                  <c:v>190.5820895522388</c:v>
                </c:pt>
                <c:pt idx="5170">
                  <c:v>84.21875</c:v>
                </c:pt>
                <c:pt idx="5171">
                  <c:v>161.5</c:v>
                </c:pt>
                <c:pt idx="5172">
                  <c:v>139.7824858757062</c:v>
                </c:pt>
                <c:pt idx="5173">
                  <c:v>223.79166666666663</c:v>
                </c:pt>
                <c:pt idx="5174">
                  <c:v>123.05714285714286</c:v>
                </c:pt>
                <c:pt idx="5175">
                  <c:v>112.5603448275862</c:v>
                </c:pt>
                <c:pt idx="5176">
                  <c:v>138.14465408805032</c:v>
                </c:pt>
                <c:pt idx="5177">
                  <c:v>162.29861111111111</c:v>
                </c:pt>
                <c:pt idx="5178">
                  <c:v>166.09448818897638</c:v>
                </c:pt>
                <c:pt idx="5179">
                  <c:v>144.94462540716611</c:v>
                </c:pt>
                <c:pt idx="5180">
                  <c:v>166.63325183374084</c:v>
                </c:pt>
                <c:pt idx="5181">
                  <c:v>127.61846153846156</c:v>
                </c:pt>
                <c:pt idx="5182">
                  <c:v>164.4878048780488</c:v>
                </c:pt>
                <c:pt idx="5183">
                  <c:v>79.70149253731343</c:v>
                </c:pt>
                <c:pt idx="5184">
                  <c:v>75.56521739130434</c:v>
                </c:pt>
                <c:pt idx="5185">
                  <c:v>85.35416666666667</c:v>
                </c:pt>
                <c:pt idx="5186">
                  <c:v>98.60191082802548</c:v>
                </c:pt>
                <c:pt idx="5187">
                  <c:v>178.51111111111112</c:v>
                </c:pt>
                <c:pt idx="5188">
                  <c:v>215.19251336898395</c:v>
                </c:pt>
                <c:pt idx="5189">
                  <c:v>155.38095238095238</c:v>
                </c:pt>
                <c:pt idx="5190">
                  <c:v>194.0</c:v>
                </c:pt>
                <c:pt idx="5191">
                  <c:v>196.65359477124184</c:v>
                </c:pt>
                <c:pt idx="5192">
                  <c:v>197.0</c:v>
                </c:pt>
                <c:pt idx="5193">
                  <c:v>125.53846153846152</c:v>
                </c:pt>
                <c:pt idx="5194">
                  <c:v>114.17857142857144</c:v>
                </c:pt>
                <c:pt idx="5195">
                  <c:v>132.73417721518987</c:v>
                </c:pt>
                <c:pt idx="5196">
                  <c:v>81.29569892473118</c:v>
                </c:pt>
                <c:pt idx="5197">
                  <c:v>174.89830508474577</c:v>
                </c:pt>
                <c:pt idx="5198">
                  <c:v>172.04591836734693</c:v>
                </c:pt>
                <c:pt idx="5199">
                  <c:v>205.9479768786127</c:v>
                </c:pt>
                <c:pt idx="5200">
                  <c:v>98.63120567375888</c:v>
                </c:pt>
                <c:pt idx="5201">
                  <c:v>124.90721649484536</c:v>
                </c:pt>
                <c:pt idx="5202">
                  <c:v>198.53125</c:v>
                </c:pt>
                <c:pt idx="5203">
                  <c:v>62.39393939393939</c:v>
                </c:pt>
                <c:pt idx="5204">
                  <c:v>118.81318681318682</c:v>
                </c:pt>
                <c:pt idx="5205">
                  <c:v>115.56521739130434</c:v>
                </c:pt>
                <c:pt idx="5206">
                  <c:v>71.65217391304348</c:v>
                </c:pt>
                <c:pt idx="5207">
                  <c:v>94.07894736842104</c:v>
                </c:pt>
                <c:pt idx="5208">
                  <c:v>190.2450980392157</c:v>
                </c:pt>
                <c:pt idx="5209">
                  <c:v>177.7283950617284</c:v>
                </c:pt>
                <c:pt idx="5210">
                  <c:v>81.03571428571429</c:v>
                </c:pt>
                <c:pt idx="5211">
                  <c:v>117.33333333333331</c:v>
                </c:pt>
                <c:pt idx="5212">
                  <c:v>143.03153988868274</c:v>
                </c:pt>
                <c:pt idx="5213">
                  <c:v>165.57983193277312</c:v>
                </c:pt>
                <c:pt idx="5214">
                  <c:v>177.58620689655172</c:v>
                </c:pt>
                <c:pt idx="5215">
                  <c:v>86.67924528301887</c:v>
                </c:pt>
                <c:pt idx="5216">
                  <c:v>196.5491329479769</c:v>
                </c:pt>
                <c:pt idx="5217">
                  <c:v>51.26086956521739</c:v>
                </c:pt>
                <c:pt idx="5218">
                  <c:v>117.43686868686868</c:v>
                </c:pt>
                <c:pt idx="5219">
                  <c:v>76.52044609665427</c:v>
                </c:pt>
                <c:pt idx="5220">
                  <c:v>121.2</c:v>
                </c:pt>
                <c:pt idx="5221">
                  <c:v>143.09459459459458</c:v>
                </c:pt>
                <c:pt idx="5222">
                  <c:v>172.2</c:v>
                </c:pt>
                <c:pt idx="5223">
                  <c:v>102.64516129032258</c:v>
                </c:pt>
                <c:pt idx="5224">
                  <c:v>131.54674220963173</c:v>
                </c:pt>
                <c:pt idx="5225">
                  <c:v>83.4888888888889</c:v>
                </c:pt>
                <c:pt idx="5226">
                  <c:v>151.30612244897958</c:v>
                </c:pt>
                <c:pt idx="5227">
                  <c:v>215.68</c:v>
                </c:pt>
                <c:pt idx="5228">
                  <c:v>107.58536585365852</c:v>
                </c:pt>
                <c:pt idx="5229">
                  <c:v>147.1</c:v>
                </c:pt>
                <c:pt idx="5230">
                  <c:v>140.5505617977528</c:v>
                </c:pt>
                <c:pt idx="5231">
                  <c:v>10.842425019041713</c:v>
                </c:pt>
                <c:pt idx="5232">
                  <c:v>143.57627118644066</c:v>
                </c:pt>
                <c:pt idx="5233">
                  <c:v>185.5438596491228</c:v>
                </c:pt>
                <c:pt idx="5234">
                  <c:v>178.21694915254238</c:v>
                </c:pt>
                <c:pt idx="5235">
                  <c:v>103.76315789473684</c:v>
                </c:pt>
                <c:pt idx="5236">
                  <c:v>176.1230283911672</c:v>
                </c:pt>
                <c:pt idx="5237">
                  <c:v>175.88</c:v>
                </c:pt>
                <c:pt idx="5238">
                  <c:v>111.0204081632653</c:v>
                </c:pt>
                <c:pt idx="5239">
                  <c:v>110.92105263157896</c:v>
                </c:pt>
                <c:pt idx="5240">
                  <c:v>200.8809523809524</c:v>
                </c:pt>
                <c:pt idx="5241">
                  <c:v>55.78378378378378</c:v>
                </c:pt>
                <c:pt idx="5242">
                  <c:v>97.29323308270676</c:v>
                </c:pt>
                <c:pt idx="5243">
                  <c:v>220.93846153846152</c:v>
                </c:pt>
                <c:pt idx="5244">
                  <c:v>61.983870967741936</c:v>
                </c:pt>
                <c:pt idx="5245">
                  <c:v>207.40740740740745</c:v>
                </c:pt>
                <c:pt idx="5246">
                  <c:v>160.44444444444446</c:v>
                </c:pt>
                <c:pt idx="5247">
                  <c:v>97.87323943661973</c:v>
                </c:pt>
                <c:pt idx="5248">
                  <c:v>82.43333333333334</c:v>
                </c:pt>
                <c:pt idx="5249">
                  <c:v>101.64583333333331</c:v>
                </c:pt>
                <c:pt idx="5250">
                  <c:v>169.98181818181817</c:v>
                </c:pt>
                <c:pt idx="5251">
                  <c:v>150.42196531791907</c:v>
                </c:pt>
                <c:pt idx="5252">
                  <c:v>172.76666666666668</c:v>
                </c:pt>
                <c:pt idx="5253">
                  <c:v>125.2</c:v>
                </c:pt>
                <c:pt idx="5254">
                  <c:v>117.0</c:v>
                </c:pt>
                <c:pt idx="5255">
                  <c:v>166.31349206349208</c:v>
                </c:pt>
                <c:pt idx="5256">
                  <c:v>77.58333333333333</c:v>
                </c:pt>
                <c:pt idx="5257">
                  <c:v>186.8780487804878</c:v>
                </c:pt>
                <c:pt idx="5258">
                  <c:v>115.53086419753086</c:v>
                </c:pt>
                <c:pt idx="5259">
                  <c:v>105.1470588235294</c:v>
                </c:pt>
                <c:pt idx="5260">
                  <c:v>123.97101449275362</c:v>
                </c:pt>
                <c:pt idx="5261">
                  <c:v>107.07874015748033</c:v>
                </c:pt>
                <c:pt idx="5262">
                  <c:v>196.68253968253967</c:v>
                </c:pt>
                <c:pt idx="5263">
                  <c:v>119.23076923076924</c:v>
                </c:pt>
                <c:pt idx="5264">
                  <c:v>11.557053651684711</c:v>
                </c:pt>
                <c:pt idx="5265">
                  <c:v>148.43529411764706</c:v>
                </c:pt>
                <c:pt idx="5266">
                  <c:v>103.1</c:v>
                </c:pt>
                <c:pt idx="5267">
                  <c:v>70.99122807017544</c:v>
                </c:pt>
                <c:pt idx="5268">
                  <c:v>207.51612903225808</c:v>
                </c:pt>
                <c:pt idx="5269">
                  <c:v>141.6590909090909</c:v>
                </c:pt>
                <c:pt idx="5270">
                  <c:v>190.4172661870504</c:v>
                </c:pt>
                <c:pt idx="5271">
                  <c:v>80.2</c:v>
                </c:pt>
                <c:pt idx="5272">
                  <c:v>129.6279069767442</c:v>
                </c:pt>
                <c:pt idx="5273">
                  <c:v>84.00537634408602</c:v>
                </c:pt>
                <c:pt idx="5274">
                  <c:v>109.29213483146069</c:v>
                </c:pt>
                <c:pt idx="5275">
                  <c:v>175.81661891117477</c:v>
                </c:pt>
                <c:pt idx="5276">
                  <c:v>126.73359073359072</c:v>
                </c:pt>
                <c:pt idx="5277">
                  <c:v>170.99780461031833</c:v>
                </c:pt>
                <c:pt idx="5278">
                  <c:v>98.97674418604652</c:v>
                </c:pt>
                <c:pt idx="5279">
                  <c:v>141.83333333333334</c:v>
                </c:pt>
                <c:pt idx="5280">
                  <c:v>207.57142857142856</c:v>
                </c:pt>
                <c:pt idx="5281">
                  <c:v>114.40697674418604</c:v>
                </c:pt>
                <c:pt idx="5282">
                  <c:v>176.0670731707317</c:v>
                </c:pt>
                <c:pt idx="5283">
                  <c:v>137.0</c:v>
                </c:pt>
                <c:pt idx="5284">
                  <c:v>92.73563218390804</c:v>
                </c:pt>
                <c:pt idx="5285">
                  <c:v>110.15</c:v>
                </c:pt>
                <c:pt idx="5286">
                  <c:v>232.4502164502165</c:v>
                </c:pt>
                <c:pt idx="5287">
                  <c:v>97.1153846153846</c:v>
                </c:pt>
                <c:pt idx="5288">
                  <c:v>161.08219178082192</c:v>
                </c:pt>
                <c:pt idx="5289">
                  <c:v>108.0952380952381</c:v>
                </c:pt>
                <c:pt idx="5290">
                  <c:v>107.41592920353982</c:v>
                </c:pt>
                <c:pt idx="5291">
                  <c:v>227.22916666666663</c:v>
                </c:pt>
                <c:pt idx="5292">
                  <c:v>117.52475247524752</c:v>
                </c:pt>
                <c:pt idx="5293">
                  <c:v>68.54471544715447</c:v>
                </c:pt>
                <c:pt idx="5294">
                  <c:v>183.6909090909091</c:v>
                </c:pt>
                <c:pt idx="5295">
                  <c:v>157.59174311926606</c:v>
                </c:pt>
                <c:pt idx="5296">
                  <c:v>172.92857142857142</c:v>
                </c:pt>
                <c:pt idx="5297">
                  <c:v>87.91666666666667</c:v>
                </c:pt>
                <c:pt idx="5298">
                  <c:v>184.03571428571428</c:v>
                </c:pt>
                <c:pt idx="5299">
                  <c:v>179.22419928825622</c:v>
                </c:pt>
                <c:pt idx="5300">
                  <c:v>186.1346153846154</c:v>
                </c:pt>
                <c:pt idx="5301">
                  <c:v>55.46551724137931</c:v>
                </c:pt>
                <c:pt idx="5302">
                  <c:v>158.55645161290323</c:v>
                </c:pt>
                <c:pt idx="5303">
                  <c:v>176.4218106995885</c:v>
                </c:pt>
                <c:pt idx="5304">
                  <c:v>112.30939226519337</c:v>
                </c:pt>
                <c:pt idx="5305">
                  <c:v>120.42156862745098</c:v>
                </c:pt>
                <c:pt idx="5306">
                  <c:v>49.03174603174603</c:v>
                </c:pt>
                <c:pt idx="5307">
                  <c:v>227.57066666666665</c:v>
                </c:pt>
                <c:pt idx="5308">
                  <c:v>182.53894080996884</c:v>
                </c:pt>
                <c:pt idx="5309">
                  <c:v>78.41071428571429</c:v>
                </c:pt>
                <c:pt idx="5310">
                  <c:v>183.5989583333333</c:v>
                </c:pt>
                <c:pt idx="5311">
                  <c:v>132.6448598130841</c:v>
                </c:pt>
                <c:pt idx="5312">
                  <c:v>68.54054054054055</c:v>
                </c:pt>
                <c:pt idx="5313">
                  <c:v>208.48648648648648</c:v>
                </c:pt>
                <c:pt idx="5314">
                  <c:v>270.875</c:v>
                </c:pt>
                <c:pt idx="5315">
                  <c:v>123.86243386243386</c:v>
                </c:pt>
                <c:pt idx="5316">
                  <c:v>90.17302798982188</c:v>
                </c:pt>
                <c:pt idx="5317">
                  <c:v>142.5860927152318</c:v>
                </c:pt>
                <c:pt idx="5318">
                  <c:v>114.9047619047619</c:v>
                </c:pt>
                <c:pt idx="5319">
                  <c:v>112.8095238095238</c:v>
                </c:pt>
                <c:pt idx="5320">
                  <c:v>120.42534722222224</c:v>
                </c:pt>
                <c:pt idx="5321">
                  <c:v>162.52777777777777</c:v>
                </c:pt>
                <c:pt idx="5322">
                  <c:v>149.90740740740742</c:v>
                </c:pt>
                <c:pt idx="5323">
                  <c:v>108.1219512195122</c:v>
                </c:pt>
                <c:pt idx="5324">
                  <c:v>98.89285714285714</c:v>
                </c:pt>
                <c:pt idx="5325">
                  <c:v>186.2978723404256</c:v>
                </c:pt>
                <c:pt idx="5326">
                  <c:v>112.5223880597015</c:v>
                </c:pt>
                <c:pt idx="5327">
                  <c:v>194.45098039215685</c:v>
                </c:pt>
                <c:pt idx="5328">
                  <c:v>216.65217391304347</c:v>
                </c:pt>
                <c:pt idx="5329">
                  <c:v>167.25</c:v>
                </c:pt>
                <c:pt idx="5330">
                  <c:v>116.9979381443299</c:v>
                </c:pt>
                <c:pt idx="5331">
                  <c:v>131.6</c:v>
                </c:pt>
                <c:pt idx="5332">
                  <c:v>147.74418604651163</c:v>
                </c:pt>
                <c:pt idx="5333">
                  <c:v>220.4197530864197</c:v>
                </c:pt>
                <c:pt idx="5334">
                  <c:v>146.5929203539823</c:v>
                </c:pt>
                <c:pt idx="5335">
                  <c:v>213.62686567164172</c:v>
                </c:pt>
                <c:pt idx="5336">
                  <c:v>76.01149425287356</c:v>
                </c:pt>
                <c:pt idx="5337">
                  <c:v>75.22513089005236</c:v>
                </c:pt>
                <c:pt idx="5338">
                  <c:v>160.0204081632653</c:v>
                </c:pt>
                <c:pt idx="5339">
                  <c:v>121.95714285714286</c:v>
                </c:pt>
                <c:pt idx="5340">
                  <c:v>75.44444444444444</c:v>
                </c:pt>
                <c:pt idx="5341">
                  <c:v>73.10810810810811</c:v>
                </c:pt>
                <c:pt idx="5342">
                  <c:v>114.27777777777776</c:v>
                </c:pt>
                <c:pt idx="5343">
                  <c:v>79.32928475033738</c:v>
                </c:pt>
                <c:pt idx="5344">
                  <c:v>187.9768786127168</c:v>
                </c:pt>
                <c:pt idx="5345">
                  <c:v>104.76744186046513</c:v>
                </c:pt>
                <c:pt idx="5346">
                  <c:v>228.30769230769232</c:v>
                </c:pt>
                <c:pt idx="5347">
                  <c:v>187.7328244274809</c:v>
                </c:pt>
                <c:pt idx="5348">
                  <c:v>207.3235294117647</c:v>
                </c:pt>
                <c:pt idx="5349">
                  <c:v>74.5050505050505</c:v>
                </c:pt>
                <c:pt idx="5350">
                  <c:v>241.05194805194805</c:v>
                </c:pt>
                <c:pt idx="5351">
                  <c:v>169.4264705882353</c:v>
                </c:pt>
                <c:pt idx="5352">
                  <c:v>166.84452296819788</c:v>
                </c:pt>
                <c:pt idx="5353">
                  <c:v>192.30769230769232</c:v>
                </c:pt>
                <c:pt idx="5354">
                  <c:v>215.6938775510204</c:v>
                </c:pt>
                <c:pt idx="5355">
                  <c:v>91.57425742574256</c:v>
                </c:pt>
                <c:pt idx="5356">
                  <c:v>176.5</c:v>
                </c:pt>
                <c:pt idx="5357">
                  <c:v>137.5344827586207</c:v>
                </c:pt>
                <c:pt idx="5358">
                  <c:v>148.64383561643837</c:v>
                </c:pt>
                <c:pt idx="5359">
                  <c:v>197.8142857142857</c:v>
                </c:pt>
                <c:pt idx="5360">
                  <c:v>114.68055555555556</c:v>
                </c:pt>
                <c:pt idx="5361">
                  <c:v>172.94230769230768</c:v>
                </c:pt>
                <c:pt idx="5362">
                  <c:v>51.16</c:v>
                </c:pt>
                <c:pt idx="5363">
                  <c:v>60.5531914893617</c:v>
                </c:pt>
                <c:pt idx="5364">
                  <c:v>66.0</c:v>
                </c:pt>
                <c:pt idx="5365">
                  <c:v>88.34422110552764</c:v>
                </c:pt>
                <c:pt idx="5366">
                  <c:v>161.0188679245283</c:v>
                </c:pt>
                <c:pt idx="5367">
                  <c:v>77.8273381294964</c:v>
                </c:pt>
                <c:pt idx="5368">
                  <c:v>79.58024691358025</c:v>
                </c:pt>
                <c:pt idx="5369">
                  <c:v>175.8495575221239</c:v>
                </c:pt>
                <c:pt idx="5370">
                  <c:v>184.0434782608696</c:v>
                </c:pt>
                <c:pt idx="5371">
                  <c:v>179.98245614035088</c:v>
                </c:pt>
                <c:pt idx="5372">
                  <c:v>177.4</c:v>
                </c:pt>
                <c:pt idx="5373">
                  <c:v>149.14634146341464</c:v>
                </c:pt>
                <c:pt idx="5374">
                  <c:v>81.67567567567568</c:v>
                </c:pt>
                <c:pt idx="5375">
                  <c:v>132.60714285714286</c:v>
                </c:pt>
                <c:pt idx="5376">
                  <c:v>180.6451612903226</c:v>
                </c:pt>
                <c:pt idx="5377">
                  <c:v>91.95454545454544</c:v>
                </c:pt>
                <c:pt idx="5378">
                  <c:v>179.43668122270742</c:v>
                </c:pt>
                <c:pt idx="5379">
                  <c:v>74.20338983050847</c:v>
                </c:pt>
                <c:pt idx="5380">
                  <c:v>110.20524017467248</c:v>
                </c:pt>
                <c:pt idx="5381">
                  <c:v>167.52631578947367</c:v>
                </c:pt>
                <c:pt idx="5382">
                  <c:v>169.47252747252747</c:v>
                </c:pt>
                <c:pt idx="5383">
                  <c:v>156.7375</c:v>
                </c:pt>
                <c:pt idx="5384">
                  <c:v>168.14661654135338</c:v>
                </c:pt>
                <c:pt idx="5385">
                  <c:v>68.46534653465346</c:v>
                </c:pt>
                <c:pt idx="5386">
                  <c:v>78.68571428571428</c:v>
                </c:pt>
                <c:pt idx="5387">
                  <c:v>193.0681818181818</c:v>
                </c:pt>
                <c:pt idx="5388">
                  <c:v>98.188679245283</c:v>
                </c:pt>
                <c:pt idx="5389">
                  <c:v>189.3055555555556</c:v>
                </c:pt>
                <c:pt idx="5390">
                  <c:v>128.2</c:v>
                </c:pt>
                <c:pt idx="5391">
                  <c:v>120.5625</c:v>
                </c:pt>
                <c:pt idx="5392">
                  <c:v>99.9364406779661</c:v>
                </c:pt>
                <c:pt idx="5393">
                  <c:v>183.4756756756757</c:v>
                </c:pt>
                <c:pt idx="5394">
                  <c:v>151.7159090909091</c:v>
                </c:pt>
                <c:pt idx="5395">
                  <c:v>105.5</c:v>
                </c:pt>
                <c:pt idx="5396">
                  <c:v>178.71192052980132</c:v>
                </c:pt>
                <c:pt idx="5397">
                  <c:v>146.91803278688525</c:v>
                </c:pt>
                <c:pt idx="5398">
                  <c:v>83.79411764705883</c:v>
                </c:pt>
                <c:pt idx="5399">
                  <c:v>74.875</c:v>
                </c:pt>
                <c:pt idx="5400">
                  <c:v>103.80555555555556</c:v>
                </c:pt>
                <c:pt idx="5401">
                  <c:v>76.14634146341463</c:v>
                </c:pt>
                <c:pt idx="5402">
                  <c:v>181.35427135678395</c:v>
                </c:pt>
                <c:pt idx="5403">
                  <c:v>166.71428571428572</c:v>
                </c:pt>
                <c:pt idx="5404">
                  <c:v>106.94594594594597</c:v>
                </c:pt>
                <c:pt idx="5405">
                  <c:v>97.73333333333332</c:v>
                </c:pt>
                <c:pt idx="5406">
                  <c:v>75.31428571428572</c:v>
                </c:pt>
                <c:pt idx="5407">
                  <c:v>86.80263157894737</c:v>
                </c:pt>
                <c:pt idx="5408">
                  <c:v>147.38888888888889</c:v>
                </c:pt>
                <c:pt idx="5409">
                  <c:v>159.22784810126583</c:v>
                </c:pt>
                <c:pt idx="5410">
                  <c:v>104.06666666666666</c:v>
                </c:pt>
                <c:pt idx="5411">
                  <c:v>164.94366197183098</c:v>
                </c:pt>
                <c:pt idx="5412">
                  <c:v>218.56410256410257</c:v>
                </c:pt>
                <c:pt idx="5413">
                  <c:v>194.6793893129771</c:v>
                </c:pt>
                <c:pt idx="5414">
                  <c:v>151.54380664652567</c:v>
                </c:pt>
                <c:pt idx="5415">
                  <c:v>147.10714285714286</c:v>
                </c:pt>
                <c:pt idx="5416">
                  <c:v>84.29508196721312</c:v>
                </c:pt>
                <c:pt idx="5417">
                  <c:v>118.80722891566263</c:v>
                </c:pt>
                <c:pt idx="5418">
                  <c:v>133.2167487684729</c:v>
                </c:pt>
                <c:pt idx="5419">
                  <c:v>104.61490683229812</c:v>
                </c:pt>
                <c:pt idx="5420">
                  <c:v>101.8935064935065</c:v>
                </c:pt>
                <c:pt idx="5421">
                  <c:v>104.91910499139416</c:v>
                </c:pt>
                <c:pt idx="5422">
                  <c:v>140.4718309859155</c:v>
                </c:pt>
                <c:pt idx="5423">
                  <c:v>79.4</c:v>
                </c:pt>
                <c:pt idx="5424">
                  <c:v>193.015873015873</c:v>
                </c:pt>
                <c:pt idx="5425">
                  <c:v>205.7537313432836</c:v>
                </c:pt>
                <c:pt idx="5426">
                  <c:v>101.61087866108788</c:v>
                </c:pt>
                <c:pt idx="5427">
                  <c:v>94.75757575757576</c:v>
                </c:pt>
                <c:pt idx="5428">
                  <c:v>191.8</c:v>
                </c:pt>
                <c:pt idx="5429">
                  <c:v>170.4320987654321</c:v>
                </c:pt>
                <c:pt idx="5430">
                  <c:v>168.2620320855615</c:v>
                </c:pt>
                <c:pt idx="5431">
                  <c:v>121.65517241379312</c:v>
                </c:pt>
                <c:pt idx="5432">
                  <c:v>134.15942028985506</c:v>
                </c:pt>
                <c:pt idx="5433">
                  <c:v>75.86666666666666</c:v>
                </c:pt>
                <c:pt idx="5434">
                  <c:v>76.0</c:v>
                </c:pt>
                <c:pt idx="5435">
                  <c:v>206.13333333333333</c:v>
                </c:pt>
                <c:pt idx="5436">
                  <c:v>155.21198156682027</c:v>
                </c:pt>
                <c:pt idx="5437">
                  <c:v>165.98095238095237</c:v>
                </c:pt>
                <c:pt idx="5438">
                  <c:v>177.60655737704917</c:v>
                </c:pt>
                <c:pt idx="5439">
                  <c:v>153.1267605633803</c:v>
                </c:pt>
                <c:pt idx="5440">
                  <c:v>151.44482758620688</c:v>
                </c:pt>
                <c:pt idx="5441">
                  <c:v>105.00628930817612</c:v>
                </c:pt>
                <c:pt idx="5442">
                  <c:v>204.175</c:v>
                </c:pt>
                <c:pt idx="5443">
                  <c:v>84.109375</c:v>
                </c:pt>
                <c:pt idx="5444">
                  <c:v>239.0731707317073</c:v>
                </c:pt>
                <c:pt idx="5445">
                  <c:v>128.6179245283019</c:v>
                </c:pt>
                <c:pt idx="5446">
                  <c:v>86.79245283018868</c:v>
                </c:pt>
                <c:pt idx="5447">
                  <c:v>141.0</c:v>
                </c:pt>
                <c:pt idx="5448">
                  <c:v>125.33031674208144</c:v>
                </c:pt>
                <c:pt idx="5449">
                  <c:v>92.87878787878788</c:v>
                </c:pt>
                <c:pt idx="5450">
                  <c:v>120.78835978835978</c:v>
                </c:pt>
                <c:pt idx="5451">
                  <c:v>258.8943089430894</c:v>
                </c:pt>
                <c:pt idx="5452">
                  <c:v>139.04950495049505</c:v>
                </c:pt>
                <c:pt idx="5453">
                  <c:v>123.8360655737705</c:v>
                </c:pt>
                <c:pt idx="5454">
                  <c:v>170.39272727272729</c:v>
                </c:pt>
                <c:pt idx="5455">
                  <c:v>175.4769647696477</c:v>
                </c:pt>
                <c:pt idx="5456">
                  <c:v>65.1358024691358</c:v>
                </c:pt>
                <c:pt idx="5457">
                  <c:v>67.05361305361305</c:v>
                </c:pt>
                <c:pt idx="5458">
                  <c:v>158.21823204419888</c:v>
                </c:pt>
                <c:pt idx="5459">
                  <c:v>230.86274509803923</c:v>
                </c:pt>
                <c:pt idx="5460">
                  <c:v>208.3</c:v>
                </c:pt>
                <c:pt idx="5461">
                  <c:v>156.82692307692307</c:v>
                </c:pt>
                <c:pt idx="5462">
                  <c:v>75.0</c:v>
                </c:pt>
                <c:pt idx="5463">
                  <c:v>84.77310924369748</c:v>
                </c:pt>
                <c:pt idx="5464">
                  <c:v>154.89583333333334</c:v>
                </c:pt>
                <c:pt idx="5465">
                  <c:v>112.23684210526316</c:v>
                </c:pt>
                <c:pt idx="5466">
                  <c:v>103.05263157894736</c:v>
                </c:pt>
                <c:pt idx="5467">
                  <c:v>97.0</c:v>
                </c:pt>
                <c:pt idx="5468">
                  <c:v>227.1551724137931</c:v>
                </c:pt>
                <c:pt idx="5469">
                  <c:v>239.0</c:v>
                </c:pt>
                <c:pt idx="5470">
                  <c:v>134.76666666666668</c:v>
                </c:pt>
                <c:pt idx="5471">
                  <c:v>121.52808988764043</c:v>
                </c:pt>
                <c:pt idx="5472">
                  <c:v>167.3125</c:v>
                </c:pt>
                <c:pt idx="5473">
                  <c:v>229.33834586466165</c:v>
                </c:pt>
                <c:pt idx="5474">
                  <c:v>82.75</c:v>
                </c:pt>
                <c:pt idx="5475">
                  <c:v>144.8675799086758</c:v>
                </c:pt>
                <c:pt idx="5476">
                  <c:v>128.8913043478261</c:v>
                </c:pt>
                <c:pt idx="5477">
                  <c:v>203.0625</c:v>
                </c:pt>
                <c:pt idx="5478">
                  <c:v>131.01754385964912</c:v>
                </c:pt>
                <c:pt idx="5479">
                  <c:v>69.63874345549738</c:v>
                </c:pt>
                <c:pt idx="5480">
                  <c:v>133.0</c:v>
                </c:pt>
                <c:pt idx="5481">
                  <c:v>170.10526315789474</c:v>
                </c:pt>
                <c:pt idx="5482">
                  <c:v>81.35714285714286</c:v>
                </c:pt>
                <c:pt idx="5483">
                  <c:v>211.7659574468085</c:v>
                </c:pt>
                <c:pt idx="5484">
                  <c:v>78.38461538461539</c:v>
                </c:pt>
                <c:pt idx="5485">
                  <c:v>134.83185840707964</c:v>
                </c:pt>
                <c:pt idx="5486">
                  <c:v>144.85802469135805</c:v>
                </c:pt>
                <c:pt idx="5487">
                  <c:v>172.36024844720498</c:v>
                </c:pt>
                <c:pt idx="5488">
                  <c:v>151.73809523809524</c:v>
                </c:pt>
                <c:pt idx="5489">
                  <c:v>170.32142857142858</c:v>
                </c:pt>
                <c:pt idx="5490">
                  <c:v>169.95384615384614</c:v>
                </c:pt>
                <c:pt idx="5491">
                  <c:v>148.72307692307692</c:v>
                </c:pt>
                <c:pt idx="5492">
                  <c:v>236.4</c:v>
                </c:pt>
                <c:pt idx="5493">
                  <c:v>175.5897435897436</c:v>
                </c:pt>
                <c:pt idx="5494">
                  <c:v>71.54347826086956</c:v>
                </c:pt>
                <c:pt idx="5495">
                  <c:v>110.67777777777778</c:v>
                </c:pt>
                <c:pt idx="5496">
                  <c:v>163.5595238095238</c:v>
                </c:pt>
                <c:pt idx="5497">
                  <c:v>97.03821656050955</c:v>
                </c:pt>
                <c:pt idx="5498">
                  <c:v>187.52941176470588</c:v>
                </c:pt>
                <c:pt idx="5499">
                  <c:v>238.2183908045977</c:v>
                </c:pt>
                <c:pt idx="5500">
                  <c:v>74.24967148488831</c:v>
                </c:pt>
                <c:pt idx="5501">
                  <c:v>185.135593220339</c:v>
                </c:pt>
                <c:pt idx="5502">
                  <c:v>152.67857142857142</c:v>
                </c:pt>
                <c:pt idx="5503">
                  <c:v>136.54225352112675</c:v>
                </c:pt>
                <c:pt idx="5504">
                  <c:v>88.44444444444444</c:v>
                </c:pt>
                <c:pt idx="5505">
                  <c:v>70.53846153846153</c:v>
                </c:pt>
                <c:pt idx="5506">
                  <c:v>181.8814159292036</c:v>
                </c:pt>
                <c:pt idx="5507">
                  <c:v>191.56349206349208</c:v>
                </c:pt>
                <c:pt idx="5508">
                  <c:v>196.5750708215297</c:v>
                </c:pt>
                <c:pt idx="5509">
                  <c:v>182.45</c:v>
                </c:pt>
                <c:pt idx="5510">
                  <c:v>93.92857142857144</c:v>
                </c:pt>
                <c:pt idx="5511">
                  <c:v>175.25925925925927</c:v>
                </c:pt>
                <c:pt idx="5512">
                  <c:v>104.0</c:v>
                </c:pt>
                <c:pt idx="5513">
                  <c:v>180.9763779527559</c:v>
                </c:pt>
                <c:pt idx="5514">
                  <c:v>194.2112068965517</c:v>
                </c:pt>
                <c:pt idx="5515">
                  <c:v>149.35844155844157</c:v>
                </c:pt>
                <c:pt idx="5516">
                  <c:v>193.3807615230461</c:v>
                </c:pt>
                <c:pt idx="5517">
                  <c:v>65.6842105263158</c:v>
                </c:pt>
                <c:pt idx="5518">
                  <c:v>158.43103448275863</c:v>
                </c:pt>
                <c:pt idx="5519">
                  <c:v>49.41891891891892</c:v>
                </c:pt>
                <c:pt idx="5520">
                  <c:v>85.51075268817205</c:v>
                </c:pt>
                <c:pt idx="5521">
                  <c:v>67.33333333333333</c:v>
                </c:pt>
                <c:pt idx="5522">
                  <c:v>91.30434782608695</c:v>
                </c:pt>
                <c:pt idx="5523">
                  <c:v>109.84536082474229</c:v>
                </c:pt>
                <c:pt idx="5524">
                  <c:v>197.86475409836063</c:v>
                </c:pt>
                <c:pt idx="5525">
                  <c:v>114.53846153846152</c:v>
                </c:pt>
                <c:pt idx="5526">
                  <c:v>79.11111111111111</c:v>
                </c:pt>
                <c:pt idx="5527">
                  <c:v>129.3347022587269</c:v>
                </c:pt>
                <c:pt idx="5528">
                  <c:v>77.15789473684211</c:v>
                </c:pt>
                <c:pt idx="5529">
                  <c:v>74.82352941176471</c:v>
                </c:pt>
                <c:pt idx="5530">
                  <c:v>128.01052631578946</c:v>
                </c:pt>
                <c:pt idx="5531">
                  <c:v>115.52</c:v>
                </c:pt>
                <c:pt idx="5532">
                  <c:v>166.45029239766083</c:v>
                </c:pt>
                <c:pt idx="5533">
                  <c:v>296.0888888888889</c:v>
                </c:pt>
                <c:pt idx="5534">
                  <c:v>120.73584905660375</c:v>
                </c:pt>
                <c:pt idx="5535">
                  <c:v>136.65217391304347</c:v>
                </c:pt>
                <c:pt idx="5536">
                  <c:v>207.5656108597285</c:v>
                </c:pt>
                <c:pt idx="5537">
                  <c:v>114.82352941176472</c:v>
                </c:pt>
                <c:pt idx="5538">
                  <c:v>104.44520547945206</c:v>
                </c:pt>
                <c:pt idx="5539">
                  <c:v>236.625</c:v>
                </c:pt>
                <c:pt idx="5540">
                  <c:v>71.86170212765957</c:v>
                </c:pt>
                <c:pt idx="5541">
                  <c:v>156.95774647887325</c:v>
                </c:pt>
                <c:pt idx="5542">
                  <c:v>120.18473895582328</c:v>
                </c:pt>
                <c:pt idx="5543">
                  <c:v>111.98181818181818</c:v>
                </c:pt>
                <c:pt idx="5544">
                  <c:v>84.44987775061125</c:v>
                </c:pt>
                <c:pt idx="5545">
                  <c:v>168.7422680412371</c:v>
                </c:pt>
                <c:pt idx="5546">
                  <c:v>79.47606382978724</c:v>
                </c:pt>
                <c:pt idx="5547">
                  <c:v>108.17133956386292</c:v>
                </c:pt>
                <c:pt idx="5548">
                  <c:v>180.78861788617888</c:v>
                </c:pt>
                <c:pt idx="5549">
                  <c:v>147.83</c:v>
                </c:pt>
                <c:pt idx="5550">
                  <c:v>88.94666666666667</c:v>
                </c:pt>
                <c:pt idx="5551">
                  <c:v>225.0744680851064</c:v>
                </c:pt>
                <c:pt idx="5552">
                  <c:v>121.73214285714286</c:v>
                </c:pt>
                <c:pt idx="5553">
                  <c:v>254.06153846153848</c:v>
                </c:pt>
                <c:pt idx="5554">
                  <c:v>163.3953488372093</c:v>
                </c:pt>
                <c:pt idx="5555">
                  <c:v>151.25581395348837</c:v>
                </c:pt>
                <c:pt idx="5556">
                  <c:v>153.6060606060606</c:v>
                </c:pt>
                <c:pt idx="5557">
                  <c:v>245.85664335664336</c:v>
                </c:pt>
                <c:pt idx="5558">
                  <c:v>101.56923076923076</c:v>
                </c:pt>
                <c:pt idx="5559">
                  <c:v>185.42424242424244</c:v>
                </c:pt>
                <c:pt idx="5560">
                  <c:v>97.06</c:v>
                </c:pt>
                <c:pt idx="5561">
                  <c:v>125.64772727272728</c:v>
                </c:pt>
                <c:pt idx="5562">
                  <c:v>134.9938080495356</c:v>
                </c:pt>
                <c:pt idx="5563">
                  <c:v>231.2439024390244</c:v>
                </c:pt>
                <c:pt idx="5564">
                  <c:v>290.375</c:v>
                </c:pt>
                <c:pt idx="5565">
                  <c:v>79.8125</c:v>
                </c:pt>
                <c:pt idx="5566">
                  <c:v>153.63030303030305</c:v>
                </c:pt>
                <c:pt idx="5567">
                  <c:v>145.375</c:v>
                </c:pt>
                <c:pt idx="5568">
                  <c:v>75.20833333333333</c:v>
                </c:pt>
                <c:pt idx="5569">
                  <c:v>175.675</c:v>
                </c:pt>
                <c:pt idx="5570">
                  <c:v>137.42424242424244</c:v>
                </c:pt>
                <c:pt idx="5571">
                  <c:v>259.32758620689657</c:v>
                </c:pt>
                <c:pt idx="5572">
                  <c:v>106.49771689497716</c:v>
                </c:pt>
                <c:pt idx="5573">
                  <c:v>86.56505576208178</c:v>
                </c:pt>
                <c:pt idx="5574">
                  <c:v>149.52036199095022</c:v>
                </c:pt>
                <c:pt idx="5575">
                  <c:v>179.33179723502303</c:v>
                </c:pt>
                <c:pt idx="5576">
                  <c:v>157.0222222222222</c:v>
                </c:pt>
                <c:pt idx="5577">
                  <c:v>170.205</c:v>
                </c:pt>
                <c:pt idx="5578">
                  <c:v>119.725</c:v>
                </c:pt>
                <c:pt idx="5579">
                  <c:v>177.01315789473685</c:v>
                </c:pt>
                <c:pt idx="5580">
                  <c:v>85.11428571428571</c:v>
                </c:pt>
                <c:pt idx="5581">
                  <c:v>102.76923076923076</c:v>
                </c:pt>
                <c:pt idx="5582">
                  <c:v>195.9620253164557</c:v>
                </c:pt>
                <c:pt idx="5583">
                  <c:v>109.42045454545456</c:v>
                </c:pt>
                <c:pt idx="5584">
                  <c:v>65.72674418604652</c:v>
                </c:pt>
                <c:pt idx="5585">
                  <c:v>201.1136363636364</c:v>
                </c:pt>
                <c:pt idx="5586">
                  <c:v>136.11475409836066</c:v>
                </c:pt>
                <c:pt idx="5587">
                  <c:v>211.40540540540545</c:v>
                </c:pt>
                <c:pt idx="5588">
                  <c:v>110.56521739130434</c:v>
                </c:pt>
                <c:pt idx="5589">
                  <c:v>224.7877094972067</c:v>
                </c:pt>
                <c:pt idx="5590">
                  <c:v>89.5632911392405</c:v>
                </c:pt>
                <c:pt idx="5591">
                  <c:v>127.16279069767442</c:v>
                </c:pt>
                <c:pt idx="5592">
                  <c:v>256.4415584415584</c:v>
                </c:pt>
                <c:pt idx="5593">
                  <c:v>222.24137931034485</c:v>
                </c:pt>
                <c:pt idx="5594">
                  <c:v>145.0</c:v>
                </c:pt>
                <c:pt idx="5595">
                  <c:v>108.18556701030928</c:v>
                </c:pt>
                <c:pt idx="5596">
                  <c:v>227.53658536585365</c:v>
                </c:pt>
                <c:pt idx="5597">
                  <c:v>154.38129496402877</c:v>
                </c:pt>
                <c:pt idx="5598">
                  <c:v>203.58116883116884</c:v>
                </c:pt>
                <c:pt idx="5599">
                  <c:v>153.90277777777777</c:v>
                </c:pt>
                <c:pt idx="5600">
                  <c:v>82.01041666666667</c:v>
                </c:pt>
                <c:pt idx="5601">
                  <c:v>94.56</c:v>
                </c:pt>
                <c:pt idx="5602">
                  <c:v>159.88571428571427</c:v>
                </c:pt>
                <c:pt idx="5603">
                  <c:v>109.1219512195122</c:v>
                </c:pt>
                <c:pt idx="5604">
                  <c:v>100.95876288659794</c:v>
                </c:pt>
                <c:pt idx="5605">
                  <c:v>157.02941176470588</c:v>
                </c:pt>
                <c:pt idx="5606">
                  <c:v>146.83333333333334</c:v>
                </c:pt>
                <c:pt idx="5607">
                  <c:v>177.01333333333332</c:v>
                </c:pt>
                <c:pt idx="5608">
                  <c:v>166.81270903010034</c:v>
                </c:pt>
                <c:pt idx="5609">
                  <c:v>169.15584415584416</c:v>
                </c:pt>
                <c:pt idx="5610">
                  <c:v>120.1</c:v>
                </c:pt>
                <c:pt idx="5611">
                  <c:v>118.9438775510204</c:v>
                </c:pt>
                <c:pt idx="5612">
                  <c:v>85.62068965517241</c:v>
                </c:pt>
                <c:pt idx="5613">
                  <c:v>119.74137931034484</c:v>
                </c:pt>
                <c:pt idx="5614">
                  <c:v>165.92</c:v>
                </c:pt>
                <c:pt idx="5615">
                  <c:v>132.53333333333333</c:v>
                </c:pt>
                <c:pt idx="5616">
                  <c:v>139.26666666666668</c:v>
                </c:pt>
                <c:pt idx="5617">
                  <c:v>150.1818181818182</c:v>
                </c:pt>
                <c:pt idx="5618">
                  <c:v>75.14204545454545</c:v>
                </c:pt>
                <c:pt idx="5619">
                  <c:v>140.8735632183908</c:v>
                </c:pt>
                <c:pt idx="5620">
                  <c:v>90.44</c:v>
                </c:pt>
                <c:pt idx="5621">
                  <c:v>106.51851851851852</c:v>
                </c:pt>
                <c:pt idx="5622">
                  <c:v>102.20454545454544</c:v>
                </c:pt>
                <c:pt idx="5623">
                  <c:v>133.8904109589041</c:v>
                </c:pt>
                <c:pt idx="5624">
                  <c:v>159.48275862068965</c:v>
                </c:pt>
                <c:pt idx="5625">
                  <c:v>111.24761904761904</c:v>
                </c:pt>
                <c:pt idx="5626">
                  <c:v>143.02941176470588</c:v>
                </c:pt>
                <c:pt idx="5627">
                  <c:v>224.3148148148148</c:v>
                </c:pt>
                <c:pt idx="5628">
                  <c:v>106.55380577427822</c:v>
                </c:pt>
                <c:pt idx="5629">
                  <c:v>245.69565217391303</c:v>
                </c:pt>
                <c:pt idx="5630">
                  <c:v>103.31746031746032</c:v>
                </c:pt>
                <c:pt idx="5631">
                  <c:v>129.56485355648536</c:v>
                </c:pt>
                <c:pt idx="5632">
                  <c:v>89.56862745098039</c:v>
                </c:pt>
                <c:pt idx="5633">
                  <c:v>100.71428571428572</c:v>
                </c:pt>
                <c:pt idx="5634">
                  <c:v>157.7058823529412</c:v>
                </c:pt>
                <c:pt idx="5635">
                  <c:v>144.29872495446267</c:v>
                </c:pt>
                <c:pt idx="5636">
                  <c:v>207.03</c:v>
                </c:pt>
                <c:pt idx="5637">
                  <c:v>92.14124293785312</c:v>
                </c:pt>
                <c:pt idx="5638">
                  <c:v>166.306905370844</c:v>
                </c:pt>
                <c:pt idx="5639">
                  <c:v>129.9156626506024</c:v>
                </c:pt>
                <c:pt idx="5640">
                  <c:v>102.0</c:v>
                </c:pt>
                <c:pt idx="5641">
                  <c:v>108.8181818181818</c:v>
                </c:pt>
                <c:pt idx="5642">
                  <c:v>207.07692307692307</c:v>
                </c:pt>
                <c:pt idx="5643">
                  <c:v>175.8846153846154</c:v>
                </c:pt>
                <c:pt idx="5644">
                  <c:v>115.81447963800905</c:v>
                </c:pt>
                <c:pt idx="5645">
                  <c:v>181.84615384615384</c:v>
                </c:pt>
                <c:pt idx="5646">
                  <c:v>253.0171568627451</c:v>
                </c:pt>
                <c:pt idx="5647">
                  <c:v>196.17021276595744</c:v>
                </c:pt>
                <c:pt idx="5648">
                  <c:v>117.4344262295082</c:v>
                </c:pt>
                <c:pt idx="5649">
                  <c:v>168.32857142857142</c:v>
                </c:pt>
                <c:pt idx="5650">
                  <c:v>121.29715762273902</c:v>
                </c:pt>
                <c:pt idx="5651">
                  <c:v>225.9718309859155</c:v>
                </c:pt>
                <c:pt idx="5652">
                  <c:v>148.94736842105263</c:v>
                </c:pt>
                <c:pt idx="5653">
                  <c:v>81.38297872340425</c:v>
                </c:pt>
                <c:pt idx="5654">
                  <c:v>209.75</c:v>
                </c:pt>
                <c:pt idx="5655">
                  <c:v>118.04761904761904</c:v>
                </c:pt>
                <c:pt idx="5656">
                  <c:v>174.1315789473684</c:v>
                </c:pt>
                <c:pt idx="5657">
                  <c:v>228.8333333333333</c:v>
                </c:pt>
                <c:pt idx="5658">
                  <c:v>187.85374149659864</c:v>
                </c:pt>
                <c:pt idx="5659">
                  <c:v>86.62</c:v>
                </c:pt>
                <c:pt idx="5660">
                  <c:v>169.13793103448276</c:v>
                </c:pt>
                <c:pt idx="5661">
                  <c:v>102.38571428571429</c:v>
                </c:pt>
                <c:pt idx="5662">
                  <c:v>53.48571428571429</c:v>
                </c:pt>
                <c:pt idx="5663">
                  <c:v>224.0095238095238</c:v>
                </c:pt>
                <c:pt idx="5664">
                  <c:v>101.02982954545456</c:v>
                </c:pt>
                <c:pt idx="5665">
                  <c:v>120.71428571428572</c:v>
                </c:pt>
                <c:pt idx="5666">
                  <c:v>165.59388038942976</c:v>
                </c:pt>
                <c:pt idx="5667">
                  <c:v>109.65217391304348</c:v>
                </c:pt>
                <c:pt idx="5668">
                  <c:v>130.49019607843138</c:v>
                </c:pt>
                <c:pt idx="5669">
                  <c:v>247.4158607350097</c:v>
                </c:pt>
                <c:pt idx="5670">
                  <c:v>86.29577464788733</c:v>
                </c:pt>
                <c:pt idx="5671">
                  <c:v>183.62790697674416</c:v>
                </c:pt>
                <c:pt idx="5672">
                  <c:v>234.89147286821705</c:v>
                </c:pt>
                <c:pt idx="5673">
                  <c:v>235.488038277512</c:v>
                </c:pt>
                <c:pt idx="5674">
                  <c:v>140.6720901126408</c:v>
                </c:pt>
                <c:pt idx="5675">
                  <c:v>96.0761421319797</c:v>
                </c:pt>
                <c:pt idx="5676">
                  <c:v>105.38666666666668</c:v>
                </c:pt>
                <c:pt idx="5677">
                  <c:v>101.3181818181818</c:v>
                </c:pt>
                <c:pt idx="5678">
                  <c:v>218.4621848739496</c:v>
                </c:pt>
                <c:pt idx="5679">
                  <c:v>135.4881355932203</c:v>
                </c:pt>
                <c:pt idx="5680">
                  <c:v>112.15760869565216</c:v>
                </c:pt>
                <c:pt idx="5681">
                  <c:v>95.92735042735043</c:v>
                </c:pt>
                <c:pt idx="5682">
                  <c:v>102.10714285714286</c:v>
                </c:pt>
                <c:pt idx="5683">
                  <c:v>193.38426966292133</c:v>
                </c:pt>
                <c:pt idx="5684">
                  <c:v>150.92857142857142</c:v>
                </c:pt>
                <c:pt idx="5685">
                  <c:v>242.47265625</c:v>
                </c:pt>
                <c:pt idx="5686">
                  <c:v>190.109756097561</c:v>
                </c:pt>
                <c:pt idx="5687">
                  <c:v>86.35135135135135</c:v>
                </c:pt>
                <c:pt idx="5688">
                  <c:v>159.63636363636363</c:v>
                </c:pt>
                <c:pt idx="5689">
                  <c:v>137.2</c:v>
                </c:pt>
                <c:pt idx="5690">
                  <c:v>160.16077170418006</c:v>
                </c:pt>
                <c:pt idx="5691">
                  <c:v>235.0909090909091</c:v>
                </c:pt>
                <c:pt idx="5692">
                  <c:v>193.3209302325581</c:v>
                </c:pt>
                <c:pt idx="5693">
                  <c:v>180.4037558685446</c:v>
                </c:pt>
                <c:pt idx="5694">
                  <c:v>126.55963302752292</c:v>
                </c:pt>
                <c:pt idx="5695">
                  <c:v>74.50632911392405</c:v>
                </c:pt>
                <c:pt idx="5696">
                  <c:v>215.40725806451613</c:v>
                </c:pt>
                <c:pt idx="5697">
                  <c:v>93.61666666666666</c:v>
                </c:pt>
                <c:pt idx="5698">
                  <c:v>109.80459770114942</c:v>
                </c:pt>
                <c:pt idx="5699">
                  <c:v>80.91096532333646</c:v>
                </c:pt>
                <c:pt idx="5700">
                  <c:v>193.54545454545453</c:v>
                </c:pt>
                <c:pt idx="5701">
                  <c:v>86.21428571428571</c:v>
                </c:pt>
                <c:pt idx="5702">
                  <c:v>156.63025210084032</c:v>
                </c:pt>
                <c:pt idx="5703">
                  <c:v>256.7433628318584</c:v>
                </c:pt>
                <c:pt idx="5704">
                  <c:v>91.37142857142857</c:v>
                </c:pt>
                <c:pt idx="5705">
                  <c:v>76.53947368421052</c:v>
                </c:pt>
                <c:pt idx="5706">
                  <c:v>99.91428571428573</c:v>
                </c:pt>
                <c:pt idx="5707">
                  <c:v>134.1138211382114</c:v>
                </c:pt>
                <c:pt idx="5708">
                  <c:v>112.56410256410255</c:v>
                </c:pt>
                <c:pt idx="5709">
                  <c:v>129.71428571428572</c:v>
                </c:pt>
                <c:pt idx="5710">
                  <c:v>87.5952380952381</c:v>
                </c:pt>
                <c:pt idx="5711">
                  <c:v>161.63934426229508</c:v>
                </c:pt>
                <c:pt idx="5712">
                  <c:v>144.91666666666666</c:v>
                </c:pt>
                <c:pt idx="5713">
                  <c:v>152.08256880733944</c:v>
                </c:pt>
                <c:pt idx="5714">
                  <c:v>170.33511586452764</c:v>
                </c:pt>
                <c:pt idx="5715">
                  <c:v>135.25242718446603</c:v>
                </c:pt>
                <c:pt idx="5716">
                  <c:v>123.21311475409836</c:v>
                </c:pt>
                <c:pt idx="5717">
                  <c:v>77.55</c:v>
                </c:pt>
                <c:pt idx="5718">
                  <c:v>212.21052631578948</c:v>
                </c:pt>
                <c:pt idx="5719">
                  <c:v>159.36</c:v>
                </c:pt>
                <c:pt idx="5720">
                  <c:v>206.41176470588235</c:v>
                </c:pt>
                <c:pt idx="5721">
                  <c:v>80.6987951807229</c:v>
                </c:pt>
                <c:pt idx="5722">
                  <c:v>90.47540983606558</c:v>
                </c:pt>
                <c:pt idx="5723">
                  <c:v>150.2608695652174</c:v>
                </c:pt>
                <c:pt idx="5724">
                  <c:v>93.1851851851852</c:v>
                </c:pt>
                <c:pt idx="5725">
                  <c:v>104.03571428571428</c:v>
                </c:pt>
                <c:pt idx="5726">
                  <c:v>129.4516129032258</c:v>
                </c:pt>
                <c:pt idx="5727">
                  <c:v>92.59649122807018</c:v>
                </c:pt>
                <c:pt idx="5728">
                  <c:v>85.37142857142857</c:v>
                </c:pt>
                <c:pt idx="5729">
                  <c:v>172.65625</c:v>
                </c:pt>
                <c:pt idx="5730">
                  <c:v>60.69230769230769</c:v>
                </c:pt>
                <c:pt idx="5731">
                  <c:v>123.8181818181818</c:v>
                </c:pt>
                <c:pt idx="5732">
                  <c:v>92.6829268292683</c:v>
                </c:pt>
                <c:pt idx="5733">
                  <c:v>243.72937293729373</c:v>
                </c:pt>
                <c:pt idx="5734">
                  <c:v>90.16883116883118</c:v>
                </c:pt>
                <c:pt idx="5735">
                  <c:v>180.45</c:v>
                </c:pt>
                <c:pt idx="5736">
                  <c:v>161.4375</c:v>
                </c:pt>
                <c:pt idx="5737">
                  <c:v>199.8958333333333</c:v>
                </c:pt>
                <c:pt idx="5738">
                  <c:v>149.52747252747253</c:v>
                </c:pt>
                <c:pt idx="5739">
                  <c:v>218.08</c:v>
                </c:pt>
                <c:pt idx="5740">
                  <c:v>234.42028985507247</c:v>
                </c:pt>
                <c:pt idx="5741">
                  <c:v>187.4794520547945</c:v>
                </c:pt>
                <c:pt idx="5742">
                  <c:v>154.31578947368422</c:v>
                </c:pt>
                <c:pt idx="5743">
                  <c:v>127.83783783783784</c:v>
                </c:pt>
                <c:pt idx="5744">
                  <c:v>136.40944881889763</c:v>
                </c:pt>
                <c:pt idx="5745">
                  <c:v>146.1277890466531</c:v>
                </c:pt>
                <c:pt idx="5746">
                  <c:v>130.75229357798165</c:v>
                </c:pt>
                <c:pt idx="5747">
                  <c:v>105.12857142857143</c:v>
                </c:pt>
                <c:pt idx="5748">
                  <c:v>73.33333333333333</c:v>
                </c:pt>
                <c:pt idx="5749">
                  <c:v>83.37662337662337</c:v>
                </c:pt>
                <c:pt idx="5750">
                  <c:v>115.79545454545456</c:v>
                </c:pt>
                <c:pt idx="5751">
                  <c:v>78.36170212765957</c:v>
                </c:pt>
                <c:pt idx="5752">
                  <c:v>107.88444444444444</c:v>
                </c:pt>
                <c:pt idx="5753">
                  <c:v>131.54166666666666</c:v>
                </c:pt>
                <c:pt idx="5754">
                  <c:v>182.4748387096774</c:v>
                </c:pt>
                <c:pt idx="5755">
                  <c:v>14.239873730275283</c:v>
                </c:pt>
                <c:pt idx="5756">
                  <c:v>111.02325581395348</c:v>
                </c:pt>
                <c:pt idx="5757">
                  <c:v>151.89655172413794</c:v>
                </c:pt>
                <c:pt idx="5758">
                  <c:v>116.64285714285714</c:v>
                </c:pt>
                <c:pt idx="5759">
                  <c:v>74.48717948717949</c:v>
                </c:pt>
                <c:pt idx="5760">
                  <c:v>218.78048780487805</c:v>
                </c:pt>
                <c:pt idx="5761">
                  <c:v>209.6015625</c:v>
                </c:pt>
                <c:pt idx="5762">
                  <c:v>92.64623955431756</c:v>
                </c:pt>
                <c:pt idx="5763">
                  <c:v>102.16666666666669</c:v>
                </c:pt>
                <c:pt idx="5764">
                  <c:v>208.69014084507043</c:v>
                </c:pt>
                <c:pt idx="5765">
                  <c:v>254.8849557522124</c:v>
                </c:pt>
                <c:pt idx="5766">
                  <c:v>187.35987261146497</c:v>
                </c:pt>
                <c:pt idx="5767">
                  <c:v>186.6071428571429</c:v>
                </c:pt>
                <c:pt idx="5768">
                  <c:v>101.7243816254417</c:v>
                </c:pt>
                <c:pt idx="5769">
                  <c:v>153.46875</c:v>
                </c:pt>
                <c:pt idx="5770">
                  <c:v>73.9298245614035</c:v>
                </c:pt>
                <c:pt idx="5771">
                  <c:v>162.06521739130434</c:v>
                </c:pt>
                <c:pt idx="5772">
                  <c:v>196.48648648648648</c:v>
                </c:pt>
                <c:pt idx="5773">
                  <c:v>170.77272727272728</c:v>
                </c:pt>
                <c:pt idx="5774">
                  <c:v>118.52272727272728</c:v>
                </c:pt>
                <c:pt idx="5775">
                  <c:v>107.28947368421052</c:v>
                </c:pt>
                <c:pt idx="5776">
                  <c:v>144.1578947368421</c:v>
                </c:pt>
                <c:pt idx="5777">
                  <c:v>173.65432098765433</c:v>
                </c:pt>
                <c:pt idx="5778">
                  <c:v>127.65517241379312</c:v>
                </c:pt>
                <c:pt idx="5779">
                  <c:v>74.0754716981132</c:v>
                </c:pt>
                <c:pt idx="5780">
                  <c:v>187.85</c:v>
                </c:pt>
                <c:pt idx="5781">
                  <c:v>72.91836734693878</c:v>
                </c:pt>
                <c:pt idx="5782">
                  <c:v>247.6949152542373</c:v>
                </c:pt>
                <c:pt idx="5783">
                  <c:v>66.885</c:v>
                </c:pt>
                <c:pt idx="5784">
                  <c:v>179.4193548387097</c:v>
                </c:pt>
                <c:pt idx="5785">
                  <c:v>76.51651651651652</c:v>
                </c:pt>
                <c:pt idx="5786">
                  <c:v>155.68965517241378</c:v>
                </c:pt>
                <c:pt idx="5787">
                  <c:v>149.02857142857144</c:v>
                </c:pt>
                <c:pt idx="5788">
                  <c:v>47.408977556109726</c:v>
                </c:pt>
                <c:pt idx="5789">
                  <c:v>117.91428571428573</c:v>
                </c:pt>
                <c:pt idx="5790">
                  <c:v>82.21527777777777</c:v>
                </c:pt>
                <c:pt idx="5791">
                  <c:v>126.7206896551724</c:v>
                </c:pt>
                <c:pt idx="5792">
                  <c:v>250.1960784313725</c:v>
                </c:pt>
                <c:pt idx="5793">
                  <c:v>154.1358024691358</c:v>
                </c:pt>
                <c:pt idx="5794">
                  <c:v>190.42465753424656</c:v>
                </c:pt>
                <c:pt idx="5795">
                  <c:v>169.87234042553192</c:v>
                </c:pt>
                <c:pt idx="5796">
                  <c:v>199.12698412698413</c:v>
                </c:pt>
                <c:pt idx="5797">
                  <c:v>105.26760563380282</c:v>
                </c:pt>
                <c:pt idx="5798">
                  <c:v>141.01818181818183</c:v>
                </c:pt>
                <c:pt idx="5799">
                  <c:v>194.3647058823529</c:v>
                </c:pt>
                <c:pt idx="5800">
                  <c:v>196.08</c:v>
                </c:pt>
                <c:pt idx="5801">
                  <c:v>100.73399014778325</c:v>
                </c:pt>
                <c:pt idx="5802">
                  <c:v>128.31645569620252</c:v>
                </c:pt>
                <c:pt idx="5803">
                  <c:v>130.81578947368422</c:v>
                </c:pt>
                <c:pt idx="5804">
                  <c:v>272.05089058524175</c:v>
                </c:pt>
                <c:pt idx="5805">
                  <c:v>89.7752808988764</c:v>
                </c:pt>
                <c:pt idx="5806">
                  <c:v>143.056</c:v>
                </c:pt>
                <c:pt idx="5807">
                  <c:v>180.29473684210527</c:v>
                </c:pt>
                <c:pt idx="5808">
                  <c:v>72.6923076923077</c:v>
                </c:pt>
                <c:pt idx="5809">
                  <c:v>77.62870159453303</c:v>
                </c:pt>
                <c:pt idx="5810">
                  <c:v>158.1547619047619</c:v>
                </c:pt>
                <c:pt idx="5811">
                  <c:v>104.56666666666666</c:v>
                </c:pt>
                <c:pt idx="5812">
                  <c:v>140.8695652173913</c:v>
                </c:pt>
                <c:pt idx="5813">
                  <c:v>147.96143617021278</c:v>
                </c:pt>
                <c:pt idx="5814">
                  <c:v>131.2608695652174</c:v>
                </c:pt>
                <c:pt idx="5815">
                  <c:v>214.377358490566</c:v>
                </c:pt>
                <c:pt idx="5816">
                  <c:v>146.6</c:v>
                </c:pt>
                <c:pt idx="5817">
                  <c:v>137.38095238095238</c:v>
                </c:pt>
                <c:pt idx="5818">
                  <c:v>91.58823529411764</c:v>
                </c:pt>
                <c:pt idx="5819">
                  <c:v>158.4364161849711</c:v>
                </c:pt>
                <c:pt idx="5820">
                  <c:v>200.40076335877865</c:v>
                </c:pt>
                <c:pt idx="5821">
                  <c:v>190.63636363636363</c:v>
                </c:pt>
                <c:pt idx="5822">
                  <c:v>93.5</c:v>
                </c:pt>
                <c:pt idx="5823">
                  <c:v>210.94915254237287</c:v>
                </c:pt>
                <c:pt idx="5824">
                  <c:v>154.35</c:v>
                </c:pt>
                <c:pt idx="5825">
                  <c:v>133.35828877005346</c:v>
                </c:pt>
                <c:pt idx="5826">
                  <c:v>154.9546279491833</c:v>
                </c:pt>
                <c:pt idx="5827">
                  <c:v>145.921875</c:v>
                </c:pt>
                <c:pt idx="5828">
                  <c:v>97.46938775510203</c:v>
                </c:pt>
                <c:pt idx="5829">
                  <c:v>117.98684210526316</c:v>
                </c:pt>
                <c:pt idx="5830">
                  <c:v>94.72340425531917</c:v>
                </c:pt>
                <c:pt idx="5831">
                  <c:v>106.71005917159763</c:v>
                </c:pt>
                <c:pt idx="5832">
                  <c:v>199.0208333333333</c:v>
                </c:pt>
                <c:pt idx="5833">
                  <c:v>109.75757575757576</c:v>
                </c:pt>
                <c:pt idx="5834">
                  <c:v>184.9655172413793</c:v>
                </c:pt>
                <c:pt idx="5835">
                  <c:v>164.77142857142857</c:v>
                </c:pt>
                <c:pt idx="5836">
                  <c:v>169.7603305785124</c:v>
                </c:pt>
                <c:pt idx="5837">
                  <c:v>159.96153846153845</c:v>
                </c:pt>
                <c:pt idx="5838">
                  <c:v>78.20875420875421</c:v>
                </c:pt>
                <c:pt idx="5839">
                  <c:v>159.32142857142858</c:v>
                </c:pt>
                <c:pt idx="5840">
                  <c:v>64.82819383259911</c:v>
                </c:pt>
                <c:pt idx="5841">
                  <c:v>101.38078291814946</c:v>
                </c:pt>
                <c:pt idx="5842">
                  <c:v>174.27888446215138</c:v>
                </c:pt>
                <c:pt idx="5843">
                  <c:v>93.6625</c:v>
                </c:pt>
                <c:pt idx="5844">
                  <c:v>115.16666666666669</c:v>
                </c:pt>
                <c:pt idx="5845">
                  <c:v>142.1509433962264</c:v>
                </c:pt>
                <c:pt idx="5846">
                  <c:v>199.5483870967742</c:v>
                </c:pt>
                <c:pt idx="5847">
                  <c:v>177.63025210084032</c:v>
                </c:pt>
                <c:pt idx="5848">
                  <c:v>104.75</c:v>
                </c:pt>
                <c:pt idx="5849">
                  <c:v>159.78174603174602</c:v>
                </c:pt>
                <c:pt idx="5850">
                  <c:v>132.421875</c:v>
                </c:pt>
                <c:pt idx="5851">
                  <c:v>188.63422818791943</c:v>
                </c:pt>
                <c:pt idx="5852">
                  <c:v>224.70149253731344</c:v>
                </c:pt>
                <c:pt idx="5853">
                  <c:v>190.4294871794872</c:v>
                </c:pt>
                <c:pt idx="5854">
                  <c:v>228.1219512195122</c:v>
                </c:pt>
                <c:pt idx="5855">
                  <c:v>66.54929577464789</c:v>
                </c:pt>
                <c:pt idx="5856">
                  <c:v>154.14537444933922</c:v>
                </c:pt>
                <c:pt idx="5857">
                  <c:v>201.7407407407408</c:v>
                </c:pt>
                <c:pt idx="5858">
                  <c:v>95.27536231884058</c:v>
                </c:pt>
                <c:pt idx="5859">
                  <c:v>188.5</c:v>
                </c:pt>
                <c:pt idx="5860">
                  <c:v>120.18032786885246</c:v>
                </c:pt>
                <c:pt idx="5861">
                  <c:v>153.88095238095238</c:v>
                </c:pt>
                <c:pt idx="5862">
                  <c:v>201.0857142857143</c:v>
                </c:pt>
                <c:pt idx="5863">
                  <c:v>170.46268656716418</c:v>
                </c:pt>
                <c:pt idx="5864">
                  <c:v>114.28125</c:v>
                </c:pt>
                <c:pt idx="5865">
                  <c:v>133.83548387096775</c:v>
                </c:pt>
                <c:pt idx="5866">
                  <c:v>138.01694915254237</c:v>
                </c:pt>
                <c:pt idx="5867">
                  <c:v>205.1458333333333</c:v>
                </c:pt>
                <c:pt idx="5868">
                  <c:v>111.5047619047619</c:v>
                </c:pt>
                <c:pt idx="5869">
                  <c:v>120.36206896551724</c:v>
                </c:pt>
                <c:pt idx="5870">
                  <c:v>189.5031446540881</c:v>
                </c:pt>
                <c:pt idx="5871">
                  <c:v>149.24305555555554</c:v>
                </c:pt>
                <c:pt idx="5872">
                  <c:v>115.4015748031496</c:v>
                </c:pt>
                <c:pt idx="5873">
                  <c:v>139.04885993485345</c:v>
                </c:pt>
                <c:pt idx="5874">
                  <c:v>154.45965770171148</c:v>
                </c:pt>
                <c:pt idx="5875">
                  <c:v>158.13846153846154</c:v>
                </c:pt>
                <c:pt idx="5876">
                  <c:v>119.70731707317071</c:v>
                </c:pt>
                <c:pt idx="5877">
                  <c:v>113.35820895522389</c:v>
                </c:pt>
                <c:pt idx="5878">
                  <c:v>86.53623188405797</c:v>
                </c:pt>
                <c:pt idx="5879">
                  <c:v>64.02083333333333</c:v>
                </c:pt>
                <c:pt idx="5880">
                  <c:v>87.8375796178344</c:v>
                </c:pt>
                <c:pt idx="5881">
                  <c:v>134.6888888888889</c:v>
                </c:pt>
                <c:pt idx="5882">
                  <c:v>208.096256684492</c:v>
                </c:pt>
                <c:pt idx="5883">
                  <c:v>164.28571428571428</c:v>
                </c:pt>
                <c:pt idx="5884">
                  <c:v>198.2439024390244</c:v>
                </c:pt>
                <c:pt idx="5885">
                  <c:v>254.6797385620915</c:v>
                </c:pt>
                <c:pt idx="5886">
                  <c:v>230.2894736842105</c:v>
                </c:pt>
                <c:pt idx="5887">
                  <c:v>198.92307692307693</c:v>
                </c:pt>
                <c:pt idx="5888">
                  <c:v>140.78571428571428</c:v>
                </c:pt>
                <c:pt idx="5889">
                  <c:v>155.84810126582278</c:v>
                </c:pt>
                <c:pt idx="5890">
                  <c:v>94.06451612903226</c:v>
                </c:pt>
                <c:pt idx="5891">
                  <c:v>139.83050847457628</c:v>
                </c:pt>
                <c:pt idx="5892">
                  <c:v>156.98469387755102</c:v>
                </c:pt>
                <c:pt idx="5893">
                  <c:v>199.7167630057804</c:v>
                </c:pt>
                <c:pt idx="5894">
                  <c:v>119.22872340425532</c:v>
                </c:pt>
                <c:pt idx="5895">
                  <c:v>180.5128865979381</c:v>
                </c:pt>
                <c:pt idx="5896">
                  <c:v>142.96875</c:v>
                </c:pt>
                <c:pt idx="5897">
                  <c:v>100.3030303030303</c:v>
                </c:pt>
                <c:pt idx="5898">
                  <c:v>141.64835164835165</c:v>
                </c:pt>
                <c:pt idx="5899">
                  <c:v>215.02380952380952</c:v>
                </c:pt>
                <c:pt idx="5900">
                  <c:v>172.2608695652174</c:v>
                </c:pt>
                <c:pt idx="5901">
                  <c:v>101.72826086956522</c:v>
                </c:pt>
                <c:pt idx="5902">
                  <c:v>152.29323308270676</c:v>
                </c:pt>
                <c:pt idx="5903">
                  <c:v>171.09876543209876</c:v>
                </c:pt>
                <c:pt idx="5904">
                  <c:v>104.92857142857144</c:v>
                </c:pt>
                <c:pt idx="5905">
                  <c:v>95.16666666666669</c:v>
                </c:pt>
                <c:pt idx="5906">
                  <c:v>131.0426716141002</c:v>
                </c:pt>
                <c:pt idx="5907">
                  <c:v>177.1596638655462</c:v>
                </c:pt>
                <c:pt idx="5908">
                  <c:v>182.1379310344828</c:v>
                </c:pt>
                <c:pt idx="5909">
                  <c:v>89.41509433962264</c:v>
                </c:pt>
                <c:pt idx="5910">
                  <c:v>212.8251445086705</c:v>
                </c:pt>
                <c:pt idx="5911">
                  <c:v>100.56521739130434</c:v>
                </c:pt>
                <c:pt idx="5912">
                  <c:v>123.57575757575758</c:v>
                </c:pt>
                <c:pt idx="5913">
                  <c:v>73.06319702602231</c:v>
                </c:pt>
                <c:pt idx="5914">
                  <c:v>97.4</c:v>
                </c:pt>
                <c:pt idx="5915">
                  <c:v>150.97297297297297</c:v>
                </c:pt>
                <c:pt idx="5916">
                  <c:v>162.71999999999997</c:v>
                </c:pt>
                <c:pt idx="5917">
                  <c:v>89.58064516129032</c:v>
                </c:pt>
                <c:pt idx="5918">
                  <c:v>184.82152974504248</c:v>
                </c:pt>
                <c:pt idx="5919">
                  <c:v>67.8</c:v>
                </c:pt>
                <c:pt idx="5920">
                  <c:v>182.12244897959184</c:v>
                </c:pt>
                <c:pt idx="5921">
                  <c:v>211.14</c:v>
                </c:pt>
                <c:pt idx="5922">
                  <c:v>150.21951219512195</c:v>
                </c:pt>
                <c:pt idx="5923">
                  <c:v>145.9</c:v>
                </c:pt>
                <c:pt idx="5924">
                  <c:v>156.42134831460675</c:v>
                </c:pt>
                <c:pt idx="5925">
                  <c:v>73.08333333333333</c:v>
                </c:pt>
                <c:pt idx="5926">
                  <c:v>125.28813559322032</c:v>
                </c:pt>
                <c:pt idx="5927">
                  <c:v>247.42105263157896</c:v>
                </c:pt>
                <c:pt idx="5928">
                  <c:v>180.62372881355927</c:v>
                </c:pt>
                <c:pt idx="5929">
                  <c:v>92.65789473684212</c:v>
                </c:pt>
                <c:pt idx="5930">
                  <c:v>168.00946372239747</c:v>
                </c:pt>
                <c:pt idx="5931">
                  <c:v>149.36</c:v>
                </c:pt>
                <c:pt idx="5932">
                  <c:v>246.2244897959184</c:v>
                </c:pt>
                <c:pt idx="5933">
                  <c:v>108.51315789473684</c:v>
                </c:pt>
                <c:pt idx="5934">
                  <c:v>153.42857142857142</c:v>
                </c:pt>
                <c:pt idx="5935">
                  <c:v>66.64864864864865</c:v>
                </c:pt>
                <c:pt idx="5936">
                  <c:v>102.60902255639098</c:v>
                </c:pt>
                <c:pt idx="5937">
                  <c:v>230.98461538461532</c:v>
                </c:pt>
                <c:pt idx="5938">
                  <c:v>119.4516129032258</c:v>
                </c:pt>
                <c:pt idx="5939">
                  <c:v>196.4197530864197</c:v>
                </c:pt>
                <c:pt idx="5940">
                  <c:v>165.38095238095238</c:v>
                </c:pt>
                <c:pt idx="5941">
                  <c:v>52.23943661971831</c:v>
                </c:pt>
                <c:pt idx="5942">
                  <c:v>71.16666666666667</c:v>
                </c:pt>
                <c:pt idx="5943">
                  <c:v>97.1875</c:v>
                </c:pt>
                <c:pt idx="5944">
                  <c:v>226.9636363636364</c:v>
                </c:pt>
                <c:pt idx="5945">
                  <c:v>170.15028901734104</c:v>
                </c:pt>
                <c:pt idx="5946">
                  <c:v>123.4</c:v>
                </c:pt>
                <c:pt idx="5947">
                  <c:v>122.84</c:v>
                </c:pt>
                <c:pt idx="5948">
                  <c:v>95.1</c:v>
                </c:pt>
                <c:pt idx="5949">
                  <c:v>121.34920634920636</c:v>
                </c:pt>
                <c:pt idx="5950">
                  <c:v>56.5</c:v>
                </c:pt>
                <c:pt idx="5951">
                  <c:v>205.609756097561</c:v>
                </c:pt>
                <c:pt idx="5952">
                  <c:v>101.06172839506172</c:v>
                </c:pt>
                <c:pt idx="5953">
                  <c:v>110.44117647058825</c:v>
                </c:pt>
                <c:pt idx="5954">
                  <c:v>132.43478260869566</c:v>
                </c:pt>
                <c:pt idx="5955">
                  <c:v>143.84251968503938</c:v>
                </c:pt>
                <c:pt idx="5956">
                  <c:v>253.32222222222225</c:v>
                </c:pt>
                <c:pt idx="5957">
                  <c:v>135.36263736263737</c:v>
                </c:pt>
                <c:pt idx="5958">
                  <c:v>90.55</c:v>
                </c:pt>
                <c:pt idx="5959">
                  <c:v>161.2470588235294</c:v>
                </c:pt>
                <c:pt idx="5960">
                  <c:v>99.4</c:v>
                </c:pt>
                <c:pt idx="5961">
                  <c:v>95.32456140350877</c:v>
                </c:pt>
                <c:pt idx="5962">
                  <c:v>225.9354838709677</c:v>
                </c:pt>
                <c:pt idx="5963">
                  <c:v>183.84848484848484</c:v>
                </c:pt>
                <c:pt idx="5964">
                  <c:v>106.55035971223022</c:v>
                </c:pt>
                <c:pt idx="5965">
                  <c:v>139.73333333333332</c:v>
                </c:pt>
                <c:pt idx="5966">
                  <c:v>152.88372093023256</c:v>
                </c:pt>
                <c:pt idx="5967">
                  <c:v>122.0752688172043</c:v>
                </c:pt>
                <c:pt idx="5968">
                  <c:v>110.52808988764043</c:v>
                </c:pt>
                <c:pt idx="5969">
                  <c:v>212.4842406876791</c:v>
                </c:pt>
                <c:pt idx="5970">
                  <c:v>152.32818532818533</c:v>
                </c:pt>
                <c:pt idx="5971">
                  <c:v>192.6578947368421</c:v>
                </c:pt>
                <c:pt idx="5972">
                  <c:v>151.78375411635565</c:v>
                </c:pt>
                <c:pt idx="5973">
                  <c:v>108.31395348837208</c:v>
                </c:pt>
                <c:pt idx="5974">
                  <c:v>138.75</c:v>
                </c:pt>
                <c:pt idx="5975">
                  <c:v>196.3809523809524</c:v>
                </c:pt>
                <c:pt idx="5976">
                  <c:v>120.16279069767442</c:v>
                </c:pt>
                <c:pt idx="5977">
                  <c:v>234.2987804878049</c:v>
                </c:pt>
                <c:pt idx="5978">
                  <c:v>144.6153846153846</c:v>
                </c:pt>
                <c:pt idx="5979">
                  <c:v>90.54022988505749</c:v>
                </c:pt>
                <c:pt idx="5980">
                  <c:v>120.3</c:v>
                </c:pt>
                <c:pt idx="5981">
                  <c:v>263.1904761904762</c:v>
                </c:pt>
                <c:pt idx="5982">
                  <c:v>89.09615384615384</c:v>
                </c:pt>
                <c:pt idx="5983">
                  <c:v>176.95890410958904</c:v>
                </c:pt>
                <c:pt idx="5984">
                  <c:v>106.07936507936508</c:v>
                </c:pt>
                <c:pt idx="5985">
                  <c:v>220.79351032448372</c:v>
                </c:pt>
                <c:pt idx="5986">
                  <c:v>163.04166666666666</c:v>
                </c:pt>
                <c:pt idx="5987">
                  <c:v>111.55940594059406</c:v>
                </c:pt>
                <c:pt idx="5988">
                  <c:v>104.04065040650408</c:v>
                </c:pt>
                <c:pt idx="5989">
                  <c:v>174.63636363636363</c:v>
                </c:pt>
                <c:pt idx="5990">
                  <c:v>127.8256880733945</c:v>
                </c:pt>
                <c:pt idx="5991">
                  <c:v>165.89285714285714</c:v>
                </c:pt>
                <c:pt idx="5992">
                  <c:v>102.04166666666669</c:v>
                </c:pt>
                <c:pt idx="5993">
                  <c:v>206.0</c:v>
                </c:pt>
                <c:pt idx="5994">
                  <c:v>193.2811387900356</c:v>
                </c:pt>
                <c:pt idx="5995">
                  <c:v>237.15384615384616</c:v>
                </c:pt>
                <c:pt idx="5996">
                  <c:v>87.49137931034483</c:v>
                </c:pt>
                <c:pt idx="5997">
                  <c:v>163.6209677419355</c:v>
                </c:pt>
                <c:pt idx="5998">
                  <c:v>142.40123456790124</c:v>
                </c:pt>
                <c:pt idx="5999">
                  <c:v>140.19337016574585</c:v>
                </c:pt>
                <c:pt idx="6000">
                  <c:v>131.7941176470588</c:v>
                </c:pt>
                <c:pt idx="6001">
                  <c:v>64.74603174603175</c:v>
                </c:pt>
                <c:pt idx="6002">
                  <c:v>153.32</c:v>
                </c:pt>
                <c:pt idx="6003">
                  <c:v>164.21806853582555</c:v>
                </c:pt>
                <c:pt idx="6004">
                  <c:v>51.410714285714285</c:v>
                </c:pt>
                <c:pt idx="6005">
                  <c:v>186.4270833333333</c:v>
                </c:pt>
                <c:pt idx="6006">
                  <c:v>168.71028037383178</c:v>
                </c:pt>
                <c:pt idx="6007">
                  <c:v>78.54054054054055</c:v>
                </c:pt>
                <c:pt idx="6008">
                  <c:v>221.075</c:v>
                </c:pt>
                <c:pt idx="6009">
                  <c:v>141.6031746031746</c:v>
                </c:pt>
                <c:pt idx="6010">
                  <c:v>84.8295165394402</c:v>
                </c:pt>
                <c:pt idx="6011">
                  <c:v>202.83112582781456</c:v>
                </c:pt>
                <c:pt idx="6012">
                  <c:v>168.91666666666666</c:v>
                </c:pt>
                <c:pt idx="6013">
                  <c:v>110.18253968253968</c:v>
                </c:pt>
                <c:pt idx="6014">
                  <c:v>128.59201388888889</c:v>
                </c:pt>
                <c:pt idx="6015">
                  <c:v>150.23611111111111</c:v>
                </c:pt>
                <c:pt idx="6016">
                  <c:v>168.89814814814815</c:v>
                </c:pt>
                <c:pt idx="6017">
                  <c:v>114.51219512195122</c:v>
                </c:pt>
                <c:pt idx="6018">
                  <c:v>175.60714285714286</c:v>
                </c:pt>
                <c:pt idx="6019">
                  <c:v>253.89787234042552</c:v>
                </c:pt>
                <c:pt idx="6020">
                  <c:v>89.43283582089552</c:v>
                </c:pt>
                <c:pt idx="6021">
                  <c:v>184.05882352941177</c:v>
                </c:pt>
                <c:pt idx="6022">
                  <c:v>188.5163043478261</c:v>
                </c:pt>
                <c:pt idx="6023">
                  <c:v>144.36363636363637</c:v>
                </c:pt>
                <c:pt idx="6024">
                  <c:v>120.81237113402062</c:v>
                </c:pt>
                <c:pt idx="6025">
                  <c:v>157.24444444444444</c:v>
                </c:pt>
                <c:pt idx="6026">
                  <c:v>126.2186046511628</c:v>
                </c:pt>
                <c:pt idx="6027">
                  <c:v>202.0</c:v>
                </c:pt>
                <c:pt idx="6028">
                  <c:v>131.49557522123894</c:v>
                </c:pt>
                <c:pt idx="6029">
                  <c:v>212.02985074626864</c:v>
                </c:pt>
                <c:pt idx="6030">
                  <c:v>74.183908045977</c:v>
                </c:pt>
                <c:pt idx="6031">
                  <c:v>72.20942408376963</c:v>
                </c:pt>
                <c:pt idx="6032">
                  <c:v>166.28571428571428</c:v>
                </c:pt>
                <c:pt idx="6033">
                  <c:v>117.78571428571428</c:v>
                </c:pt>
                <c:pt idx="6034">
                  <c:v>99.0</c:v>
                </c:pt>
                <c:pt idx="6035">
                  <c:v>135.67567567567568</c:v>
                </c:pt>
                <c:pt idx="6036">
                  <c:v>98.33333333333331</c:v>
                </c:pt>
                <c:pt idx="6037">
                  <c:v>75.14709851551957</c:v>
                </c:pt>
                <c:pt idx="6038">
                  <c:v>201.01156069364163</c:v>
                </c:pt>
                <c:pt idx="6039">
                  <c:v>98.44186046511628</c:v>
                </c:pt>
                <c:pt idx="6040">
                  <c:v>160.32051282051282</c:v>
                </c:pt>
                <c:pt idx="6041">
                  <c:v>179.59541984732823</c:v>
                </c:pt>
                <c:pt idx="6042">
                  <c:v>213.91176470588235</c:v>
                </c:pt>
                <c:pt idx="6043">
                  <c:v>82.73737373737374</c:v>
                </c:pt>
                <c:pt idx="6044">
                  <c:v>184.2207792207792</c:v>
                </c:pt>
                <c:pt idx="6045">
                  <c:v>168.74754901960785</c:v>
                </c:pt>
                <c:pt idx="6046">
                  <c:v>161.42756183745584</c:v>
                </c:pt>
                <c:pt idx="6047">
                  <c:v>137.3550295857988</c:v>
                </c:pt>
                <c:pt idx="6048">
                  <c:v>217.9591836734694</c:v>
                </c:pt>
                <c:pt idx="6049">
                  <c:v>116.81188118811882</c:v>
                </c:pt>
                <c:pt idx="6050">
                  <c:v>178.05769230769232</c:v>
                </c:pt>
                <c:pt idx="6051">
                  <c:v>162.05172413793105</c:v>
                </c:pt>
                <c:pt idx="6052">
                  <c:v>175.65753424657535</c:v>
                </c:pt>
                <c:pt idx="6053">
                  <c:v>215.9</c:v>
                </c:pt>
                <c:pt idx="6054">
                  <c:v>98.01388888888889</c:v>
                </c:pt>
                <c:pt idx="6055">
                  <c:v>170.25</c:v>
                </c:pt>
                <c:pt idx="6056">
                  <c:v>79.84</c:v>
                </c:pt>
                <c:pt idx="6057">
                  <c:v>80.91489361702128</c:v>
                </c:pt>
                <c:pt idx="6058">
                  <c:v>74.94117647058823</c:v>
                </c:pt>
                <c:pt idx="6059">
                  <c:v>116.75879396984924</c:v>
                </c:pt>
                <c:pt idx="6060">
                  <c:v>151.37735849056602</c:v>
                </c:pt>
                <c:pt idx="6061">
                  <c:v>56.039568345323744</c:v>
                </c:pt>
                <c:pt idx="6062">
                  <c:v>70.08641975308642</c:v>
                </c:pt>
                <c:pt idx="6063">
                  <c:v>224.3296460176991</c:v>
                </c:pt>
                <c:pt idx="6064">
                  <c:v>209.30434782608697</c:v>
                </c:pt>
                <c:pt idx="6065">
                  <c:v>206.280701754386</c:v>
                </c:pt>
                <c:pt idx="6066">
                  <c:v>250.1877551020408</c:v>
                </c:pt>
                <c:pt idx="6067">
                  <c:v>228.3170731707317</c:v>
                </c:pt>
                <c:pt idx="6068">
                  <c:v>82.13513513513513</c:v>
                </c:pt>
                <c:pt idx="6069">
                  <c:v>177.25806451612902</c:v>
                </c:pt>
                <c:pt idx="6070">
                  <c:v>116.1818181818182</c:v>
                </c:pt>
                <c:pt idx="6071">
                  <c:v>137.86681222707423</c:v>
                </c:pt>
                <c:pt idx="6072">
                  <c:v>72.61016949152543</c:v>
                </c:pt>
                <c:pt idx="6073">
                  <c:v>7.251660110529159</c:v>
                </c:pt>
                <c:pt idx="6074">
                  <c:v>130.1315789473684</c:v>
                </c:pt>
                <c:pt idx="6075">
                  <c:v>164.72527472527472</c:v>
                </c:pt>
                <c:pt idx="6076">
                  <c:v>157.2875</c:v>
                </c:pt>
                <c:pt idx="6077">
                  <c:v>136.30075187969925</c:v>
                </c:pt>
                <c:pt idx="6078">
                  <c:v>70.0</c:v>
                </c:pt>
                <c:pt idx="6079">
                  <c:v>90.0</c:v>
                </c:pt>
                <c:pt idx="6080">
                  <c:v>228.859649122807</c:v>
                </c:pt>
                <c:pt idx="6081">
                  <c:v>186.5568181818182</c:v>
                </c:pt>
                <c:pt idx="6082">
                  <c:v>75.50943396226415</c:v>
                </c:pt>
                <c:pt idx="6083">
                  <c:v>154.13888888888889</c:v>
                </c:pt>
                <c:pt idx="6084">
                  <c:v>121.13333333333334</c:v>
                </c:pt>
                <c:pt idx="6085">
                  <c:v>156.0</c:v>
                </c:pt>
                <c:pt idx="6086">
                  <c:v>78.36440677966101</c:v>
                </c:pt>
                <c:pt idx="6087">
                  <c:v>141.1216216216216</c:v>
                </c:pt>
                <c:pt idx="6088">
                  <c:v>146.57954545454547</c:v>
                </c:pt>
                <c:pt idx="6089">
                  <c:v>114.73033707865169</c:v>
                </c:pt>
                <c:pt idx="6090">
                  <c:v>170.21523178807948</c:v>
                </c:pt>
                <c:pt idx="6091">
                  <c:v>119.1311475409836</c:v>
                </c:pt>
                <c:pt idx="6092">
                  <c:v>108.23529411764706</c:v>
                </c:pt>
                <c:pt idx="6093">
                  <c:v>77.89583333333333</c:v>
                </c:pt>
                <c:pt idx="6094">
                  <c:v>127.97222222222224</c:v>
                </c:pt>
                <c:pt idx="6095">
                  <c:v>74.2439024390244</c:v>
                </c:pt>
                <c:pt idx="6096">
                  <c:v>177.78643216080405</c:v>
                </c:pt>
                <c:pt idx="6097">
                  <c:v>184.4047619047619</c:v>
                </c:pt>
                <c:pt idx="6098">
                  <c:v>158.32432432432432</c:v>
                </c:pt>
                <c:pt idx="6099">
                  <c:v>101.56666666666666</c:v>
                </c:pt>
                <c:pt idx="6100">
                  <c:v>69.01428571428572</c:v>
                </c:pt>
                <c:pt idx="6101">
                  <c:v>133.1578947368421</c:v>
                </c:pt>
                <c:pt idx="6102">
                  <c:v>253.67807518425212</c:v>
                </c:pt>
                <c:pt idx="6103">
                  <c:v>160.27848101265823</c:v>
                </c:pt>
                <c:pt idx="6104">
                  <c:v>65.95555555555555</c:v>
                </c:pt>
                <c:pt idx="6105">
                  <c:v>151.44014084507043</c:v>
                </c:pt>
                <c:pt idx="6106">
                  <c:v>132.4102564102564</c:v>
                </c:pt>
                <c:pt idx="6107">
                  <c:v>157.412213740458</c:v>
                </c:pt>
                <c:pt idx="6108">
                  <c:v>186.35045317220545</c:v>
                </c:pt>
                <c:pt idx="6109">
                  <c:v>167.89285714285714</c:v>
                </c:pt>
                <c:pt idx="6110">
                  <c:v>154.2622950819672</c:v>
                </c:pt>
                <c:pt idx="6111">
                  <c:v>170.57831325301206</c:v>
                </c:pt>
                <c:pt idx="6112">
                  <c:v>145.7536945812808</c:v>
                </c:pt>
                <c:pt idx="6113">
                  <c:v>87.57142857142857</c:v>
                </c:pt>
                <c:pt idx="6114">
                  <c:v>101.06493506493509</c:v>
                </c:pt>
                <c:pt idx="6115">
                  <c:v>105.97934595524956</c:v>
                </c:pt>
                <c:pt idx="6116">
                  <c:v>127.0669014084507</c:v>
                </c:pt>
                <c:pt idx="6117">
                  <c:v>64.36190476190477</c:v>
                </c:pt>
                <c:pt idx="6118">
                  <c:v>240.87301587301587</c:v>
                </c:pt>
                <c:pt idx="6119">
                  <c:v>179.55223880597015</c:v>
                </c:pt>
                <c:pt idx="6120">
                  <c:v>165.03347280334728</c:v>
                </c:pt>
                <c:pt idx="6121">
                  <c:v>75.45454545454545</c:v>
                </c:pt>
                <c:pt idx="6122">
                  <c:v>168.23</c:v>
                </c:pt>
                <c:pt idx="6123">
                  <c:v>244.8641975308642</c:v>
                </c:pt>
                <c:pt idx="6124">
                  <c:v>203.8903743315508</c:v>
                </c:pt>
                <c:pt idx="6125">
                  <c:v>117.25862068965516</c:v>
                </c:pt>
                <c:pt idx="6126">
                  <c:v>92.38888888888889</c:v>
                </c:pt>
                <c:pt idx="6127">
                  <c:v>85.03333333333333</c:v>
                </c:pt>
                <c:pt idx="6128">
                  <c:v>195.86666666666667</c:v>
                </c:pt>
                <c:pt idx="6129">
                  <c:v>220.110599078341</c:v>
                </c:pt>
                <c:pt idx="6130">
                  <c:v>177.8761904761905</c:v>
                </c:pt>
                <c:pt idx="6131">
                  <c:v>220.78688524590163</c:v>
                </c:pt>
                <c:pt idx="6132">
                  <c:v>176.56338028169014</c:v>
                </c:pt>
                <c:pt idx="6133">
                  <c:v>87.30344827586207</c:v>
                </c:pt>
                <c:pt idx="6134">
                  <c:v>110.42138364779876</c:v>
                </c:pt>
                <c:pt idx="6135">
                  <c:v>191.475</c:v>
                </c:pt>
                <c:pt idx="6136">
                  <c:v>82.859375</c:v>
                </c:pt>
                <c:pt idx="6137">
                  <c:v>188.9878048780488</c:v>
                </c:pt>
                <c:pt idx="6138">
                  <c:v>235.4033018867925</c:v>
                </c:pt>
                <c:pt idx="6139">
                  <c:v>62.31446540880504</c:v>
                </c:pt>
                <c:pt idx="6140">
                  <c:v>182.2388059701493</c:v>
                </c:pt>
                <c:pt idx="6141">
                  <c:v>185.33031674208144</c:v>
                </c:pt>
                <c:pt idx="6142">
                  <c:v>186.66666666666663</c:v>
                </c:pt>
                <c:pt idx="6143">
                  <c:v>249.11640211640213</c:v>
                </c:pt>
                <c:pt idx="6144">
                  <c:v>228.71544715447155</c:v>
                </c:pt>
                <c:pt idx="6145">
                  <c:v>109.66336633663366</c:v>
                </c:pt>
                <c:pt idx="6146">
                  <c:v>137.72131147540983</c:v>
                </c:pt>
                <c:pt idx="6147">
                  <c:v>151.4690909090909</c:v>
                </c:pt>
                <c:pt idx="6148">
                  <c:v>148.0840108401084</c:v>
                </c:pt>
                <c:pt idx="6149">
                  <c:v>87.98765432098766</c:v>
                </c:pt>
                <c:pt idx="6150">
                  <c:v>65.53379953379954</c:v>
                </c:pt>
                <c:pt idx="6151">
                  <c:v>155.05248618784532</c:v>
                </c:pt>
                <c:pt idx="6152">
                  <c:v>190.68627450980392</c:v>
                </c:pt>
                <c:pt idx="6153">
                  <c:v>242.53</c:v>
                </c:pt>
                <c:pt idx="6154">
                  <c:v>188.32692307692307</c:v>
                </c:pt>
                <c:pt idx="6155">
                  <c:v>87.74074074074075</c:v>
                </c:pt>
                <c:pt idx="6156">
                  <c:v>126.4033613445378</c:v>
                </c:pt>
                <c:pt idx="6157">
                  <c:v>201.6458333333333</c:v>
                </c:pt>
                <c:pt idx="6158">
                  <c:v>105.97368421052632</c:v>
                </c:pt>
                <c:pt idx="6159">
                  <c:v>88.13157894736842</c:v>
                </c:pt>
                <c:pt idx="6160">
                  <c:v>98.86363636363636</c:v>
                </c:pt>
                <c:pt idx="6161">
                  <c:v>172.06896551724137</c:v>
                </c:pt>
                <c:pt idx="6162">
                  <c:v>208.1590909090909</c:v>
                </c:pt>
                <c:pt idx="6163">
                  <c:v>129.1</c:v>
                </c:pt>
                <c:pt idx="6164">
                  <c:v>139.561797752809</c:v>
                </c:pt>
                <c:pt idx="6165">
                  <c:v>166.5</c:v>
                </c:pt>
                <c:pt idx="6166">
                  <c:v>170.06015037593986</c:v>
                </c:pt>
                <c:pt idx="6167">
                  <c:v>97.125</c:v>
                </c:pt>
                <c:pt idx="6168">
                  <c:v>142.9497716894977</c:v>
                </c:pt>
                <c:pt idx="6169">
                  <c:v>138.7391304347826</c:v>
                </c:pt>
                <c:pt idx="6170">
                  <c:v>211.3125</c:v>
                </c:pt>
                <c:pt idx="6171">
                  <c:v>159.47368421052633</c:v>
                </c:pt>
                <c:pt idx="6172">
                  <c:v>69.58638743455498</c:v>
                </c:pt>
                <c:pt idx="6173">
                  <c:v>134.82608695652175</c:v>
                </c:pt>
                <c:pt idx="6174">
                  <c:v>173.55023923444975</c:v>
                </c:pt>
                <c:pt idx="6175">
                  <c:v>74.78571428571429</c:v>
                </c:pt>
                <c:pt idx="6176">
                  <c:v>140.76923076923077</c:v>
                </c:pt>
                <c:pt idx="6177">
                  <c:v>178.52212389380531</c:v>
                </c:pt>
                <c:pt idx="6178">
                  <c:v>108.6851851851852</c:v>
                </c:pt>
                <c:pt idx="6179">
                  <c:v>146.16770186335404</c:v>
                </c:pt>
                <c:pt idx="6180">
                  <c:v>133.85714285714286</c:v>
                </c:pt>
                <c:pt idx="6181">
                  <c:v>223.53571428571428</c:v>
                </c:pt>
                <c:pt idx="6182">
                  <c:v>160.44615384615383</c:v>
                </c:pt>
                <c:pt idx="6183">
                  <c:v>153.3230769230769</c:v>
                </c:pt>
                <c:pt idx="6184">
                  <c:v>139.525</c:v>
                </c:pt>
                <c:pt idx="6185">
                  <c:v>197.28205128205127</c:v>
                </c:pt>
                <c:pt idx="6186">
                  <c:v>79.6304347826087</c:v>
                </c:pt>
                <c:pt idx="6187">
                  <c:v>101.8638888888889</c:v>
                </c:pt>
                <c:pt idx="6188">
                  <c:v>220.8571428571429</c:v>
                </c:pt>
                <c:pt idx="6189">
                  <c:v>84.70063694267516</c:v>
                </c:pt>
                <c:pt idx="6190">
                  <c:v>187.0441176470588</c:v>
                </c:pt>
                <c:pt idx="6191">
                  <c:v>207.54022988505747</c:v>
                </c:pt>
                <c:pt idx="6192">
                  <c:v>75.87385019710906</c:v>
                </c:pt>
                <c:pt idx="6193">
                  <c:v>153.08474576271186</c:v>
                </c:pt>
                <c:pt idx="6194">
                  <c:v>145.85714285714286</c:v>
                </c:pt>
                <c:pt idx="6195">
                  <c:v>130.0950704225352</c:v>
                </c:pt>
                <c:pt idx="6196">
                  <c:v>78.5925925925926</c:v>
                </c:pt>
                <c:pt idx="6197">
                  <c:v>69.01282051282051</c:v>
                </c:pt>
                <c:pt idx="6198">
                  <c:v>160.69911504424778</c:v>
                </c:pt>
                <c:pt idx="6199">
                  <c:v>246.1746031746032</c:v>
                </c:pt>
                <c:pt idx="6200">
                  <c:v>199.81869688385268</c:v>
                </c:pt>
                <c:pt idx="6201">
                  <c:v>140.0</c:v>
                </c:pt>
                <c:pt idx="6202">
                  <c:v>73.28571428571429</c:v>
                </c:pt>
                <c:pt idx="6203">
                  <c:v>210.77777777777777</c:v>
                </c:pt>
                <c:pt idx="6204">
                  <c:v>103.05</c:v>
                </c:pt>
                <c:pt idx="6205">
                  <c:v>219.0</c:v>
                </c:pt>
                <c:pt idx="6206">
                  <c:v>161.95258620689654</c:v>
                </c:pt>
                <c:pt idx="6207">
                  <c:v>179.11688311688312</c:v>
                </c:pt>
                <c:pt idx="6208">
                  <c:v>221.61723446893788</c:v>
                </c:pt>
                <c:pt idx="6209">
                  <c:v>73.70175438596492</c:v>
                </c:pt>
                <c:pt idx="6210">
                  <c:v>196.31034482758625</c:v>
                </c:pt>
                <c:pt idx="6211">
                  <c:v>88.56756756756756</c:v>
                </c:pt>
                <c:pt idx="6212">
                  <c:v>96.3494623655914</c:v>
                </c:pt>
                <c:pt idx="6213">
                  <c:v>82.08771929824562</c:v>
                </c:pt>
                <c:pt idx="6214">
                  <c:v>100.17391304347828</c:v>
                </c:pt>
                <c:pt idx="6215">
                  <c:v>144.09278350515464</c:v>
                </c:pt>
                <c:pt idx="6216">
                  <c:v>173.61885245901638</c:v>
                </c:pt>
                <c:pt idx="6217">
                  <c:v>170.78846153846155</c:v>
                </c:pt>
                <c:pt idx="6218">
                  <c:v>80.88888888888889</c:v>
                </c:pt>
                <c:pt idx="6219">
                  <c:v>120.70020533880904</c:v>
                </c:pt>
                <c:pt idx="6220">
                  <c:v>79.42105263157895</c:v>
                </c:pt>
                <c:pt idx="6221">
                  <c:v>99.8627450980392</c:v>
                </c:pt>
                <c:pt idx="6222">
                  <c:v>124.87368421052632</c:v>
                </c:pt>
                <c:pt idx="6223">
                  <c:v>146.12</c:v>
                </c:pt>
                <c:pt idx="6224">
                  <c:v>209.8304093567252</c:v>
                </c:pt>
                <c:pt idx="6225">
                  <c:v>235.69444444444449</c:v>
                </c:pt>
                <c:pt idx="6226">
                  <c:v>111.73584905660375</c:v>
                </c:pt>
                <c:pt idx="6227">
                  <c:v>147.44347826086957</c:v>
                </c:pt>
                <c:pt idx="6228">
                  <c:v>232.15384615384616</c:v>
                </c:pt>
                <c:pt idx="6229">
                  <c:v>122.1470588235294</c:v>
                </c:pt>
                <c:pt idx="6230">
                  <c:v>105.8082191780822</c:v>
                </c:pt>
                <c:pt idx="6231">
                  <c:v>219.6</c:v>
                </c:pt>
                <c:pt idx="6232">
                  <c:v>87.40425531914893</c:v>
                </c:pt>
                <c:pt idx="6233">
                  <c:v>209.0704225352113</c:v>
                </c:pt>
                <c:pt idx="6234">
                  <c:v>181.9879518072289</c:v>
                </c:pt>
                <c:pt idx="6235">
                  <c:v>117.65454545454546</c:v>
                </c:pt>
                <c:pt idx="6236">
                  <c:v>117.78484107579462</c:v>
                </c:pt>
                <c:pt idx="6237">
                  <c:v>197.1752577319588</c:v>
                </c:pt>
                <c:pt idx="6238">
                  <c:v>89.21808510638297</c:v>
                </c:pt>
                <c:pt idx="6239">
                  <c:v>115.40186915887853</c:v>
                </c:pt>
                <c:pt idx="6240">
                  <c:v>159.33333333333334</c:v>
                </c:pt>
                <c:pt idx="6241">
                  <c:v>174.38</c:v>
                </c:pt>
                <c:pt idx="6242">
                  <c:v>103.73333333333332</c:v>
                </c:pt>
                <c:pt idx="6243">
                  <c:v>254.87234042553192</c:v>
                </c:pt>
                <c:pt idx="6244">
                  <c:v>138.32142857142858</c:v>
                </c:pt>
                <c:pt idx="6245">
                  <c:v>180.53846153846155</c:v>
                </c:pt>
                <c:pt idx="6246">
                  <c:v>205.7906976744186</c:v>
                </c:pt>
                <c:pt idx="6247">
                  <c:v>183.3488372093024</c:v>
                </c:pt>
                <c:pt idx="6248">
                  <c:v>149.63636363636363</c:v>
                </c:pt>
                <c:pt idx="6249">
                  <c:v>261.0804195804196</c:v>
                </c:pt>
                <c:pt idx="6250">
                  <c:v>76.29230769230769</c:v>
                </c:pt>
                <c:pt idx="6251">
                  <c:v>220.7878787878788</c:v>
                </c:pt>
                <c:pt idx="6252">
                  <c:v>101.04</c:v>
                </c:pt>
                <c:pt idx="6253">
                  <c:v>166.23863636363637</c:v>
                </c:pt>
                <c:pt idx="6254">
                  <c:v>118.17337461300308</c:v>
                </c:pt>
                <c:pt idx="6255">
                  <c:v>202.14634146341464</c:v>
                </c:pt>
                <c:pt idx="6256">
                  <c:v>244.6696428571429</c:v>
                </c:pt>
                <c:pt idx="6257">
                  <c:v>131.42016806722688</c:v>
                </c:pt>
                <c:pt idx="6258">
                  <c:v>78.234375</c:v>
                </c:pt>
                <c:pt idx="6259">
                  <c:v>205.75151515151515</c:v>
                </c:pt>
                <c:pt idx="6260">
                  <c:v>138.85</c:v>
                </c:pt>
                <c:pt idx="6261">
                  <c:v>81.02083333333333</c:v>
                </c:pt>
                <c:pt idx="6262">
                  <c:v>163.675</c:v>
                </c:pt>
                <c:pt idx="6263">
                  <c:v>124.84848484848484</c:v>
                </c:pt>
                <c:pt idx="6264">
                  <c:v>229.396551724138</c:v>
                </c:pt>
                <c:pt idx="6265">
                  <c:v>98.01826484018264</c:v>
                </c:pt>
                <c:pt idx="6266">
                  <c:v>139.23420074349443</c:v>
                </c:pt>
                <c:pt idx="6267">
                  <c:v>177.26696832579185</c:v>
                </c:pt>
                <c:pt idx="6268">
                  <c:v>207.3732718894009</c:v>
                </c:pt>
                <c:pt idx="6269">
                  <c:v>153.96296296296296</c:v>
                </c:pt>
                <c:pt idx="6270">
                  <c:v>163.8</c:v>
                </c:pt>
                <c:pt idx="6271">
                  <c:v>119.825</c:v>
                </c:pt>
                <c:pt idx="6272">
                  <c:v>243.8815789473684</c:v>
                </c:pt>
                <c:pt idx="6273">
                  <c:v>152.14285714285714</c:v>
                </c:pt>
                <c:pt idx="6274">
                  <c:v>99.92307692307692</c:v>
                </c:pt>
                <c:pt idx="6275">
                  <c:v>234.8227848101266</c:v>
                </c:pt>
                <c:pt idx="6276">
                  <c:v>114.3068181818182</c:v>
                </c:pt>
                <c:pt idx="6277">
                  <c:v>113.59302325581396</c:v>
                </c:pt>
                <c:pt idx="6278">
                  <c:v>271.8636363636364</c:v>
                </c:pt>
                <c:pt idx="6279">
                  <c:v>183.35618479880776</c:v>
                </c:pt>
                <c:pt idx="6280">
                  <c:v>229.83783783783784</c:v>
                </c:pt>
                <c:pt idx="6281">
                  <c:v>117.65217391304348</c:v>
                </c:pt>
                <c:pt idx="6282">
                  <c:v>202.75418994413408</c:v>
                </c:pt>
                <c:pt idx="6283">
                  <c:v>95.53164556962024</c:v>
                </c:pt>
                <c:pt idx="6284">
                  <c:v>148.32558139534885</c:v>
                </c:pt>
                <c:pt idx="6285">
                  <c:v>292.8095238095238</c:v>
                </c:pt>
                <c:pt idx="6286">
                  <c:v>165.31034482758622</c:v>
                </c:pt>
                <c:pt idx="6287">
                  <c:v>129.35087719298247</c:v>
                </c:pt>
                <c:pt idx="6288">
                  <c:v>102.77319587628864</c:v>
                </c:pt>
                <c:pt idx="6289">
                  <c:v>213.1219512195122</c:v>
                </c:pt>
                <c:pt idx="6290">
                  <c:v>169.76258992805757</c:v>
                </c:pt>
                <c:pt idx="6291">
                  <c:v>219.224025974026</c:v>
                </c:pt>
                <c:pt idx="6292">
                  <c:v>213.9583333333333</c:v>
                </c:pt>
                <c:pt idx="6293">
                  <c:v>85.27604166666667</c:v>
                </c:pt>
                <c:pt idx="6294">
                  <c:v>120.17333333333332</c:v>
                </c:pt>
                <c:pt idx="6295">
                  <c:v>178.65714285714284</c:v>
                </c:pt>
                <c:pt idx="6296">
                  <c:v>107.92682926829268</c:v>
                </c:pt>
                <c:pt idx="6297">
                  <c:v>88.91752577319588</c:v>
                </c:pt>
                <c:pt idx="6298">
                  <c:v>222.76470588235293</c:v>
                </c:pt>
                <c:pt idx="6299">
                  <c:v>190.44444444444449</c:v>
                </c:pt>
                <c:pt idx="6300">
                  <c:v>189.04</c:v>
                </c:pt>
                <c:pt idx="6301">
                  <c:v>157.77591973244148</c:v>
                </c:pt>
                <c:pt idx="6302">
                  <c:v>194.37662337662337</c:v>
                </c:pt>
                <c:pt idx="6303">
                  <c:v>92.06666666666666</c:v>
                </c:pt>
                <c:pt idx="6304">
                  <c:v>122.78061224489797</c:v>
                </c:pt>
                <c:pt idx="6305">
                  <c:v>131.58620689655172</c:v>
                </c:pt>
                <c:pt idx="6306">
                  <c:v>163.74137931034485</c:v>
                </c:pt>
                <c:pt idx="6307">
                  <c:v>185.36</c:v>
                </c:pt>
                <c:pt idx="6308">
                  <c:v>132.9</c:v>
                </c:pt>
                <c:pt idx="6309">
                  <c:v>144.55555555555554</c:v>
                </c:pt>
                <c:pt idx="6310">
                  <c:v>154.07272727272726</c:v>
                </c:pt>
                <c:pt idx="6311">
                  <c:v>89.4090909090909</c:v>
                </c:pt>
                <c:pt idx="6312">
                  <c:v>127.3103448275862</c:v>
                </c:pt>
                <c:pt idx="6313">
                  <c:v>122.86</c:v>
                </c:pt>
                <c:pt idx="6314">
                  <c:v>103.37037037037037</c:v>
                </c:pt>
                <c:pt idx="6315">
                  <c:v>95.88636363636364</c:v>
                </c:pt>
                <c:pt idx="6316">
                  <c:v>150.31506849315068</c:v>
                </c:pt>
                <c:pt idx="6317">
                  <c:v>189.77586206896552</c:v>
                </c:pt>
                <c:pt idx="6318">
                  <c:v>151.31428571428572</c:v>
                </c:pt>
                <c:pt idx="6319">
                  <c:v>135.5441176470588</c:v>
                </c:pt>
                <c:pt idx="6320">
                  <c:v>153.96296296296296</c:v>
                </c:pt>
                <c:pt idx="6321">
                  <c:v>96.89238845144357</c:v>
                </c:pt>
                <c:pt idx="6322">
                  <c:v>191.95652173913044</c:v>
                </c:pt>
                <c:pt idx="6323">
                  <c:v>141.87301587301587</c:v>
                </c:pt>
                <c:pt idx="6324">
                  <c:v>138.30543933054392</c:v>
                </c:pt>
                <c:pt idx="6325">
                  <c:v>179.7843137254902</c:v>
                </c:pt>
                <c:pt idx="6326">
                  <c:v>99.63265306122447</c:v>
                </c:pt>
                <c:pt idx="6327">
                  <c:v>182.1493624772313</c:v>
                </c:pt>
                <c:pt idx="6328">
                  <c:v>167.41</c:v>
                </c:pt>
                <c:pt idx="6329">
                  <c:v>92.52824858757062</c:v>
                </c:pt>
                <c:pt idx="6330">
                  <c:v>177.5447570332481</c:v>
                </c:pt>
                <c:pt idx="6331">
                  <c:v>174.85542168674698</c:v>
                </c:pt>
                <c:pt idx="6332">
                  <c:v>64.82608695652173</c:v>
                </c:pt>
                <c:pt idx="6333">
                  <c:v>142.76363636363635</c:v>
                </c:pt>
                <c:pt idx="6334">
                  <c:v>225.07692307692307</c:v>
                </c:pt>
                <c:pt idx="6335">
                  <c:v>195.57692307692307</c:v>
                </c:pt>
                <c:pt idx="6336">
                  <c:v>110.3868778280543</c:v>
                </c:pt>
                <c:pt idx="6337">
                  <c:v>253.23076923076923</c:v>
                </c:pt>
                <c:pt idx="6338">
                  <c:v>217.42401960784315</c:v>
                </c:pt>
                <c:pt idx="6339">
                  <c:v>280.17021276595744</c:v>
                </c:pt>
                <c:pt idx="6340">
                  <c:v>91.87704918032787</c:v>
                </c:pt>
                <c:pt idx="6341">
                  <c:v>224.07142857142856</c:v>
                </c:pt>
                <c:pt idx="6342">
                  <c:v>110.90180878552972</c:v>
                </c:pt>
                <c:pt idx="6343">
                  <c:v>136.73684210526315</c:v>
                </c:pt>
                <c:pt idx="6344">
                  <c:v>102.7872340425532</c:v>
                </c:pt>
                <c:pt idx="6345">
                  <c:v>255.91666666666663</c:v>
                </c:pt>
                <c:pt idx="6346">
                  <c:v>114.60714285714286</c:v>
                </c:pt>
                <c:pt idx="6347">
                  <c:v>253.6491228070176</c:v>
                </c:pt>
                <c:pt idx="6348">
                  <c:v>240.59375</c:v>
                </c:pt>
                <c:pt idx="6349">
                  <c:v>207.5272108843537</c:v>
                </c:pt>
                <c:pt idx="6350">
                  <c:v>112.44</c:v>
                </c:pt>
                <c:pt idx="6351">
                  <c:v>213.8448275862069</c:v>
                </c:pt>
                <c:pt idx="6352">
                  <c:v>94.52857142857142</c:v>
                </c:pt>
                <c:pt idx="6353">
                  <c:v>77.72857142857143</c:v>
                </c:pt>
                <c:pt idx="6354">
                  <c:v>209.57142857142856</c:v>
                </c:pt>
                <c:pt idx="6355">
                  <c:v>101.203125</c:v>
                </c:pt>
                <c:pt idx="6356">
                  <c:v>134.0</c:v>
                </c:pt>
                <c:pt idx="6357">
                  <c:v>283.99860917941584</c:v>
                </c:pt>
                <c:pt idx="6358">
                  <c:v>136.67701863354037</c:v>
                </c:pt>
                <c:pt idx="6359">
                  <c:v>163.1764705882353</c:v>
                </c:pt>
                <c:pt idx="6360">
                  <c:v>116.27464788732394</c:v>
                </c:pt>
                <c:pt idx="6361">
                  <c:v>164.4418604651163</c:v>
                </c:pt>
                <c:pt idx="6362">
                  <c:v>295.93798449612405</c:v>
                </c:pt>
                <c:pt idx="6363">
                  <c:v>269.066985645933</c:v>
                </c:pt>
                <c:pt idx="6364">
                  <c:v>190.3153942428035</c:v>
                </c:pt>
                <c:pt idx="6365">
                  <c:v>114.00507614213198</c:v>
                </c:pt>
                <c:pt idx="6366">
                  <c:v>106.16</c:v>
                </c:pt>
                <c:pt idx="6367">
                  <c:v>166.27272727272728</c:v>
                </c:pt>
                <c:pt idx="6368">
                  <c:v>234.50420168067228</c:v>
                </c:pt>
                <c:pt idx="6369">
                  <c:v>189.93559322033897</c:v>
                </c:pt>
                <c:pt idx="6370">
                  <c:v>118.46739130434784</c:v>
                </c:pt>
                <c:pt idx="6371">
                  <c:v>106.53846153846152</c:v>
                </c:pt>
                <c:pt idx="6372">
                  <c:v>104.03571428571428</c:v>
                </c:pt>
                <c:pt idx="6373">
                  <c:v>129.5932584269663</c:v>
                </c:pt>
                <c:pt idx="6374">
                  <c:v>111.66666666666669</c:v>
                </c:pt>
                <c:pt idx="6375">
                  <c:v>292.3515625</c:v>
                </c:pt>
                <c:pt idx="6376">
                  <c:v>202.8048780487805</c:v>
                </c:pt>
                <c:pt idx="6377">
                  <c:v>107.48648648648648</c:v>
                </c:pt>
                <c:pt idx="6378">
                  <c:v>180.6818181818182</c:v>
                </c:pt>
                <c:pt idx="6379">
                  <c:v>28.05465645659767</c:v>
                </c:pt>
                <c:pt idx="6380">
                  <c:v>188.9292604501608</c:v>
                </c:pt>
                <c:pt idx="6381">
                  <c:v>226.4090909090909</c:v>
                </c:pt>
                <c:pt idx="6382">
                  <c:v>210.3232558139535</c:v>
                </c:pt>
                <c:pt idx="6383">
                  <c:v>207.65727699530515</c:v>
                </c:pt>
                <c:pt idx="6384">
                  <c:v>98.3302752293578</c:v>
                </c:pt>
                <c:pt idx="6385">
                  <c:v>101.51898734177216</c:v>
                </c:pt>
                <c:pt idx="6386">
                  <c:v>182.7741935483871</c:v>
                </c:pt>
                <c:pt idx="6387">
                  <c:v>102.08333333333331</c:v>
                </c:pt>
                <c:pt idx="6388">
                  <c:v>123.4367816091954</c:v>
                </c:pt>
                <c:pt idx="6389">
                  <c:v>77.86410496719775</c:v>
                </c:pt>
                <c:pt idx="6390">
                  <c:v>147.97727272727272</c:v>
                </c:pt>
                <c:pt idx="6391">
                  <c:v>106.66071428571428</c:v>
                </c:pt>
                <c:pt idx="6392">
                  <c:v>149.41176470588235</c:v>
                </c:pt>
                <c:pt idx="6393">
                  <c:v>180.93805309734512</c:v>
                </c:pt>
                <c:pt idx="6394">
                  <c:v>113.87619047619047</c:v>
                </c:pt>
                <c:pt idx="6395">
                  <c:v>101.82894736842104</c:v>
                </c:pt>
                <c:pt idx="6396">
                  <c:v>131.77142857142857</c:v>
                </c:pt>
                <c:pt idx="6397">
                  <c:v>205.9430894308943</c:v>
                </c:pt>
                <c:pt idx="6398">
                  <c:v>123.5897435897436</c:v>
                </c:pt>
                <c:pt idx="6399">
                  <c:v>144.03571428571428</c:v>
                </c:pt>
                <c:pt idx="6400">
                  <c:v>65.83333333333333</c:v>
                </c:pt>
                <c:pt idx="6401">
                  <c:v>237.2622950819672</c:v>
                </c:pt>
                <c:pt idx="6402">
                  <c:v>117.8125</c:v>
                </c:pt>
                <c:pt idx="6403">
                  <c:v>163.5045871559633</c:v>
                </c:pt>
                <c:pt idx="6404">
                  <c:v>204.70944741532972</c:v>
                </c:pt>
                <c:pt idx="6405">
                  <c:v>124.747572815534</c:v>
                </c:pt>
                <c:pt idx="6406">
                  <c:v>197.7540983606557</c:v>
                </c:pt>
                <c:pt idx="6407">
                  <c:v>86.5</c:v>
                </c:pt>
                <c:pt idx="6408">
                  <c:v>215.44736842105263</c:v>
                </c:pt>
                <c:pt idx="6409">
                  <c:v>216.12</c:v>
                </c:pt>
                <c:pt idx="6410">
                  <c:v>224.8823529411765</c:v>
                </c:pt>
                <c:pt idx="6411">
                  <c:v>74.49397590361446</c:v>
                </c:pt>
                <c:pt idx="6412">
                  <c:v>92.38524590163937</c:v>
                </c:pt>
                <c:pt idx="6413">
                  <c:v>120.3913043478261</c:v>
                </c:pt>
                <c:pt idx="6414">
                  <c:v>175.23703703703703</c:v>
                </c:pt>
                <c:pt idx="6415">
                  <c:v>112.98809523809524</c:v>
                </c:pt>
                <c:pt idx="6416">
                  <c:v>116.20967741935485</c:v>
                </c:pt>
                <c:pt idx="6417">
                  <c:v>107.953216374269</c:v>
                </c:pt>
                <c:pt idx="6418">
                  <c:v>121.08571428571427</c:v>
                </c:pt>
                <c:pt idx="6419">
                  <c:v>189.625</c:v>
                </c:pt>
                <c:pt idx="6420">
                  <c:v>174.515625</c:v>
                </c:pt>
                <c:pt idx="6421">
                  <c:v>96.7008547008547</c:v>
                </c:pt>
                <c:pt idx="6422">
                  <c:v>146.97727272727272</c:v>
                </c:pt>
                <c:pt idx="6423">
                  <c:v>76.92682926829268</c:v>
                </c:pt>
                <c:pt idx="6424">
                  <c:v>173.63696369636963</c:v>
                </c:pt>
                <c:pt idx="6425">
                  <c:v>105.2077922077922</c:v>
                </c:pt>
                <c:pt idx="6426">
                  <c:v>207.4</c:v>
                </c:pt>
                <c:pt idx="6427">
                  <c:v>144.0625</c:v>
                </c:pt>
                <c:pt idx="6428">
                  <c:v>211.521978021978</c:v>
                </c:pt>
                <c:pt idx="6429">
                  <c:v>60.74651426789494</c:v>
                </c:pt>
                <c:pt idx="6430">
                  <c:v>214.268115942029</c:v>
                </c:pt>
                <c:pt idx="6431">
                  <c:v>153.76712328767124</c:v>
                </c:pt>
                <c:pt idx="6432">
                  <c:v>141.08771929824562</c:v>
                </c:pt>
                <c:pt idx="6433">
                  <c:v>191.16216216216216</c:v>
                </c:pt>
                <c:pt idx="6434">
                  <c:v>161.31496062992127</c:v>
                </c:pt>
                <c:pt idx="6435">
                  <c:v>240.5578093306288</c:v>
                </c:pt>
                <c:pt idx="6436">
                  <c:v>137.78899082568807</c:v>
                </c:pt>
                <c:pt idx="6437">
                  <c:v>124.31428571428572</c:v>
                </c:pt>
                <c:pt idx="6438">
                  <c:v>110.53333333333332</c:v>
                </c:pt>
                <c:pt idx="6439">
                  <c:v>99.28571428571428</c:v>
                </c:pt>
                <c:pt idx="6440">
                  <c:v>113.625</c:v>
                </c:pt>
                <c:pt idx="6441">
                  <c:v>85.62765957446808</c:v>
                </c:pt>
                <c:pt idx="6442">
                  <c:v>182.24444444444444</c:v>
                </c:pt>
                <c:pt idx="6443">
                  <c:v>150.74166666666667</c:v>
                </c:pt>
                <c:pt idx="6444">
                  <c:v>209.9883870967742</c:v>
                </c:pt>
                <c:pt idx="6445">
                  <c:v>85.32692307692308</c:v>
                </c:pt>
                <c:pt idx="6446">
                  <c:v>107.06976744186046</c:v>
                </c:pt>
                <c:pt idx="6447">
                  <c:v>195.1379310344828</c:v>
                </c:pt>
                <c:pt idx="6448">
                  <c:v>134.61904761904762</c:v>
                </c:pt>
                <c:pt idx="6449">
                  <c:v>90.74358974358974</c:v>
                </c:pt>
                <c:pt idx="6450">
                  <c:v>213.0487804878049</c:v>
                </c:pt>
                <c:pt idx="6451">
                  <c:v>186.90625</c:v>
                </c:pt>
                <c:pt idx="6452">
                  <c:v>124.44568245125348</c:v>
                </c:pt>
                <c:pt idx="6453">
                  <c:v>124.64285714285714</c:v>
                </c:pt>
                <c:pt idx="6454">
                  <c:v>223.64788732394365</c:v>
                </c:pt>
                <c:pt idx="6455">
                  <c:v>159.95575221238937</c:v>
                </c:pt>
                <c:pt idx="6456">
                  <c:v>134.29299363057325</c:v>
                </c:pt>
                <c:pt idx="6457">
                  <c:v>212.9642857142857</c:v>
                </c:pt>
                <c:pt idx="6458">
                  <c:v>119.547703180212</c:v>
                </c:pt>
                <c:pt idx="6459">
                  <c:v>163.125</c:v>
                </c:pt>
                <c:pt idx="6460">
                  <c:v>146.6315789473684</c:v>
                </c:pt>
                <c:pt idx="6461">
                  <c:v>165.32608695652175</c:v>
                </c:pt>
                <c:pt idx="6462">
                  <c:v>190.25096525096524</c:v>
                </c:pt>
                <c:pt idx="6463">
                  <c:v>187.77272727272728</c:v>
                </c:pt>
                <c:pt idx="6464">
                  <c:v>131.75</c:v>
                </c:pt>
                <c:pt idx="6465">
                  <c:v>113.8157894736842</c:v>
                </c:pt>
                <c:pt idx="6466">
                  <c:v>171.359649122807</c:v>
                </c:pt>
                <c:pt idx="6467">
                  <c:v>202.11111111111111</c:v>
                </c:pt>
                <c:pt idx="6468">
                  <c:v>122.89655172413794</c:v>
                </c:pt>
                <c:pt idx="6469">
                  <c:v>89.75471698113208</c:v>
                </c:pt>
                <c:pt idx="6470">
                  <c:v>219.76666666666668</c:v>
                </c:pt>
                <c:pt idx="6471">
                  <c:v>94.01020408163264</c:v>
                </c:pt>
                <c:pt idx="6472">
                  <c:v>180.0</c:v>
                </c:pt>
                <c:pt idx="6473">
                  <c:v>73.72</c:v>
                </c:pt>
                <c:pt idx="6474">
                  <c:v>193.0967741935484</c:v>
                </c:pt>
                <c:pt idx="6475">
                  <c:v>69.33033033033033</c:v>
                </c:pt>
                <c:pt idx="6476">
                  <c:v>259.3965517241379</c:v>
                </c:pt>
                <c:pt idx="6477">
                  <c:v>167.27142857142857</c:v>
                </c:pt>
                <c:pt idx="6478">
                  <c:v>66.76309226932668</c:v>
                </c:pt>
                <c:pt idx="6479">
                  <c:v>115.25714285714284</c:v>
                </c:pt>
                <c:pt idx="6480">
                  <c:v>136.02083333333334</c:v>
                </c:pt>
                <c:pt idx="6481">
                  <c:v>142.63793103448276</c:v>
                </c:pt>
                <c:pt idx="6482">
                  <c:v>252.3921568627451</c:v>
                </c:pt>
                <c:pt idx="6483">
                  <c:v>150.54320987654322</c:v>
                </c:pt>
                <c:pt idx="6484">
                  <c:v>199.97260273972603</c:v>
                </c:pt>
                <c:pt idx="6485">
                  <c:v>201.31914893617025</c:v>
                </c:pt>
                <c:pt idx="6486">
                  <c:v>181.8783068783069</c:v>
                </c:pt>
                <c:pt idx="6487">
                  <c:v>86.40140845070422</c:v>
                </c:pt>
                <c:pt idx="6488">
                  <c:v>138.83636363636364</c:v>
                </c:pt>
                <c:pt idx="6489">
                  <c:v>255.76470588235293</c:v>
                </c:pt>
                <c:pt idx="6490">
                  <c:v>292.32</c:v>
                </c:pt>
                <c:pt idx="6491">
                  <c:v>121.6256157635468</c:v>
                </c:pt>
                <c:pt idx="6492">
                  <c:v>96.36708860759494</c:v>
                </c:pt>
                <c:pt idx="6493">
                  <c:v>126.94736842105264</c:v>
                </c:pt>
                <c:pt idx="6494">
                  <c:v>334.8702290076336</c:v>
                </c:pt>
                <c:pt idx="6495">
                  <c:v>101.9438202247191</c:v>
                </c:pt>
                <c:pt idx="6496">
                  <c:v>111.976</c:v>
                </c:pt>
                <c:pt idx="6497">
                  <c:v>179.52631578947367</c:v>
                </c:pt>
                <c:pt idx="6498">
                  <c:v>91.09401709401708</c:v>
                </c:pt>
                <c:pt idx="6499">
                  <c:v>91.03416856492028</c:v>
                </c:pt>
                <c:pt idx="6500">
                  <c:v>160.3</c:v>
                </c:pt>
                <c:pt idx="6501">
                  <c:v>118.66666666666669</c:v>
                </c:pt>
                <c:pt idx="6502">
                  <c:v>121.43478260869566</c:v>
                </c:pt>
                <c:pt idx="6503">
                  <c:v>152.50265957446808</c:v>
                </c:pt>
                <c:pt idx="6504">
                  <c:v>122.58695652173913</c:v>
                </c:pt>
                <c:pt idx="6505">
                  <c:v>176.96226415094338</c:v>
                </c:pt>
                <c:pt idx="6506">
                  <c:v>133.3</c:v>
                </c:pt>
                <c:pt idx="6507">
                  <c:v>141.95238095238096</c:v>
                </c:pt>
                <c:pt idx="6508">
                  <c:v>150.85294117647058</c:v>
                </c:pt>
                <c:pt idx="6509">
                  <c:v>151.42485549132948</c:v>
                </c:pt>
                <c:pt idx="6510">
                  <c:v>147.33587786259542</c:v>
                </c:pt>
                <c:pt idx="6511">
                  <c:v>200.47272727272727</c:v>
                </c:pt>
                <c:pt idx="6512">
                  <c:v>81.5</c:v>
                </c:pt>
                <c:pt idx="6513">
                  <c:v>196.0</c:v>
                </c:pt>
                <c:pt idx="6514">
                  <c:v>249.45</c:v>
                </c:pt>
                <c:pt idx="6515">
                  <c:v>112.9625668449198</c:v>
                </c:pt>
                <c:pt idx="6516">
                  <c:v>141.60798548094374</c:v>
                </c:pt>
                <c:pt idx="6517">
                  <c:v>161.375</c:v>
                </c:pt>
                <c:pt idx="6518">
                  <c:v>116.0204081632653</c:v>
                </c:pt>
                <c:pt idx="6519">
                  <c:v>130.4983552631579</c:v>
                </c:pt>
                <c:pt idx="6520">
                  <c:v>104.8936170212766</c:v>
                </c:pt>
                <c:pt idx="6521">
                  <c:v>156.9171597633136</c:v>
                </c:pt>
                <c:pt idx="6522">
                  <c:v>187.13541666666663</c:v>
                </c:pt>
                <c:pt idx="6523">
                  <c:v>116.72727272727272</c:v>
                </c:pt>
                <c:pt idx="6524">
                  <c:v>138.0344827586207</c:v>
                </c:pt>
                <c:pt idx="6525">
                  <c:v>218.6428571428572</c:v>
                </c:pt>
                <c:pt idx="6526">
                  <c:v>263.4297520661157</c:v>
                </c:pt>
                <c:pt idx="6527">
                  <c:v>170.1346153846154</c:v>
                </c:pt>
                <c:pt idx="6528">
                  <c:v>103.27272727272728</c:v>
                </c:pt>
                <c:pt idx="6529">
                  <c:v>209.97857142857143</c:v>
                </c:pt>
                <c:pt idx="6530">
                  <c:v>85.54625550660793</c:v>
                </c:pt>
                <c:pt idx="6531">
                  <c:v>168.02846975088968</c:v>
                </c:pt>
                <c:pt idx="6532">
                  <c:v>176.30278884462152</c:v>
                </c:pt>
                <c:pt idx="6533">
                  <c:v>113.8125</c:v>
                </c:pt>
                <c:pt idx="6534">
                  <c:v>159.52777777777777</c:v>
                </c:pt>
                <c:pt idx="6535">
                  <c:v>129.49433962264152</c:v>
                </c:pt>
                <c:pt idx="6536">
                  <c:v>212.83870967741936</c:v>
                </c:pt>
                <c:pt idx="6537">
                  <c:v>184.218487394958</c:v>
                </c:pt>
                <c:pt idx="6538">
                  <c:v>90.29166666666669</c:v>
                </c:pt>
                <c:pt idx="6539">
                  <c:v>161.0793650793651</c:v>
                </c:pt>
                <c:pt idx="6540">
                  <c:v>133.75</c:v>
                </c:pt>
                <c:pt idx="6541">
                  <c:v>183.48322147651007</c:v>
                </c:pt>
                <c:pt idx="6542">
                  <c:v>163.59701492537314</c:v>
                </c:pt>
                <c:pt idx="6543">
                  <c:v>182.0448717948718</c:v>
                </c:pt>
                <c:pt idx="6544">
                  <c:v>260.8048780487805</c:v>
                </c:pt>
                <c:pt idx="6545">
                  <c:v>80.92957746478874</c:v>
                </c:pt>
                <c:pt idx="6546">
                  <c:v>227.7180616740088</c:v>
                </c:pt>
                <c:pt idx="6547">
                  <c:v>171.06172839506172</c:v>
                </c:pt>
                <c:pt idx="6548">
                  <c:v>83.53623188405797</c:v>
                </c:pt>
                <c:pt idx="6549">
                  <c:v>169.55</c:v>
                </c:pt>
                <c:pt idx="6550">
                  <c:v>136.5737704918033</c:v>
                </c:pt>
                <c:pt idx="6551">
                  <c:v>220.79761904761904</c:v>
                </c:pt>
                <c:pt idx="6552">
                  <c:v>196.44776119402985</c:v>
                </c:pt>
                <c:pt idx="6553">
                  <c:v>99.4375</c:v>
                </c:pt>
                <c:pt idx="6554">
                  <c:v>146.03225806451613</c:v>
                </c:pt>
                <c:pt idx="6555">
                  <c:v>177.36158192090394</c:v>
                </c:pt>
                <c:pt idx="6556">
                  <c:v>220.10416666666663</c:v>
                </c:pt>
                <c:pt idx="6557">
                  <c:v>167.77142857142857</c:v>
                </c:pt>
                <c:pt idx="6558">
                  <c:v>123.21551724137932</c:v>
                </c:pt>
                <c:pt idx="6559">
                  <c:v>232.50943396226413</c:v>
                </c:pt>
                <c:pt idx="6560">
                  <c:v>158.92361111111111</c:v>
                </c:pt>
                <c:pt idx="6561">
                  <c:v>166.83464566929135</c:v>
                </c:pt>
                <c:pt idx="6562">
                  <c:v>143.50162866449512</c:v>
                </c:pt>
                <c:pt idx="6563">
                  <c:v>211.4083129584352</c:v>
                </c:pt>
                <c:pt idx="6564">
                  <c:v>183.03692307692307</c:v>
                </c:pt>
                <c:pt idx="6565">
                  <c:v>139.6341463414634</c:v>
                </c:pt>
                <c:pt idx="6566">
                  <c:v>101.43283582089552</c:v>
                </c:pt>
                <c:pt idx="6567">
                  <c:v>84.09420289855072</c:v>
                </c:pt>
                <c:pt idx="6568">
                  <c:v>100.20833333333331</c:v>
                </c:pt>
                <c:pt idx="6569">
                  <c:v>91.57643312101912</c:v>
                </c:pt>
                <c:pt idx="6570">
                  <c:v>203.8</c:v>
                </c:pt>
                <c:pt idx="6571">
                  <c:v>193.35294117647052</c:v>
                </c:pt>
                <c:pt idx="6572">
                  <c:v>168.95238095238096</c:v>
                </c:pt>
                <c:pt idx="6573">
                  <c:v>268.0731707317073</c:v>
                </c:pt>
                <c:pt idx="6574">
                  <c:v>182.5359477124183</c:v>
                </c:pt>
                <c:pt idx="6575">
                  <c:v>178.3421052631579</c:v>
                </c:pt>
                <c:pt idx="6576">
                  <c:v>198.92307692307693</c:v>
                </c:pt>
                <c:pt idx="6577">
                  <c:v>144.35714285714286</c:v>
                </c:pt>
                <c:pt idx="6578">
                  <c:v>130.08860759493672</c:v>
                </c:pt>
                <c:pt idx="6579">
                  <c:v>99.14516129032258</c:v>
                </c:pt>
                <c:pt idx="6580">
                  <c:v>123.64406779661016</c:v>
                </c:pt>
                <c:pt idx="6581">
                  <c:v>181.77456647398844</c:v>
                </c:pt>
                <c:pt idx="6582">
                  <c:v>76.99645390070921</c:v>
                </c:pt>
                <c:pt idx="6583">
                  <c:v>141.88917525773195</c:v>
                </c:pt>
                <c:pt idx="6584">
                  <c:v>222.04166666666663</c:v>
                </c:pt>
                <c:pt idx="6585">
                  <c:v>100.51515151515152</c:v>
                </c:pt>
                <c:pt idx="6586">
                  <c:v>124.07692307692308</c:v>
                </c:pt>
                <c:pt idx="6587">
                  <c:v>182.95238095238096</c:v>
                </c:pt>
                <c:pt idx="6588">
                  <c:v>130.91304347826087</c:v>
                </c:pt>
                <c:pt idx="6589">
                  <c:v>99.22826086956522</c:v>
                </c:pt>
                <c:pt idx="6590">
                  <c:v>156.04887218045113</c:v>
                </c:pt>
                <c:pt idx="6591">
                  <c:v>222.843137254902</c:v>
                </c:pt>
                <c:pt idx="6592">
                  <c:v>190.17283950617283</c:v>
                </c:pt>
                <c:pt idx="6593">
                  <c:v>97.89285714285714</c:v>
                </c:pt>
                <c:pt idx="6594">
                  <c:v>123.125</c:v>
                </c:pt>
                <c:pt idx="6595">
                  <c:v>169.9387755102041</c:v>
                </c:pt>
                <c:pt idx="6596">
                  <c:v>157.81512605042016</c:v>
                </c:pt>
                <c:pt idx="6597">
                  <c:v>193.41379310344828</c:v>
                </c:pt>
                <c:pt idx="6598">
                  <c:v>98.71698113207547</c:v>
                </c:pt>
                <c:pt idx="6599">
                  <c:v>188.13728323699425</c:v>
                </c:pt>
                <c:pt idx="6600">
                  <c:v>69.47826086956522</c:v>
                </c:pt>
                <c:pt idx="6601">
                  <c:v>109.2550505050505</c:v>
                </c:pt>
                <c:pt idx="6602">
                  <c:v>90.05204460966543</c:v>
                </c:pt>
                <c:pt idx="6603">
                  <c:v>161.125</c:v>
                </c:pt>
                <c:pt idx="6604">
                  <c:v>160.6081081081081</c:v>
                </c:pt>
                <c:pt idx="6605">
                  <c:v>188.88</c:v>
                </c:pt>
                <c:pt idx="6606">
                  <c:v>102.96774193548389</c:v>
                </c:pt>
                <c:pt idx="6607">
                  <c:v>137.90651558073654</c:v>
                </c:pt>
                <c:pt idx="6608">
                  <c:v>97.22222222222224</c:v>
                </c:pt>
                <c:pt idx="6609">
                  <c:v>202.79591836734693</c:v>
                </c:pt>
                <c:pt idx="6610">
                  <c:v>205.18</c:v>
                </c:pt>
                <c:pt idx="6611">
                  <c:v>130.26829268292684</c:v>
                </c:pt>
                <c:pt idx="6612">
                  <c:v>195.25</c:v>
                </c:pt>
                <c:pt idx="6613">
                  <c:v>147.01123595505618</c:v>
                </c:pt>
                <c:pt idx="6614">
                  <c:v>80.83333333333333</c:v>
                </c:pt>
                <c:pt idx="6615">
                  <c:v>136.6949152542373</c:v>
                </c:pt>
                <c:pt idx="6616">
                  <c:v>180.12280701754386</c:v>
                </c:pt>
                <c:pt idx="6617">
                  <c:v>212.00338983050847</c:v>
                </c:pt>
                <c:pt idx="6618">
                  <c:v>120.47368421052632</c:v>
                </c:pt>
                <c:pt idx="6619">
                  <c:v>180.46687697160883</c:v>
                </c:pt>
                <c:pt idx="6620">
                  <c:v>136.6</c:v>
                </c:pt>
                <c:pt idx="6621">
                  <c:v>275.5816326530612</c:v>
                </c:pt>
                <c:pt idx="6622">
                  <c:v>199.2236842105264</c:v>
                </c:pt>
                <c:pt idx="6623">
                  <c:v>170.07142857142858</c:v>
                </c:pt>
                <c:pt idx="6624">
                  <c:v>59.648648648648646</c:v>
                </c:pt>
                <c:pt idx="6625">
                  <c:v>236.6</c:v>
                </c:pt>
                <c:pt idx="6626">
                  <c:v>97.2258064516129</c:v>
                </c:pt>
                <c:pt idx="6627">
                  <c:v>238.49382716049385</c:v>
                </c:pt>
                <c:pt idx="6628">
                  <c:v>171.3968253968254</c:v>
                </c:pt>
                <c:pt idx="6629">
                  <c:v>105.3274647887324</c:v>
                </c:pt>
                <c:pt idx="6630">
                  <c:v>101.04444444444444</c:v>
                </c:pt>
                <c:pt idx="6631">
                  <c:v>118.66666666666669</c:v>
                </c:pt>
                <c:pt idx="6632">
                  <c:v>269.1090909090909</c:v>
                </c:pt>
                <c:pt idx="6633">
                  <c:v>130.36994219653178</c:v>
                </c:pt>
                <c:pt idx="6634">
                  <c:v>191.8333333333333</c:v>
                </c:pt>
                <c:pt idx="6635">
                  <c:v>121.0</c:v>
                </c:pt>
                <c:pt idx="6636">
                  <c:v>103.83333333333331</c:v>
                </c:pt>
                <c:pt idx="6637">
                  <c:v>190.66666666666663</c:v>
                </c:pt>
                <c:pt idx="6638">
                  <c:v>95.83333333333331</c:v>
                </c:pt>
                <c:pt idx="6639">
                  <c:v>221.9268292682927</c:v>
                </c:pt>
                <c:pt idx="6640">
                  <c:v>164.45679012345678</c:v>
                </c:pt>
                <c:pt idx="6641">
                  <c:v>148.63235294117646</c:v>
                </c:pt>
                <c:pt idx="6642">
                  <c:v>118.52173913043478</c:v>
                </c:pt>
                <c:pt idx="6643">
                  <c:v>149.3228346456693</c:v>
                </c:pt>
                <c:pt idx="6644">
                  <c:v>195.07777777777773</c:v>
                </c:pt>
                <c:pt idx="6645">
                  <c:v>160.94505494505495</c:v>
                </c:pt>
                <c:pt idx="6646">
                  <c:v>90.15</c:v>
                </c:pt>
                <c:pt idx="6647">
                  <c:v>199.52941176470588</c:v>
                </c:pt>
                <c:pt idx="6648">
                  <c:v>107.4</c:v>
                </c:pt>
                <c:pt idx="6649">
                  <c:v>69.70175438596492</c:v>
                </c:pt>
                <c:pt idx="6650">
                  <c:v>234.76344086021504</c:v>
                </c:pt>
                <c:pt idx="6651">
                  <c:v>205.3636363636364</c:v>
                </c:pt>
                <c:pt idx="6652">
                  <c:v>240.80575539568343</c:v>
                </c:pt>
                <c:pt idx="6653">
                  <c:v>132.88888888888889</c:v>
                </c:pt>
                <c:pt idx="6654">
                  <c:v>108.18604651162792</c:v>
                </c:pt>
                <c:pt idx="6655">
                  <c:v>70.54301075268818</c:v>
                </c:pt>
                <c:pt idx="6656">
                  <c:v>105.48314606741572</c:v>
                </c:pt>
                <c:pt idx="6657">
                  <c:v>231.7048710601719</c:v>
                </c:pt>
                <c:pt idx="6658">
                  <c:v>139.27413127413126</c:v>
                </c:pt>
                <c:pt idx="6659">
                  <c:v>217.3684210526316</c:v>
                </c:pt>
                <c:pt idx="6660">
                  <c:v>179.49506037321623</c:v>
                </c:pt>
                <c:pt idx="6661">
                  <c:v>103.66279069767442</c:v>
                </c:pt>
                <c:pt idx="6662">
                  <c:v>150.54166666666666</c:v>
                </c:pt>
                <c:pt idx="6663">
                  <c:v>190.8571428571429</c:v>
                </c:pt>
                <c:pt idx="6664">
                  <c:v>121.61627906976744</c:v>
                </c:pt>
                <c:pt idx="6665">
                  <c:v>195.8048780487805</c:v>
                </c:pt>
                <c:pt idx="6666">
                  <c:v>153.30769230769232</c:v>
                </c:pt>
                <c:pt idx="6667">
                  <c:v>100.73563218390804</c:v>
                </c:pt>
                <c:pt idx="6668">
                  <c:v>165.8</c:v>
                </c:pt>
                <c:pt idx="6669">
                  <c:v>265.97402597402595</c:v>
                </c:pt>
                <c:pt idx="6670">
                  <c:v>106.73076923076924</c:v>
                </c:pt>
                <c:pt idx="6671">
                  <c:v>189.2465753424657</c:v>
                </c:pt>
                <c:pt idx="6672">
                  <c:v>115.0</c:v>
                </c:pt>
                <c:pt idx="6673">
                  <c:v>203.66076696165192</c:v>
                </c:pt>
                <c:pt idx="6674">
                  <c:v>156.41666666666666</c:v>
                </c:pt>
                <c:pt idx="6675">
                  <c:v>123.009900990099</c:v>
                </c:pt>
                <c:pt idx="6676">
                  <c:v>154.5528455284553</c:v>
                </c:pt>
                <c:pt idx="6677">
                  <c:v>213.6727272727273</c:v>
                </c:pt>
                <c:pt idx="6678">
                  <c:v>151.4311926605505</c:v>
                </c:pt>
                <c:pt idx="6679">
                  <c:v>211.2142857142857</c:v>
                </c:pt>
                <c:pt idx="6680">
                  <c:v>107.0</c:v>
                </c:pt>
                <c:pt idx="6681">
                  <c:v>220.5</c:v>
                </c:pt>
                <c:pt idx="6682">
                  <c:v>211.4661921708185</c:v>
                </c:pt>
                <c:pt idx="6683">
                  <c:v>144.59615384615384</c:v>
                </c:pt>
                <c:pt idx="6684">
                  <c:v>105.70689655172414</c:v>
                </c:pt>
                <c:pt idx="6685">
                  <c:v>155.0483870967742</c:v>
                </c:pt>
                <c:pt idx="6686">
                  <c:v>155.62345679012347</c:v>
                </c:pt>
                <c:pt idx="6687">
                  <c:v>104.92265193370166</c:v>
                </c:pt>
                <c:pt idx="6688">
                  <c:v>150.42156862745097</c:v>
                </c:pt>
                <c:pt idx="6689">
                  <c:v>74.9047619047619</c:v>
                </c:pt>
                <c:pt idx="6690">
                  <c:v>170.70133333333334</c:v>
                </c:pt>
                <c:pt idx="6691">
                  <c:v>181.6853582554517</c:v>
                </c:pt>
                <c:pt idx="6692">
                  <c:v>86.67857142857143</c:v>
                </c:pt>
                <c:pt idx="6693">
                  <c:v>203.171875</c:v>
                </c:pt>
                <c:pt idx="6694">
                  <c:v>175.01869158878506</c:v>
                </c:pt>
                <c:pt idx="6695">
                  <c:v>80.05405405405405</c:v>
                </c:pt>
                <c:pt idx="6696">
                  <c:v>146.0810810810811</c:v>
                </c:pt>
                <c:pt idx="6697">
                  <c:v>205.775</c:v>
                </c:pt>
                <c:pt idx="6698">
                  <c:v>183.66666666666663</c:v>
                </c:pt>
                <c:pt idx="6699">
                  <c:v>67.04834605597965</c:v>
                </c:pt>
                <c:pt idx="6700">
                  <c:v>169.12582781456953</c:v>
                </c:pt>
                <c:pt idx="6701">
                  <c:v>165.57142857142858</c:v>
                </c:pt>
                <c:pt idx="6702">
                  <c:v>97.56349206349206</c:v>
                </c:pt>
                <c:pt idx="6703">
                  <c:v>136.5</c:v>
                </c:pt>
                <c:pt idx="6704">
                  <c:v>172.25694444444446</c:v>
                </c:pt>
                <c:pt idx="6705">
                  <c:v>138.9814814814815</c:v>
                </c:pt>
                <c:pt idx="6706">
                  <c:v>124.26829268292684</c:v>
                </c:pt>
                <c:pt idx="6707">
                  <c:v>247.70212765957447</c:v>
                </c:pt>
                <c:pt idx="6708">
                  <c:v>116.92537313432835</c:v>
                </c:pt>
                <c:pt idx="6709">
                  <c:v>168.2156862745098</c:v>
                </c:pt>
                <c:pt idx="6710">
                  <c:v>214.17934782608697</c:v>
                </c:pt>
                <c:pt idx="6711">
                  <c:v>166.11363636363637</c:v>
                </c:pt>
                <c:pt idx="6712">
                  <c:v>120.70515463917526</c:v>
                </c:pt>
                <c:pt idx="6713">
                  <c:v>185.57777777777773</c:v>
                </c:pt>
                <c:pt idx="6714">
                  <c:v>147.32093023255814</c:v>
                </c:pt>
                <c:pt idx="6715">
                  <c:v>196.12345679012347</c:v>
                </c:pt>
                <c:pt idx="6716">
                  <c:v>161.8230088495575</c:v>
                </c:pt>
                <c:pt idx="6717">
                  <c:v>201.5820895522388</c:v>
                </c:pt>
                <c:pt idx="6718">
                  <c:v>74.40229885057471</c:v>
                </c:pt>
                <c:pt idx="6719">
                  <c:v>70.6544502617801</c:v>
                </c:pt>
                <c:pt idx="6720">
                  <c:v>166.16326530612244</c:v>
                </c:pt>
                <c:pt idx="6721">
                  <c:v>114.57142857142856</c:v>
                </c:pt>
                <c:pt idx="6722">
                  <c:v>83.70370370370371</c:v>
                </c:pt>
                <c:pt idx="6723">
                  <c:v>113.89189189189187</c:v>
                </c:pt>
                <c:pt idx="6724">
                  <c:v>118.27777777777776</c:v>
                </c:pt>
                <c:pt idx="6725">
                  <c:v>72.84750337381917</c:v>
                </c:pt>
                <c:pt idx="6726">
                  <c:v>211.02312138728325</c:v>
                </c:pt>
                <c:pt idx="6727">
                  <c:v>128.2325581395349</c:v>
                </c:pt>
                <c:pt idx="6728">
                  <c:v>173.76923076923077</c:v>
                </c:pt>
                <c:pt idx="6729">
                  <c:v>245.5572519083969</c:v>
                </c:pt>
                <c:pt idx="6730">
                  <c:v>152.39705882352942</c:v>
                </c:pt>
                <c:pt idx="6731">
                  <c:v>97.65656565656566</c:v>
                </c:pt>
                <c:pt idx="6732">
                  <c:v>261.64935064935065</c:v>
                </c:pt>
                <c:pt idx="6733">
                  <c:v>161.0686274509804</c:v>
                </c:pt>
                <c:pt idx="6734">
                  <c:v>221.6643109540636</c:v>
                </c:pt>
                <c:pt idx="6735">
                  <c:v>189.69230769230768</c:v>
                </c:pt>
                <c:pt idx="6736">
                  <c:v>208.4897959183673</c:v>
                </c:pt>
                <c:pt idx="6737">
                  <c:v>121.08910891089108</c:v>
                </c:pt>
                <c:pt idx="6738">
                  <c:v>166.51923076923077</c:v>
                </c:pt>
                <c:pt idx="6739">
                  <c:v>154.27586206896552</c:v>
                </c:pt>
                <c:pt idx="6740">
                  <c:v>188.027397260274</c:v>
                </c:pt>
                <c:pt idx="6741">
                  <c:v>237.0</c:v>
                </c:pt>
                <c:pt idx="6742">
                  <c:v>120.26388888888889</c:v>
                </c:pt>
                <c:pt idx="6743">
                  <c:v>204.98076923076923</c:v>
                </c:pt>
                <c:pt idx="6744">
                  <c:v>110.61702127659576</c:v>
                </c:pt>
                <c:pt idx="6745">
                  <c:v>73.72549019607843</c:v>
                </c:pt>
                <c:pt idx="6746">
                  <c:v>122.26884422110552</c:v>
                </c:pt>
                <c:pt idx="6747">
                  <c:v>186.0</c:v>
                </c:pt>
                <c:pt idx="6748">
                  <c:v>84.5</c:v>
                </c:pt>
                <c:pt idx="6749">
                  <c:v>69.33333333333333</c:v>
                </c:pt>
                <c:pt idx="6750">
                  <c:v>207.7721238938053</c:v>
                </c:pt>
                <c:pt idx="6751">
                  <c:v>169.10434782608695</c:v>
                </c:pt>
                <c:pt idx="6752">
                  <c:v>226.3684210526316</c:v>
                </c:pt>
                <c:pt idx="6753">
                  <c:v>257.3020408163265</c:v>
                </c:pt>
                <c:pt idx="6754">
                  <c:v>192.21951219512195</c:v>
                </c:pt>
                <c:pt idx="6755">
                  <c:v>88.70270270270271</c:v>
                </c:pt>
                <c:pt idx="6756">
                  <c:v>137.82142857142858</c:v>
                </c:pt>
                <c:pt idx="6757">
                  <c:v>133.61290322580646</c:v>
                </c:pt>
                <c:pt idx="6758">
                  <c:v>109.0909090909091</c:v>
                </c:pt>
                <c:pt idx="6759">
                  <c:v>206.0938864628821</c:v>
                </c:pt>
                <c:pt idx="6760">
                  <c:v>8.7160842002744</c:v>
                </c:pt>
                <c:pt idx="6761">
                  <c:v>127.08733624454148</c:v>
                </c:pt>
                <c:pt idx="6762">
                  <c:v>170.89473684210526</c:v>
                </c:pt>
                <c:pt idx="6763">
                  <c:v>159.72527472527472</c:v>
                </c:pt>
                <c:pt idx="6764">
                  <c:v>199.71875</c:v>
                </c:pt>
                <c:pt idx="6765">
                  <c:v>168.51503759398497</c:v>
                </c:pt>
                <c:pt idx="6766">
                  <c:v>90.98019801980196</c:v>
                </c:pt>
                <c:pt idx="6767">
                  <c:v>101.34285714285714</c:v>
                </c:pt>
                <c:pt idx="6768">
                  <c:v>226.3684210526316</c:v>
                </c:pt>
                <c:pt idx="6769">
                  <c:v>183.0</c:v>
                </c:pt>
                <c:pt idx="6770">
                  <c:v>85.83018867924528</c:v>
                </c:pt>
                <c:pt idx="6771">
                  <c:v>253.0555555555556</c:v>
                </c:pt>
                <c:pt idx="6772">
                  <c:v>129.44444444444446</c:v>
                </c:pt>
                <c:pt idx="6773">
                  <c:v>153.21875</c:v>
                </c:pt>
                <c:pt idx="6774">
                  <c:v>68.87711864406779</c:v>
                </c:pt>
                <c:pt idx="6775">
                  <c:v>201.7189189189189</c:v>
                </c:pt>
                <c:pt idx="6776">
                  <c:v>199.97727272727272</c:v>
                </c:pt>
                <c:pt idx="6777">
                  <c:v>111.96067415730336</c:v>
                </c:pt>
                <c:pt idx="6778">
                  <c:v>210.58278145695363</c:v>
                </c:pt>
                <c:pt idx="6779">
                  <c:v>92.27083333333331</c:v>
                </c:pt>
                <c:pt idx="6780">
                  <c:v>118.11111111111111</c:v>
                </c:pt>
                <c:pt idx="6781">
                  <c:v>82.7560975609756</c:v>
                </c:pt>
                <c:pt idx="6782">
                  <c:v>170.76884422110552</c:v>
                </c:pt>
                <c:pt idx="6783">
                  <c:v>178.88095238095238</c:v>
                </c:pt>
                <c:pt idx="6784">
                  <c:v>171.13513513513513</c:v>
                </c:pt>
                <c:pt idx="6785">
                  <c:v>93.61666666666666</c:v>
                </c:pt>
                <c:pt idx="6786">
                  <c:v>72.88571428571429</c:v>
                </c:pt>
                <c:pt idx="6787">
                  <c:v>96.96052631578948</c:v>
                </c:pt>
                <c:pt idx="6788">
                  <c:v>187.3703703703704</c:v>
                </c:pt>
                <c:pt idx="6789">
                  <c:v>194.0126582278481</c:v>
                </c:pt>
                <c:pt idx="6790">
                  <c:v>109.46666666666668</c:v>
                </c:pt>
                <c:pt idx="6791">
                  <c:v>157.61971830985917</c:v>
                </c:pt>
                <c:pt idx="6792">
                  <c:v>206.4102564102564</c:v>
                </c:pt>
                <c:pt idx="6793">
                  <c:v>154.59541984732823</c:v>
                </c:pt>
                <c:pt idx="6794">
                  <c:v>217.33534743202412</c:v>
                </c:pt>
                <c:pt idx="6795">
                  <c:v>154.53571428571428</c:v>
                </c:pt>
                <c:pt idx="6796">
                  <c:v>213.59016393442624</c:v>
                </c:pt>
                <c:pt idx="6797">
                  <c:v>139.0</c:v>
                </c:pt>
                <c:pt idx="6798">
                  <c:v>139.9014778325123</c:v>
                </c:pt>
                <c:pt idx="6799">
                  <c:v>129.06211180124222</c:v>
                </c:pt>
                <c:pt idx="6800">
                  <c:v>127.9038961038961</c:v>
                </c:pt>
                <c:pt idx="6801">
                  <c:v>134.65232358003442</c:v>
                </c:pt>
                <c:pt idx="6802">
                  <c:v>163.0845070422535</c:v>
                </c:pt>
                <c:pt idx="6803">
                  <c:v>102.67619047619048</c:v>
                </c:pt>
                <c:pt idx="6804">
                  <c:v>229.7301587301588</c:v>
                </c:pt>
                <c:pt idx="6805">
                  <c:v>125.58955223880596</c:v>
                </c:pt>
                <c:pt idx="6806">
                  <c:v>146.2510460251046</c:v>
                </c:pt>
                <c:pt idx="6807">
                  <c:v>100.12121212121212</c:v>
                </c:pt>
                <c:pt idx="6808">
                  <c:v>213.17</c:v>
                </c:pt>
                <c:pt idx="6809">
                  <c:v>229.7530864197531</c:v>
                </c:pt>
                <c:pt idx="6810">
                  <c:v>202.9572192513369</c:v>
                </c:pt>
                <c:pt idx="6811">
                  <c:v>112.89655172413794</c:v>
                </c:pt>
                <c:pt idx="6812">
                  <c:v>137.11231884057972</c:v>
                </c:pt>
                <c:pt idx="6813">
                  <c:v>109.25555555555556</c:v>
                </c:pt>
                <c:pt idx="6814">
                  <c:v>6.699644031362563</c:v>
                </c:pt>
                <c:pt idx="6815">
                  <c:v>200.4333333333333</c:v>
                </c:pt>
                <c:pt idx="6816">
                  <c:v>153.2811059907834</c:v>
                </c:pt>
                <c:pt idx="6817">
                  <c:v>154.16190476190476</c:v>
                </c:pt>
                <c:pt idx="6818">
                  <c:v>203.0983606557377</c:v>
                </c:pt>
                <c:pt idx="6819">
                  <c:v>191.53521126760563</c:v>
                </c:pt>
                <c:pt idx="6820">
                  <c:v>162.36896551724138</c:v>
                </c:pt>
                <c:pt idx="6821">
                  <c:v>143.65408805031447</c:v>
                </c:pt>
                <c:pt idx="6822">
                  <c:v>196.2</c:v>
                </c:pt>
                <c:pt idx="6823">
                  <c:v>96.3125</c:v>
                </c:pt>
                <c:pt idx="6824">
                  <c:v>238.7439024390244</c:v>
                </c:pt>
                <c:pt idx="6825">
                  <c:v>235.8089622641509</c:v>
                </c:pt>
                <c:pt idx="6826">
                  <c:v>109.13207547169812</c:v>
                </c:pt>
                <c:pt idx="6827">
                  <c:v>211.1492537313433</c:v>
                </c:pt>
                <c:pt idx="6828">
                  <c:v>228.7217194570136</c:v>
                </c:pt>
                <c:pt idx="6829">
                  <c:v>163.9090909090909</c:v>
                </c:pt>
                <c:pt idx="6830">
                  <c:v>257.8412698412698</c:v>
                </c:pt>
                <c:pt idx="6831">
                  <c:v>245.5040650406504</c:v>
                </c:pt>
                <c:pt idx="6832">
                  <c:v>141.24257425742573</c:v>
                </c:pt>
                <c:pt idx="6833">
                  <c:v>94.1967213114754</c:v>
                </c:pt>
                <c:pt idx="6834">
                  <c:v>229.42545454545456</c:v>
                </c:pt>
                <c:pt idx="6835">
                  <c:v>42.84727817025189</c:v>
                </c:pt>
                <c:pt idx="6836">
                  <c:v>89.1358024691358</c:v>
                </c:pt>
                <c:pt idx="6837">
                  <c:v>93.56410256410255</c:v>
                </c:pt>
                <c:pt idx="6838">
                  <c:v>125.87845303867404</c:v>
                </c:pt>
                <c:pt idx="6839">
                  <c:v>223.6078431372549</c:v>
                </c:pt>
                <c:pt idx="6840">
                  <c:v>216.23</c:v>
                </c:pt>
                <c:pt idx="6841">
                  <c:v>202.53846153846155</c:v>
                </c:pt>
                <c:pt idx="6842">
                  <c:v>104.11111111111111</c:v>
                </c:pt>
                <c:pt idx="6843">
                  <c:v>118.56302521008404</c:v>
                </c:pt>
                <c:pt idx="6844">
                  <c:v>262.6875</c:v>
                </c:pt>
                <c:pt idx="6845">
                  <c:v>125.57894736842104</c:v>
                </c:pt>
                <c:pt idx="6846">
                  <c:v>117.80263157894736</c:v>
                </c:pt>
                <c:pt idx="6847">
                  <c:v>100.43939393939394</c:v>
                </c:pt>
                <c:pt idx="6848">
                  <c:v>226.29310344827587</c:v>
                </c:pt>
                <c:pt idx="6849">
                  <c:v>234.0681818181818</c:v>
                </c:pt>
                <c:pt idx="6850">
                  <c:v>111.86666666666666</c:v>
                </c:pt>
                <c:pt idx="6851">
                  <c:v>147.7191011235955</c:v>
                </c:pt>
                <c:pt idx="6852">
                  <c:v>184.72916666666663</c:v>
                </c:pt>
                <c:pt idx="6853">
                  <c:v>248.91729323308272</c:v>
                </c:pt>
                <c:pt idx="6854">
                  <c:v>97.26785714285714</c:v>
                </c:pt>
                <c:pt idx="6855">
                  <c:v>155.55707762557077</c:v>
                </c:pt>
                <c:pt idx="6856">
                  <c:v>231.8333333333333</c:v>
                </c:pt>
                <c:pt idx="6857">
                  <c:v>131.2982456140351</c:v>
                </c:pt>
                <c:pt idx="6858">
                  <c:v>113.63874345549738</c:v>
                </c:pt>
                <c:pt idx="6859">
                  <c:v>109.5</c:v>
                </c:pt>
                <c:pt idx="6860">
                  <c:v>242.4306220095694</c:v>
                </c:pt>
                <c:pt idx="6861">
                  <c:v>72.80357142857143</c:v>
                </c:pt>
                <c:pt idx="6862">
                  <c:v>205.80851063829783</c:v>
                </c:pt>
                <c:pt idx="6863">
                  <c:v>151.0</c:v>
                </c:pt>
                <c:pt idx="6864">
                  <c:v>124.6991150442478</c:v>
                </c:pt>
                <c:pt idx="6865">
                  <c:v>140.7962962962963</c:v>
                </c:pt>
                <c:pt idx="6866">
                  <c:v>219.7639751552795</c:v>
                </c:pt>
                <c:pt idx="6867">
                  <c:v>144.76190476190476</c:v>
                </c:pt>
                <c:pt idx="6868">
                  <c:v>178.03571428571428</c:v>
                </c:pt>
                <c:pt idx="6869">
                  <c:v>153.98461538461538</c:v>
                </c:pt>
                <c:pt idx="6870">
                  <c:v>127.47692307692309</c:v>
                </c:pt>
                <c:pt idx="6871">
                  <c:v>173.1</c:v>
                </c:pt>
                <c:pt idx="6872">
                  <c:v>208.3589743589744</c:v>
                </c:pt>
                <c:pt idx="6873">
                  <c:v>93.8913043478261</c:v>
                </c:pt>
                <c:pt idx="6874">
                  <c:v>153.4138888888889</c:v>
                </c:pt>
                <c:pt idx="6875">
                  <c:v>227.3333333333333</c:v>
                </c:pt>
                <c:pt idx="6876">
                  <c:v>109.36942675159236</c:v>
                </c:pt>
                <c:pt idx="6877">
                  <c:v>212.5</c:v>
                </c:pt>
                <c:pt idx="6878">
                  <c:v>281.7241379310345</c:v>
                </c:pt>
                <c:pt idx="6879">
                  <c:v>83.21813403416557</c:v>
                </c:pt>
                <c:pt idx="6880">
                  <c:v>181.45762711864407</c:v>
                </c:pt>
                <c:pt idx="6881">
                  <c:v>17.231451346046295</c:v>
                </c:pt>
                <c:pt idx="6882">
                  <c:v>190.23591549295776</c:v>
                </c:pt>
                <c:pt idx="6883">
                  <c:v>115.4074074074074</c:v>
                </c:pt>
                <c:pt idx="6884">
                  <c:v>91.3974358974359</c:v>
                </c:pt>
                <c:pt idx="6885">
                  <c:v>148.80353982300886</c:v>
                </c:pt>
                <c:pt idx="6886">
                  <c:v>278.3333333333333</c:v>
                </c:pt>
                <c:pt idx="6887">
                  <c:v>162.95750708215297</c:v>
                </c:pt>
                <c:pt idx="6888">
                  <c:v>199.65</c:v>
                </c:pt>
                <c:pt idx="6889">
                  <c:v>81.67857142857143</c:v>
                </c:pt>
                <c:pt idx="6890">
                  <c:v>196.3333333333333</c:v>
                </c:pt>
                <c:pt idx="6891">
                  <c:v>101.85</c:v>
                </c:pt>
                <c:pt idx="6892">
                  <c:v>179.60629921259843</c:v>
                </c:pt>
                <c:pt idx="6893">
                  <c:v>237.6206896551724</c:v>
                </c:pt>
                <c:pt idx="6894">
                  <c:v>232.0675324675325</c:v>
                </c:pt>
                <c:pt idx="6895">
                  <c:v>238.55911823647293</c:v>
                </c:pt>
                <c:pt idx="6896">
                  <c:v>81.87719298245614</c:v>
                </c:pt>
                <c:pt idx="6897">
                  <c:v>190.1206896551724</c:v>
                </c:pt>
                <c:pt idx="6898">
                  <c:v>91.7837837837838</c:v>
                </c:pt>
                <c:pt idx="6899">
                  <c:v>78.26881720430107</c:v>
                </c:pt>
                <c:pt idx="6900">
                  <c:v>78.26315789473684</c:v>
                </c:pt>
                <c:pt idx="6901">
                  <c:v>94.8695652173913</c:v>
                </c:pt>
                <c:pt idx="6902">
                  <c:v>163.68041237113405</c:v>
                </c:pt>
                <c:pt idx="6903">
                  <c:v>204.5204918032787</c:v>
                </c:pt>
                <c:pt idx="6904">
                  <c:v>158.75</c:v>
                </c:pt>
                <c:pt idx="6905">
                  <c:v>90.30555555555556</c:v>
                </c:pt>
                <c:pt idx="6906">
                  <c:v>138.10472279260782</c:v>
                </c:pt>
                <c:pt idx="6907">
                  <c:v>90.0</c:v>
                </c:pt>
                <c:pt idx="6908">
                  <c:v>79.01960784313725</c:v>
                </c:pt>
                <c:pt idx="6909">
                  <c:v>108.27368421052633</c:v>
                </c:pt>
                <c:pt idx="6910">
                  <c:v>111.52</c:v>
                </c:pt>
                <c:pt idx="6911">
                  <c:v>172.87719298245614</c:v>
                </c:pt>
                <c:pt idx="6912">
                  <c:v>214.2111111111111</c:v>
                </c:pt>
                <c:pt idx="6913">
                  <c:v>122.83018867924528</c:v>
                </c:pt>
                <c:pt idx="6914">
                  <c:v>166.29565217391306</c:v>
                </c:pt>
                <c:pt idx="6915">
                  <c:v>217.29864253393663</c:v>
                </c:pt>
                <c:pt idx="6916">
                  <c:v>129.97058823529412</c:v>
                </c:pt>
                <c:pt idx="6917">
                  <c:v>92.76712328767124</c:v>
                </c:pt>
                <c:pt idx="6918">
                  <c:v>161.2125</c:v>
                </c:pt>
                <c:pt idx="6919">
                  <c:v>80.91489361702128</c:v>
                </c:pt>
                <c:pt idx="6920">
                  <c:v>180.50704225352112</c:v>
                </c:pt>
                <c:pt idx="6921">
                  <c:v>139.71485943775102</c:v>
                </c:pt>
                <c:pt idx="6922">
                  <c:v>118.7090909090909</c:v>
                </c:pt>
                <c:pt idx="6923">
                  <c:v>102.8484107579462</c:v>
                </c:pt>
                <c:pt idx="6924">
                  <c:v>203.64948453608247</c:v>
                </c:pt>
                <c:pt idx="6925">
                  <c:v>99.90691489361704</c:v>
                </c:pt>
                <c:pt idx="6926">
                  <c:v>109.70716510903426</c:v>
                </c:pt>
                <c:pt idx="6927">
                  <c:v>155.46341463414635</c:v>
                </c:pt>
                <c:pt idx="6928">
                  <c:v>176.74333333333334</c:v>
                </c:pt>
                <c:pt idx="6929">
                  <c:v>98.37333333333332</c:v>
                </c:pt>
                <c:pt idx="6930">
                  <c:v>151.86170212765958</c:v>
                </c:pt>
                <c:pt idx="6931">
                  <c:v>144.82142857142858</c:v>
                </c:pt>
                <c:pt idx="6932">
                  <c:v>266.5692307692308</c:v>
                </c:pt>
                <c:pt idx="6933">
                  <c:v>195.69767441860463</c:v>
                </c:pt>
                <c:pt idx="6934">
                  <c:v>138.06976744186048</c:v>
                </c:pt>
                <c:pt idx="6935">
                  <c:v>158.78787878787878</c:v>
                </c:pt>
                <c:pt idx="6936">
                  <c:v>245.65734265734267</c:v>
                </c:pt>
                <c:pt idx="6937">
                  <c:v>113.63076923076925</c:v>
                </c:pt>
                <c:pt idx="6938">
                  <c:v>178.13131313131314</c:v>
                </c:pt>
                <c:pt idx="6939">
                  <c:v>121.18</c:v>
                </c:pt>
                <c:pt idx="6940">
                  <c:v>121.26136363636364</c:v>
                </c:pt>
                <c:pt idx="6941">
                  <c:v>102.81424148606813</c:v>
                </c:pt>
                <c:pt idx="6942">
                  <c:v>186.2439024390244</c:v>
                </c:pt>
                <c:pt idx="6943">
                  <c:v>202.9642857142857</c:v>
                </c:pt>
                <c:pt idx="6944">
                  <c:v>229.57123163692376</c:v>
                </c:pt>
                <c:pt idx="6945">
                  <c:v>77.328125</c:v>
                </c:pt>
                <c:pt idx="6946">
                  <c:v>145.88484848484848</c:v>
                </c:pt>
                <c:pt idx="6947">
                  <c:v>91.825</c:v>
                </c:pt>
                <c:pt idx="6948">
                  <c:v>91.9375</c:v>
                </c:pt>
                <c:pt idx="6949">
                  <c:v>177.575</c:v>
                </c:pt>
                <c:pt idx="6950">
                  <c:v>172.72727272727272</c:v>
                </c:pt>
                <c:pt idx="6951">
                  <c:v>206.5862068965517</c:v>
                </c:pt>
                <c:pt idx="6952">
                  <c:v>112.8538812785388</c:v>
                </c:pt>
                <c:pt idx="6953">
                  <c:v>139.88475836431226</c:v>
                </c:pt>
                <c:pt idx="6954">
                  <c:v>161.34841628959276</c:v>
                </c:pt>
                <c:pt idx="6955">
                  <c:v>162.63594470046084</c:v>
                </c:pt>
                <c:pt idx="6956">
                  <c:v>136.83703703703705</c:v>
                </c:pt>
                <c:pt idx="6957">
                  <c:v>146.065</c:v>
                </c:pt>
                <c:pt idx="6958">
                  <c:v>115.95</c:v>
                </c:pt>
                <c:pt idx="6959">
                  <c:v>220.6447368421053</c:v>
                </c:pt>
                <c:pt idx="6960">
                  <c:v>138.3</c:v>
                </c:pt>
                <c:pt idx="6961">
                  <c:v>96.35897435897436</c:v>
                </c:pt>
                <c:pt idx="6962">
                  <c:v>163.46835443037975</c:v>
                </c:pt>
                <c:pt idx="6963">
                  <c:v>110.9318181818182</c:v>
                </c:pt>
                <c:pt idx="6964">
                  <c:v>61.43604651162791</c:v>
                </c:pt>
                <c:pt idx="6965">
                  <c:v>202.39772727272728</c:v>
                </c:pt>
                <c:pt idx="6966">
                  <c:v>143.70342771982115</c:v>
                </c:pt>
                <c:pt idx="6967">
                  <c:v>170.24324324324326</c:v>
                </c:pt>
                <c:pt idx="6968">
                  <c:v>124.52173913043478</c:v>
                </c:pt>
                <c:pt idx="6969">
                  <c:v>186.88826815642457</c:v>
                </c:pt>
                <c:pt idx="6970">
                  <c:v>89.60126582278481</c:v>
                </c:pt>
                <c:pt idx="6971">
                  <c:v>156.51162790697674</c:v>
                </c:pt>
                <c:pt idx="6972">
                  <c:v>223.87878787878788</c:v>
                </c:pt>
                <c:pt idx="6973">
                  <c:v>245.48275862068965</c:v>
                </c:pt>
                <c:pt idx="6974">
                  <c:v>168.87719298245614</c:v>
                </c:pt>
                <c:pt idx="6975">
                  <c:v>122.47422680412372</c:v>
                </c:pt>
                <c:pt idx="6976">
                  <c:v>229.8292682926829</c:v>
                </c:pt>
                <c:pt idx="6977">
                  <c:v>158.64028776978418</c:v>
                </c:pt>
                <c:pt idx="6978">
                  <c:v>251.31493506493507</c:v>
                </c:pt>
                <c:pt idx="6979">
                  <c:v>203.4583333333333</c:v>
                </c:pt>
                <c:pt idx="6980">
                  <c:v>77.28125</c:v>
                </c:pt>
                <c:pt idx="6981">
                  <c:v>95.88</c:v>
                </c:pt>
                <c:pt idx="6982">
                  <c:v>172.62857142857143</c:v>
                </c:pt>
                <c:pt idx="6983">
                  <c:v>70.07317073170732</c:v>
                </c:pt>
                <c:pt idx="6984">
                  <c:v>109.49484536082474</c:v>
                </c:pt>
                <c:pt idx="6985">
                  <c:v>195.7058823529412</c:v>
                </c:pt>
                <c:pt idx="6986">
                  <c:v>182.52777777777777</c:v>
                </c:pt>
                <c:pt idx="6987">
                  <c:v>170.32</c:v>
                </c:pt>
                <c:pt idx="6988">
                  <c:v>192.9598662207358</c:v>
                </c:pt>
                <c:pt idx="6989">
                  <c:v>173.88311688311688</c:v>
                </c:pt>
                <c:pt idx="6990">
                  <c:v>84.93333333333334</c:v>
                </c:pt>
                <c:pt idx="6991">
                  <c:v>117.83673469387756</c:v>
                </c:pt>
                <c:pt idx="6992">
                  <c:v>110.75862068965516</c:v>
                </c:pt>
                <c:pt idx="6993">
                  <c:v>108.41379310344828</c:v>
                </c:pt>
                <c:pt idx="6994">
                  <c:v>146.22</c:v>
                </c:pt>
                <c:pt idx="6995">
                  <c:v>132.93333333333334</c:v>
                </c:pt>
                <c:pt idx="6996">
                  <c:v>123.95555555555556</c:v>
                </c:pt>
                <c:pt idx="6997">
                  <c:v>168.6</c:v>
                </c:pt>
                <c:pt idx="6998">
                  <c:v>115.58522727272728</c:v>
                </c:pt>
                <c:pt idx="6999">
                  <c:v>183.367816091954</c:v>
                </c:pt>
                <c:pt idx="7000">
                  <c:v>107.32</c:v>
                </c:pt>
                <c:pt idx="7001">
                  <c:v>129.4814814814815</c:v>
                </c:pt>
                <c:pt idx="7002">
                  <c:v>115.45454545454544</c:v>
                </c:pt>
                <c:pt idx="7003">
                  <c:v>92.08219178082192</c:v>
                </c:pt>
                <c:pt idx="7004">
                  <c:v>146.5</c:v>
                </c:pt>
                <c:pt idx="7005">
                  <c:v>108.08571428571427</c:v>
                </c:pt>
                <c:pt idx="7006">
                  <c:v>115.0</c:v>
                </c:pt>
                <c:pt idx="7007">
                  <c:v>160.96296296296296</c:v>
                </c:pt>
                <c:pt idx="7008">
                  <c:v>111.96062992125984</c:v>
                </c:pt>
                <c:pt idx="7009">
                  <c:v>197.0</c:v>
                </c:pt>
                <c:pt idx="7010">
                  <c:v>200.8571428571429</c:v>
                </c:pt>
                <c:pt idx="7011">
                  <c:v>128.43933054393307</c:v>
                </c:pt>
                <c:pt idx="7012">
                  <c:v>149.84313725490196</c:v>
                </c:pt>
                <c:pt idx="7013">
                  <c:v>112.10204081632654</c:v>
                </c:pt>
                <c:pt idx="7014">
                  <c:v>169.7941176470588</c:v>
                </c:pt>
                <c:pt idx="7015">
                  <c:v>139.6448087431694</c:v>
                </c:pt>
                <c:pt idx="7016">
                  <c:v>179.25</c:v>
                </c:pt>
                <c:pt idx="7017">
                  <c:v>115.65254237288136</c:v>
                </c:pt>
                <c:pt idx="7018">
                  <c:v>181.9846547314578</c:v>
                </c:pt>
                <c:pt idx="7019">
                  <c:v>166.95180722891567</c:v>
                </c:pt>
                <c:pt idx="7020">
                  <c:v>99.8913043478261</c:v>
                </c:pt>
                <c:pt idx="7021">
                  <c:v>135.25454545454545</c:v>
                </c:pt>
                <c:pt idx="7022">
                  <c:v>171.57692307692307</c:v>
                </c:pt>
                <c:pt idx="7023">
                  <c:v>155.80769230769232</c:v>
                </c:pt>
                <c:pt idx="7024">
                  <c:v>133.74886877828055</c:v>
                </c:pt>
                <c:pt idx="7025">
                  <c:v>173.94871794871796</c:v>
                </c:pt>
                <c:pt idx="7026">
                  <c:v>191.9436274509804</c:v>
                </c:pt>
                <c:pt idx="7027">
                  <c:v>112.3936170212766</c:v>
                </c:pt>
                <c:pt idx="7028">
                  <c:v>72.90983606557377</c:v>
                </c:pt>
                <c:pt idx="7029">
                  <c:v>219.67142857142852</c:v>
                </c:pt>
                <c:pt idx="7030">
                  <c:v>135.40826873385012</c:v>
                </c:pt>
                <c:pt idx="7031">
                  <c:v>267.8169014084507</c:v>
                </c:pt>
                <c:pt idx="7032">
                  <c:v>160.0701754385965</c:v>
                </c:pt>
                <c:pt idx="7033">
                  <c:v>78.06382978723404</c:v>
                </c:pt>
                <c:pt idx="7034">
                  <c:v>179.31666666666666</c:v>
                </c:pt>
                <c:pt idx="7035">
                  <c:v>131.46428571428572</c:v>
                </c:pt>
                <c:pt idx="7036">
                  <c:v>249.92105263157896</c:v>
                </c:pt>
                <c:pt idx="7037">
                  <c:v>183.109375</c:v>
                </c:pt>
                <c:pt idx="7038">
                  <c:v>164.27551020408163</c:v>
                </c:pt>
                <c:pt idx="7039">
                  <c:v>99.42</c:v>
                </c:pt>
                <c:pt idx="7040">
                  <c:v>190.8448275862069</c:v>
                </c:pt>
                <c:pt idx="7041">
                  <c:v>111.72857142857144</c:v>
                </c:pt>
                <c:pt idx="7042">
                  <c:v>65.38571428571429</c:v>
                </c:pt>
                <c:pt idx="7043">
                  <c:v>171.02857142857144</c:v>
                </c:pt>
                <c:pt idx="7044">
                  <c:v>109.38920454545456</c:v>
                </c:pt>
                <c:pt idx="7045">
                  <c:v>133.53061224489795</c:v>
                </c:pt>
                <c:pt idx="7046">
                  <c:v>212.4951321279555</c:v>
                </c:pt>
                <c:pt idx="7047">
                  <c:v>103.48447204968944</c:v>
                </c:pt>
                <c:pt idx="7048">
                  <c:v>93.09803921568628</c:v>
                </c:pt>
                <c:pt idx="7049">
                  <c:v>156.64990328820116</c:v>
                </c:pt>
                <c:pt idx="7050">
                  <c:v>84.41197183098592</c:v>
                </c:pt>
                <c:pt idx="7051">
                  <c:v>190.95348837209303</c:v>
                </c:pt>
                <c:pt idx="7052">
                  <c:v>201.29457364341084</c:v>
                </c:pt>
                <c:pt idx="7053">
                  <c:v>194.2296650717704</c:v>
                </c:pt>
                <c:pt idx="7054">
                  <c:v>185.5644555694618</c:v>
                </c:pt>
                <c:pt idx="7055">
                  <c:v>94.1725888324873</c:v>
                </c:pt>
                <c:pt idx="7056">
                  <c:v>96.69333333333331</c:v>
                </c:pt>
                <c:pt idx="7057">
                  <c:v>174.9431818181818</c:v>
                </c:pt>
                <c:pt idx="7058">
                  <c:v>152.27731092436974</c:v>
                </c:pt>
                <c:pt idx="7059">
                  <c:v>143.67118644067796</c:v>
                </c:pt>
                <c:pt idx="7060">
                  <c:v>150.81521739130434</c:v>
                </c:pt>
                <c:pt idx="7061">
                  <c:v>80.1068376068376</c:v>
                </c:pt>
                <c:pt idx="7062">
                  <c:v>99.5</c:v>
                </c:pt>
                <c:pt idx="7063">
                  <c:v>163.62696629213482</c:v>
                </c:pt>
                <c:pt idx="7064">
                  <c:v>132.35714285714286</c:v>
                </c:pt>
                <c:pt idx="7065">
                  <c:v>192.3984375</c:v>
                </c:pt>
                <c:pt idx="7066">
                  <c:v>185.4878048780488</c:v>
                </c:pt>
                <c:pt idx="7067">
                  <c:v>83.21621621621621</c:v>
                </c:pt>
                <c:pt idx="7068">
                  <c:v>162.63636363636363</c:v>
                </c:pt>
                <c:pt idx="7069">
                  <c:v>122.44166666666666</c:v>
                </c:pt>
                <c:pt idx="7070">
                  <c:v>186.524115755627</c:v>
                </c:pt>
                <c:pt idx="7071">
                  <c:v>206.1136363636364</c:v>
                </c:pt>
                <c:pt idx="7072">
                  <c:v>169.0581395348837</c:v>
                </c:pt>
                <c:pt idx="7073">
                  <c:v>127.07511737089202</c:v>
                </c:pt>
                <c:pt idx="7074">
                  <c:v>109.80733944954127</c:v>
                </c:pt>
                <c:pt idx="7075">
                  <c:v>74.56962025316456</c:v>
                </c:pt>
                <c:pt idx="7076">
                  <c:v>145.01209677419354</c:v>
                </c:pt>
                <c:pt idx="7077">
                  <c:v>89.50833333333334</c:v>
                </c:pt>
                <c:pt idx="7078">
                  <c:v>91.02298850574712</c:v>
                </c:pt>
                <c:pt idx="7079">
                  <c:v>70.86691658856607</c:v>
                </c:pt>
                <c:pt idx="7080">
                  <c:v>194.54545454545453</c:v>
                </c:pt>
                <c:pt idx="7081">
                  <c:v>80.28571428571429</c:v>
                </c:pt>
                <c:pt idx="7082">
                  <c:v>141.6386554621849</c:v>
                </c:pt>
                <c:pt idx="7083">
                  <c:v>213.00884955752213</c:v>
                </c:pt>
                <c:pt idx="7084">
                  <c:v>113.84761904761903</c:v>
                </c:pt>
                <c:pt idx="7085">
                  <c:v>95.29276315789474</c:v>
                </c:pt>
                <c:pt idx="7086">
                  <c:v>141.28571428571428</c:v>
                </c:pt>
                <c:pt idx="7087">
                  <c:v>207.90243902439025</c:v>
                </c:pt>
                <c:pt idx="7088">
                  <c:v>102.94871794871794</c:v>
                </c:pt>
                <c:pt idx="7089">
                  <c:v>91.75</c:v>
                </c:pt>
                <c:pt idx="7090">
                  <c:v>100.76190476190476</c:v>
                </c:pt>
                <c:pt idx="7091">
                  <c:v>165.01639344262296</c:v>
                </c:pt>
                <c:pt idx="7092">
                  <c:v>126.33333333333331</c:v>
                </c:pt>
                <c:pt idx="7093">
                  <c:v>153.14678899082568</c:v>
                </c:pt>
                <c:pt idx="7094">
                  <c:v>85.69902912621359</c:v>
                </c:pt>
                <c:pt idx="7095">
                  <c:v>210.40983606557376</c:v>
                </c:pt>
                <c:pt idx="7096">
                  <c:v>86.55</c:v>
                </c:pt>
                <c:pt idx="7097">
                  <c:v>281.2631578947368</c:v>
                </c:pt>
                <c:pt idx="7098">
                  <c:v>194.14</c:v>
                </c:pt>
                <c:pt idx="7099">
                  <c:v>144.97058823529412</c:v>
                </c:pt>
                <c:pt idx="7100">
                  <c:v>78.09638554216868</c:v>
                </c:pt>
                <c:pt idx="7101">
                  <c:v>80.36065573770492</c:v>
                </c:pt>
                <c:pt idx="7102">
                  <c:v>149.95652173913044</c:v>
                </c:pt>
                <c:pt idx="7103">
                  <c:v>141.24444444444444</c:v>
                </c:pt>
                <c:pt idx="7104">
                  <c:v>85.22619047619048</c:v>
                </c:pt>
                <c:pt idx="7105">
                  <c:v>130.51612903225808</c:v>
                </c:pt>
                <c:pt idx="7106">
                  <c:v>123.70760233918128</c:v>
                </c:pt>
                <c:pt idx="7107">
                  <c:v>132.6</c:v>
                </c:pt>
                <c:pt idx="7108">
                  <c:v>217.25</c:v>
                </c:pt>
                <c:pt idx="7109">
                  <c:v>120.8671875</c:v>
                </c:pt>
                <c:pt idx="7110">
                  <c:v>77.03418803418803</c:v>
                </c:pt>
                <c:pt idx="7111">
                  <c:v>163.72727272727272</c:v>
                </c:pt>
                <c:pt idx="7112">
                  <c:v>104.6829268292683</c:v>
                </c:pt>
                <c:pt idx="7113">
                  <c:v>127.28052805280528</c:v>
                </c:pt>
                <c:pt idx="7114">
                  <c:v>106.07792207792208</c:v>
                </c:pt>
                <c:pt idx="7115">
                  <c:v>186.6</c:v>
                </c:pt>
                <c:pt idx="7116">
                  <c:v>248.09375</c:v>
                </c:pt>
                <c:pt idx="7117">
                  <c:v>184.44444444444449</c:v>
                </c:pt>
                <c:pt idx="7118">
                  <c:v>197.01098901098905</c:v>
                </c:pt>
                <c:pt idx="7119">
                  <c:v>189.62</c:v>
                </c:pt>
                <c:pt idx="7120">
                  <c:v>198.94202898550725</c:v>
                </c:pt>
                <c:pt idx="7121">
                  <c:v>182.5068493150685</c:v>
                </c:pt>
                <c:pt idx="7122">
                  <c:v>178.64912280701753</c:v>
                </c:pt>
                <c:pt idx="7123">
                  <c:v>133.0810810810811</c:v>
                </c:pt>
                <c:pt idx="7124">
                  <c:v>176.68503937007873</c:v>
                </c:pt>
                <c:pt idx="7125">
                  <c:v>183.90466531440163</c:v>
                </c:pt>
                <c:pt idx="7126">
                  <c:v>138.4495412844037</c:v>
                </c:pt>
                <c:pt idx="7127">
                  <c:v>145.0142857142857</c:v>
                </c:pt>
                <c:pt idx="7128">
                  <c:v>77.26666666666667</c:v>
                </c:pt>
                <c:pt idx="7129">
                  <c:v>89.84415584415585</c:v>
                </c:pt>
                <c:pt idx="7130">
                  <c:v>118.42045454545456</c:v>
                </c:pt>
                <c:pt idx="7131">
                  <c:v>74.76595744680851</c:v>
                </c:pt>
                <c:pt idx="7132">
                  <c:v>156.48888888888888</c:v>
                </c:pt>
                <c:pt idx="7133">
                  <c:v>103.375</c:v>
                </c:pt>
                <c:pt idx="7134">
                  <c:v>194.66193548387096</c:v>
                </c:pt>
                <c:pt idx="7135">
                  <c:v>48.06730769230769</c:v>
                </c:pt>
                <c:pt idx="7136">
                  <c:v>101.11627906976744</c:v>
                </c:pt>
                <c:pt idx="7137">
                  <c:v>164.27586206896552</c:v>
                </c:pt>
                <c:pt idx="7138">
                  <c:v>129.85714285714286</c:v>
                </c:pt>
                <c:pt idx="7139">
                  <c:v>94.92307692307692</c:v>
                </c:pt>
                <c:pt idx="7140">
                  <c:v>181.6829268292683</c:v>
                </c:pt>
                <c:pt idx="7141">
                  <c:v>205.8359375</c:v>
                </c:pt>
                <c:pt idx="7142">
                  <c:v>126.54874651810584</c:v>
                </c:pt>
                <c:pt idx="7143">
                  <c:v>122.57142857142856</c:v>
                </c:pt>
                <c:pt idx="7144">
                  <c:v>290.2957746478873</c:v>
                </c:pt>
                <c:pt idx="7145">
                  <c:v>116.91150442477876</c:v>
                </c:pt>
                <c:pt idx="7146">
                  <c:v>149.2738853503185</c:v>
                </c:pt>
                <c:pt idx="7147">
                  <c:v>177.51190476190476</c:v>
                </c:pt>
                <c:pt idx="7148">
                  <c:v>123.48056537102474</c:v>
                </c:pt>
                <c:pt idx="7149">
                  <c:v>141.46875</c:v>
                </c:pt>
                <c:pt idx="7150">
                  <c:v>118.140350877193</c:v>
                </c:pt>
                <c:pt idx="7151">
                  <c:v>212.09782608695653</c:v>
                </c:pt>
                <c:pt idx="7152">
                  <c:v>182.44015444015443</c:v>
                </c:pt>
                <c:pt idx="7153">
                  <c:v>163.8181818181818</c:v>
                </c:pt>
                <c:pt idx="7154">
                  <c:v>117.5</c:v>
                </c:pt>
                <c:pt idx="7155">
                  <c:v>90.5</c:v>
                </c:pt>
                <c:pt idx="7156">
                  <c:v>148.96491228070175</c:v>
                </c:pt>
                <c:pt idx="7157">
                  <c:v>163.76543209876544</c:v>
                </c:pt>
                <c:pt idx="7158">
                  <c:v>106.3793103448276</c:v>
                </c:pt>
                <c:pt idx="7159">
                  <c:v>60.16981132075472</c:v>
                </c:pt>
                <c:pt idx="7160">
                  <c:v>189.86666666666667</c:v>
                </c:pt>
                <c:pt idx="7161">
                  <c:v>85.23469387755102</c:v>
                </c:pt>
                <c:pt idx="7162">
                  <c:v>189.45762711864407</c:v>
                </c:pt>
                <c:pt idx="7163">
                  <c:v>89.56</c:v>
                </c:pt>
                <c:pt idx="7164">
                  <c:v>191.51612903225808</c:v>
                </c:pt>
                <c:pt idx="7165">
                  <c:v>69.97597597597597</c:v>
                </c:pt>
                <c:pt idx="7166">
                  <c:v>198.81034482758625</c:v>
                </c:pt>
                <c:pt idx="7167">
                  <c:v>117.14285714285714</c:v>
                </c:pt>
                <c:pt idx="7168">
                  <c:v>94.70822942643392</c:v>
                </c:pt>
                <c:pt idx="7169">
                  <c:v>142.25714285714287</c:v>
                </c:pt>
                <c:pt idx="7170">
                  <c:v>108.4375</c:v>
                </c:pt>
                <c:pt idx="7171">
                  <c:v>95.3896551724138</c:v>
                </c:pt>
                <c:pt idx="7172">
                  <c:v>202.1960784313725</c:v>
                </c:pt>
                <c:pt idx="7173">
                  <c:v>131.96296296296296</c:v>
                </c:pt>
                <c:pt idx="7174">
                  <c:v>188.78082191780825</c:v>
                </c:pt>
                <c:pt idx="7175">
                  <c:v>182.6382978723404</c:v>
                </c:pt>
                <c:pt idx="7176">
                  <c:v>160.94708994708995</c:v>
                </c:pt>
                <c:pt idx="7177">
                  <c:v>102.34154929577464</c:v>
                </c:pt>
                <c:pt idx="7178">
                  <c:v>81.31515151515151</c:v>
                </c:pt>
                <c:pt idx="7179">
                  <c:v>149.56470588235294</c:v>
                </c:pt>
                <c:pt idx="7180">
                  <c:v>220.62</c:v>
                </c:pt>
                <c:pt idx="7181">
                  <c:v>77.63546798029557</c:v>
                </c:pt>
                <c:pt idx="7182">
                  <c:v>137.74683544303798</c:v>
                </c:pt>
                <c:pt idx="7183">
                  <c:v>180.1578947368421</c:v>
                </c:pt>
                <c:pt idx="7184">
                  <c:v>203.3740458015267</c:v>
                </c:pt>
                <c:pt idx="7185">
                  <c:v>114.97752808988764</c:v>
                </c:pt>
                <c:pt idx="7186">
                  <c:v>158.056</c:v>
                </c:pt>
                <c:pt idx="7187">
                  <c:v>171.5157894736842</c:v>
                </c:pt>
                <c:pt idx="7188">
                  <c:v>76.62393162393163</c:v>
                </c:pt>
                <c:pt idx="7189">
                  <c:v>82.03872437357631</c:v>
                </c:pt>
                <c:pt idx="7190">
                  <c:v>152.64666666666668</c:v>
                </c:pt>
                <c:pt idx="7191">
                  <c:v>213.1428571428572</c:v>
                </c:pt>
                <c:pt idx="7192">
                  <c:v>123.53333333333332</c:v>
                </c:pt>
                <c:pt idx="7193">
                  <c:v>137.8586956521739</c:v>
                </c:pt>
                <c:pt idx="7194">
                  <c:v>142.57047872340425</c:v>
                </c:pt>
                <c:pt idx="7195">
                  <c:v>141.04347826086956</c:v>
                </c:pt>
                <c:pt idx="7196">
                  <c:v>157.71698113207546</c:v>
                </c:pt>
                <c:pt idx="7197">
                  <c:v>145.8</c:v>
                </c:pt>
                <c:pt idx="7198">
                  <c:v>133.71428571428572</c:v>
                </c:pt>
                <c:pt idx="7199">
                  <c:v>177.2058823529412</c:v>
                </c:pt>
                <c:pt idx="7200">
                  <c:v>170.60404624277456</c:v>
                </c:pt>
                <c:pt idx="7201">
                  <c:v>135.9083969465649</c:v>
                </c:pt>
                <c:pt idx="7202">
                  <c:v>215.2</c:v>
                </c:pt>
                <c:pt idx="7203">
                  <c:v>75.66666666666667</c:v>
                </c:pt>
                <c:pt idx="7204">
                  <c:v>168.61016949152545</c:v>
                </c:pt>
                <c:pt idx="7205">
                  <c:v>189.45</c:v>
                </c:pt>
                <c:pt idx="7206">
                  <c:v>141.31550802139037</c:v>
                </c:pt>
                <c:pt idx="7207">
                  <c:v>128.85662431941924</c:v>
                </c:pt>
                <c:pt idx="7208">
                  <c:v>128.53125</c:v>
                </c:pt>
                <c:pt idx="7209">
                  <c:v>93.75510204081633</c:v>
                </c:pt>
                <c:pt idx="7210">
                  <c:v>129.89638157894737</c:v>
                </c:pt>
                <c:pt idx="7211">
                  <c:v>68.97872340425532</c:v>
                </c:pt>
                <c:pt idx="7212">
                  <c:v>130.6153846153846</c:v>
                </c:pt>
                <c:pt idx="7213">
                  <c:v>253.5520833333333</c:v>
                </c:pt>
                <c:pt idx="7214">
                  <c:v>124.77272727272728</c:v>
                </c:pt>
                <c:pt idx="7215">
                  <c:v>198.896551724138</c:v>
                </c:pt>
                <c:pt idx="7216">
                  <c:v>170.17142857142858</c:v>
                </c:pt>
                <c:pt idx="7217">
                  <c:v>112.98076923076924</c:v>
                </c:pt>
                <c:pt idx="7218">
                  <c:v>99.52188552188552</c:v>
                </c:pt>
                <c:pt idx="7219">
                  <c:v>187.44285714285715</c:v>
                </c:pt>
                <c:pt idx="7220">
                  <c:v>81.42143906020559</c:v>
                </c:pt>
                <c:pt idx="7221">
                  <c:v>143.9252669039146</c:v>
                </c:pt>
                <c:pt idx="7222">
                  <c:v>239.54980079681275</c:v>
                </c:pt>
                <c:pt idx="7223">
                  <c:v>129.4875</c:v>
                </c:pt>
                <c:pt idx="7224">
                  <c:v>143.58333333333334</c:v>
                </c:pt>
                <c:pt idx="7225">
                  <c:v>153.27924528301887</c:v>
                </c:pt>
                <c:pt idx="7226">
                  <c:v>188.17741935483872</c:v>
                </c:pt>
                <c:pt idx="7227">
                  <c:v>189.2016806722689</c:v>
                </c:pt>
                <c:pt idx="7228">
                  <c:v>109.23611111111111</c:v>
                </c:pt>
                <c:pt idx="7229">
                  <c:v>222.515873015873</c:v>
                </c:pt>
                <c:pt idx="7230">
                  <c:v>110.828125</c:v>
                </c:pt>
                <c:pt idx="7231">
                  <c:v>159.5234899328859</c:v>
                </c:pt>
                <c:pt idx="7232">
                  <c:v>214.3582089552239</c:v>
                </c:pt>
                <c:pt idx="7233">
                  <c:v>155.44230769230768</c:v>
                </c:pt>
                <c:pt idx="7234">
                  <c:v>264.5121951219512</c:v>
                </c:pt>
                <c:pt idx="7235">
                  <c:v>76.07042253521126</c:v>
                </c:pt>
                <c:pt idx="7236">
                  <c:v>213.87224669603523</c:v>
                </c:pt>
                <c:pt idx="7237">
                  <c:v>251.0493827160494</c:v>
                </c:pt>
                <c:pt idx="7238">
                  <c:v>78.02898550724638</c:v>
                </c:pt>
                <c:pt idx="7239">
                  <c:v>197.0</c:v>
                </c:pt>
                <c:pt idx="7240">
                  <c:v>112.59016393442624</c:v>
                </c:pt>
                <c:pt idx="7241">
                  <c:v>188.07738095238096</c:v>
                </c:pt>
                <c:pt idx="7242">
                  <c:v>215.6095238095238</c:v>
                </c:pt>
                <c:pt idx="7243">
                  <c:v>87.90625</c:v>
                </c:pt>
                <c:pt idx="7244">
                  <c:v>132.3935483870968</c:v>
                </c:pt>
                <c:pt idx="7245">
                  <c:v>141.11581920903956</c:v>
                </c:pt>
                <c:pt idx="7246">
                  <c:v>166.66666666666666</c:v>
                </c:pt>
                <c:pt idx="7247">
                  <c:v>158.42857142857142</c:v>
                </c:pt>
                <c:pt idx="7248">
                  <c:v>113.95689655172414</c:v>
                </c:pt>
                <c:pt idx="7249">
                  <c:v>159.60377358490567</c:v>
                </c:pt>
                <c:pt idx="7250">
                  <c:v>126.64583333333331</c:v>
                </c:pt>
                <c:pt idx="7251">
                  <c:v>191.9763779527559</c:v>
                </c:pt>
                <c:pt idx="7252">
                  <c:v>159.57654723127035</c:v>
                </c:pt>
                <c:pt idx="7253">
                  <c:v>195.04645476772612</c:v>
                </c:pt>
                <c:pt idx="7254">
                  <c:v>157.86153846153846</c:v>
                </c:pt>
                <c:pt idx="7255">
                  <c:v>142.0731707317073</c:v>
                </c:pt>
                <c:pt idx="7256">
                  <c:v>99.7910447761194</c:v>
                </c:pt>
                <c:pt idx="7257">
                  <c:v>106.47101449275362</c:v>
                </c:pt>
                <c:pt idx="7258">
                  <c:v>94.1875</c:v>
                </c:pt>
                <c:pt idx="7259">
                  <c:v>96.65605095541402</c:v>
                </c:pt>
                <c:pt idx="7260">
                  <c:v>142.88888888888889</c:v>
                </c:pt>
                <c:pt idx="7261">
                  <c:v>199.524064171123</c:v>
                </c:pt>
                <c:pt idx="7262">
                  <c:v>131.0952380952381</c:v>
                </c:pt>
                <c:pt idx="7263">
                  <c:v>195.0487804878049</c:v>
                </c:pt>
                <c:pt idx="7264">
                  <c:v>249.79738562091504</c:v>
                </c:pt>
                <c:pt idx="7265">
                  <c:v>179.6315789473684</c:v>
                </c:pt>
                <c:pt idx="7266">
                  <c:v>181.1794871794872</c:v>
                </c:pt>
                <c:pt idx="7267">
                  <c:v>144.39285714285714</c:v>
                </c:pt>
                <c:pt idx="7268">
                  <c:v>144.67088607594937</c:v>
                </c:pt>
                <c:pt idx="7269">
                  <c:v>58.41935483870968</c:v>
                </c:pt>
                <c:pt idx="7270">
                  <c:v>134.15254237288136</c:v>
                </c:pt>
                <c:pt idx="7271">
                  <c:v>172.96428571428572</c:v>
                </c:pt>
                <c:pt idx="7272">
                  <c:v>224.7630057803468</c:v>
                </c:pt>
                <c:pt idx="7273">
                  <c:v>106.67198581560284</c:v>
                </c:pt>
                <c:pt idx="7274">
                  <c:v>143.06958762886595</c:v>
                </c:pt>
                <c:pt idx="7275">
                  <c:v>200.76041666666663</c:v>
                </c:pt>
                <c:pt idx="7276">
                  <c:v>87.15151515151516</c:v>
                </c:pt>
                <c:pt idx="7277">
                  <c:v>121.86813186813188</c:v>
                </c:pt>
                <c:pt idx="7278">
                  <c:v>193.1428571428572</c:v>
                </c:pt>
                <c:pt idx="7279">
                  <c:v>128.3913043478261</c:v>
                </c:pt>
                <c:pt idx="7280">
                  <c:v>91.78260869565216</c:v>
                </c:pt>
                <c:pt idx="7281">
                  <c:v>118.02255639097744</c:v>
                </c:pt>
                <c:pt idx="7282">
                  <c:v>193.6764705882353</c:v>
                </c:pt>
                <c:pt idx="7283">
                  <c:v>163.8395061728395</c:v>
                </c:pt>
                <c:pt idx="7284">
                  <c:v>94.92857142857144</c:v>
                </c:pt>
                <c:pt idx="7285">
                  <c:v>136.75</c:v>
                </c:pt>
                <c:pt idx="7286">
                  <c:v>134.71614100185528</c:v>
                </c:pt>
                <c:pt idx="7287">
                  <c:v>123.66386554621847</c:v>
                </c:pt>
                <c:pt idx="7288">
                  <c:v>189.51724137931035</c:v>
                </c:pt>
                <c:pt idx="7289">
                  <c:v>92.24528301886792</c:v>
                </c:pt>
                <c:pt idx="7290">
                  <c:v>206.19653179190752</c:v>
                </c:pt>
                <c:pt idx="7291">
                  <c:v>69.3768115942029</c:v>
                </c:pt>
                <c:pt idx="7292">
                  <c:v>137.45959595959596</c:v>
                </c:pt>
                <c:pt idx="7293">
                  <c:v>73.33085501858736</c:v>
                </c:pt>
                <c:pt idx="7294">
                  <c:v>136.425</c:v>
                </c:pt>
                <c:pt idx="7295">
                  <c:v>141.56756756756758</c:v>
                </c:pt>
                <c:pt idx="7296">
                  <c:v>94.68</c:v>
                </c:pt>
                <c:pt idx="7297">
                  <c:v>109.41935483870968</c:v>
                </c:pt>
                <c:pt idx="7298">
                  <c:v>161.82436260623228</c:v>
                </c:pt>
                <c:pt idx="7299">
                  <c:v>61.2</c:v>
                </c:pt>
                <c:pt idx="7300">
                  <c:v>191.26530612244892</c:v>
                </c:pt>
                <c:pt idx="7301">
                  <c:v>233.94</c:v>
                </c:pt>
                <c:pt idx="7302">
                  <c:v>110.65853658536584</c:v>
                </c:pt>
                <c:pt idx="7303">
                  <c:v>130.5</c:v>
                </c:pt>
                <c:pt idx="7304">
                  <c:v>125.62359550561796</c:v>
                </c:pt>
                <c:pt idx="7305">
                  <c:v>83.05555555555556</c:v>
                </c:pt>
                <c:pt idx="7306">
                  <c:v>145.9322033898305</c:v>
                </c:pt>
                <c:pt idx="7307">
                  <c:v>208.68421052631572</c:v>
                </c:pt>
                <c:pt idx="7308">
                  <c:v>159.1762711864407</c:v>
                </c:pt>
                <c:pt idx="7309">
                  <c:v>112.84210526315788</c:v>
                </c:pt>
                <c:pt idx="7310">
                  <c:v>206.1104100946372</c:v>
                </c:pt>
                <c:pt idx="7311">
                  <c:v>167.84</c:v>
                </c:pt>
                <c:pt idx="7312">
                  <c:v>163.0408163265306</c:v>
                </c:pt>
                <c:pt idx="7313">
                  <c:v>136.6184210526316</c:v>
                </c:pt>
                <c:pt idx="7314">
                  <c:v>166.07142857142858</c:v>
                </c:pt>
                <c:pt idx="7315">
                  <c:v>91.1891891891892</c:v>
                </c:pt>
                <c:pt idx="7316">
                  <c:v>106.12781954887218</c:v>
                </c:pt>
                <c:pt idx="7317">
                  <c:v>179.7076923076923</c:v>
                </c:pt>
                <c:pt idx="7318">
                  <c:v>109.37096774193547</c:v>
                </c:pt>
                <c:pt idx="7319">
                  <c:v>260.5925925925926</c:v>
                </c:pt>
                <c:pt idx="7320">
                  <c:v>191.12698412698413</c:v>
                </c:pt>
                <c:pt idx="7321">
                  <c:v>102.47887323943662</c:v>
                </c:pt>
                <c:pt idx="7322">
                  <c:v>82.21111111111111</c:v>
                </c:pt>
                <c:pt idx="7323">
                  <c:v>103.64583333333331</c:v>
                </c:pt>
                <c:pt idx="7324">
                  <c:v>217.61818181818185</c:v>
                </c:pt>
                <c:pt idx="7325">
                  <c:v>111.19653179190752</c:v>
                </c:pt>
                <c:pt idx="7326">
                  <c:v>129.63333333333333</c:v>
                </c:pt>
                <c:pt idx="7327">
                  <c:v>84.0</c:v>
                </c:pt>
                <c:pt idx="7328">
                  <c:v>94.63333333333334</c:v>
                </c:pt>
                <c:pt idx="7329">
                  <c:v>142.28174603174602</c:v>
                </c:pt>
                <c:pt idx="7330">
                  <c:v>85.20833333333333</c:v>
                </c:pt>
                <c:pt idx="7331">
                  <c:v>206.4390243902439</c:v>
                </c:pt>
                <c:pt idx="7332">
                  <c:v>133.7283950617284</c:v>
                </c:pt>
                <c:pt idx="7333">
                  <c:v>123.04411764705884</c:v>
                </c:pt>
                <c:pt idx="7334">
                  <c:v>153.30434782608697</c:v>
                </c:pt>
                <c:pt idx="7335">
                  <c:v>148.0236220472441</c:v>
                </c:pt>
                <c:pt idx="7336">
                  <c:v>247.58253968253968</c:v>
                </c:pt>
                <c:pt idx="7337">
                  <c:v>212.03296703296704</c:v>
                </c:pt>
                <c:pt idx="7338">
                  <c:v>98.65</c:v>
                </c:pt>
                <c:pt idx="7339">
                  <c:v>166.64705882352942</c:v>
                </c:pt>
                <c:pt idx="7340">
                  <c:v>116.85</c:v>
                </c:pt>
                <c:pt idx="7341">
                  <c:v>56.66666666666666</c:v>
                </c:pt>
                <c:pt idx="7342">
                  <c:v>225.6129032258065</c:v>
                </c:pt>
                <c:pt idx="7343">
                  <c:v>212.47727272727272</c:v>
                </c:pt>
                <c:pt idx="7344">
                  <c:v>226.7158273381295</c:v>
                </c:pt>
                <c:pt idx="7345">
                  <c:v>185.37777777777777</c:v>
                </c:pt>
                <c:pt idx="7346">
                  <c:v>107.55813953488372</c:v>
                </c:pt>
                <c:pt idx="7347">
                  <c:v>141.2921348314607</c:v>
                </c:pt>
                <c:pt idx="7348">
                  <c:v>171.0</c:v>
                </c:pt>
                <c:pt idx="7349">
                  <c:v>130.24710424710426</c:v>
                </c:pt>
                <c:pt idx="7350">
                  <c:v>157.52631578947367</c:v>
                </c:pt>
                <c:pt idx="7351">
                  <c:v>195.97694840834248</c:v>
                </c:pt>
                <c:pt idx="7352">
                  <c:v>93.54651162790698</c:v>
                </c:pt>
                <c:pt idx="7353">
                  <c:v>150.29166666666666</c:v>
                </c:pt>
                <c:pt idx="7354">
                  <c:v>130.71428571428572</c:v>
                </c:pt>
                <c:pt idx="7355">
                  <c:v>111.04651162790698</c:v>
                </c:pt>
                <c:pt idx="7356">
                  <c:v>191.7378048780488</c:v>
                </c:pt>
                <c:pt idx="7357">
                  <c:v>139.87692307692308</c:v>
                </c:pt>
                <c:pt idx="7358">
                  <c:v>96.183908045977</c:v>
                </c:pt>
                <c:pt idx="7359">
                  <c:v>129.05</c:v>
                </c:pt>
                <c:pt idx="7360">
                  <c:v>214.05627705627705</c:v>
                </c:pt>
                <c:pt idx="7361">
                  <c:v>89.03846153846153</c:v>
                </c:pt>
                <c:pt idx="7362">
                  <c:v>192.6027397260274</c:v>
                </c:pt>
                <c:pt idx="7363">
                  <c:v>102.15873015873017</c:v>
                </c:pt>
                <c:pt idx="7364">
                  <c:v>186.0796460176991</c:v>
                </c:pt>
                <c:pt idx="7365">
                  <c:v>178.09375</c:v>
                </c:pt>
                <c:pt idx="7366">
                  <c:v>96.44059405940594</c:v>
                </c:pt>
                <c:pt idx="7367">
                  <c:v>12.6714901280449</c:v>
                </c:pt>
                <c:pt idx="7368">
                  <c:v>146.2</c:v>
                </c:pt>
                <c:pt idx="7369">
                  <c:v>167.27064220183487</c:v>
                </c:pt>
                <c:pt idx="7370">
                  <c:v>186.57142857142856</c:v>
                </c:pt>
                <c:pt idx="7371">
                  <c:v>73.875</c:v>
                </c:pt>
                <c:pt idx="7372">
                  <c:v>192.32142857142856</c:v>
                </c:pt>
                <c:pt idx="7373">
                  <c:v>159.58362989323842</c:v>
                </c:pt>
                <c:pt idx="7374">
                  <c:v>210.32692307692307</c:v>
                </c:pt>
                <c:pt idx="7375">
                  <c:v>75.15517241379311</c:v>
                </c:pt>
                <c:pt idx="7376">
                  <c:v>207.05645161290323</c:v>
                </c:pt>
                <c:pt idx="7377">
                  <c:v>126.78600823045268</c:v>
                </c:pt>
                <c:pt idx="7378">
                  <c:v>91.04419889502762</c:v>
                </c:pt>
                <c:pt idx="7379">
                  <c:v>137.7156862745098</c:v>
                </c:pt>
                <c:pt idx="7380">
                  <c:v>73.4920634920635</c:v>
                </c:pt>
                <c:pt idx="7381">
                  <c:v>214.9413333333333</c:v>
                </c:pt>
                <c:pt idx="7382">
                  <c:v>147.39875389408098</c:v>
                </c:pt>
                <c:pt idx="7383">
                  <c:v>95.875</c:v>
                </c:pt>
                <c:pt idx="7384">
                  <c:v>242.9114583333333</c:v>
                </c:pt>
                <c:pt idx="7385">
                  <c:v>117.46728971962617</c:v>
                </c:pt>
                <c:pt idx="7386">
                  <c:v>88.02702702702703</c:v>
                </c:pt>
                <c:pt idx="7387">
                  <c:v>176.97297297297297</c:v>
                </c:pt>
                <c:pt idx="7388">
                  <c:v>170.675</c:v>
                </c:pt>
                <c:pt idx="7389">
                  <c:v>157.27513227513228</c:v>
                </c:pt>
                <c:pt idx="7390">
                  <c:v>98.79134860050893</c:v>
                </c:pt>
                <c:pt idx="7391">
                  <c:v>152.69867549668874</c:v>
                </c:pt>
                <c:pt idx="7392">
                  <c:v>44.43504556650764</c:v>
                </c:pt>
                <c:pt idx="7393">
                  <c:v>109.78571428571428</c:v>
                </c:pt>
                <c:pt idx="7394">
                  <c:v>141.79340277777777</c:v>
                </c:pt>
                <c:pt idx="7395">
                  <c:v>154.19444444444446</c:v>
                </c:pt>
                <c:pt idx="7396">
                  <c:v>160.11111111111111</c:v>
                </c:pt>
                <c:pt idx="7397">
                  <c:v>81.96341463414635</c:v>
                </c:pt>
                <c:pt idx="7398">
                  <c:v>153.71428571428572</c:v>
                </c:pt>
                <c:pt idx="7399">
                  <c:v>216.0382978723404</c:v>
                </c:pt>
                <c:pt idx="7400">
                  <c:v>118.80597014925372</c:v>
                </c:pt>
                <c:pt idx="7401">
                  <c:v>188.15686274509804</c:v>
                </c:pt>
                <c:pt idx="7402">
                  <c:v>189.04891304347825</c:v>
                </c:pt>
                <c:pt idx="7403">
                  <c:v>128.63636363636363</c:v>
                </c:pt>
                <c:pt idx="7404">
                  <c:v>103.64536082474228</c:v>
                </c:pt>
                <c:pt idx="7405">
                  <c:v>146.95555555555555</c:v>
                </c:pt>
                <c:pt idx="7406">
                  <c:v>168.44651162790697</c:v>
                </c:pt>
                <c:pt idx="7407">
                  <c:v>181.7407407407408</c:v>
                </c:pt>
                <c:pt idx="7408">
                  <c:v>143.4867256637168</c:v>
                </c:pt>
                <c:pt idx="7409">
                  <c:v>240.21641791044777</c:v>
                </c:pt>
                <c:pt idx="7410">
                  <c:v>71.73563218390805</c:v>
                </c:pt>
                <c:pt idx="7411">
                  <c:v>85.02094240837697</c:v>
                </c:pt>
                <c:pt idx="7412">
                  <c:v>190.9591836734694</c:v>
                </c:pt>
                <c:pt idx="7413">
                  <c:v>111.75714285714284</c:v>
                </c:pt>
                <c:pt idx="7414">
                  <c:v>91.77777777777776</c:v>
                </c:pt>
                <c:pt idx="7415">
                  <c:v>116.43243243243244</c:v>
                </c:pt>
                <c:pt idx="7416">
                  <c:v>141.61111111111111</c:v>
                </c:pt>
                <c:pt idx="7417">
                  <c:v>75.58974358974359</c:v>
                </c:pt>
                <c:pt idx="7418">
                  <c:v>219.84971098265896</c:v>
                </c:pt>
                <c:pt idx="7419">
                  <c:v>90.5813953488372</c:v>
                </c:pt>
                <c:pt idx="7420">
                  <c:v>197.6153846153846</c:v>
                </c:pt>
                <c:pt idx="7421">
                  <c:v>210.1984732824428</c:v>
                </c:pt>
                <c:pt idx="7422">
                  <c:v>242.9705882352941</c:v>
                </c:pt>
                <c:pt idx="7423">
                  <c:v>77.98989898989899</c:v>
                </c:pt>
                <c:pt idx="7424">
                  <c:v>207.2987012987013</c:v>
                </c:pt>
                <c:pt idx="7425">
                  <c:v>144.24264705882354</c:v>
                </c:pt>
                <c:pt idx="7426">
                  <c:v>144.07773851590105</c:v>
                </c:pt>
                <c:pt idx="7427">
                  <c:v>164.9467455621302</c:v>
                </c:pt>
                <c:pt idx="7428">
                  <c:v>226.42857142857144</c:v>
                </c:pt>
                <c:pt idx="7429">
                  <c:v>114.57920792079209</c:v>
                </c:pt>
                <c:pt idx="7430">
                  <c:v>220.0192307692308</c:v>
                </c:pt>
                <c:pt idx="7431">
                  <c:v>164.79310344827587</c:v>
                </c:pt>
                <c:pt idx="7432">
                  <c:v>205.53424657534248</c:v>
                </c:pt>
                <c:pt idx="7433">
                  <c:v>218.87142857142857</c:v>
                </c:pt>
                <c:pt idx="7434">
                  <c:v>103.23611111111111</c:v>
                </c:pt>
                <c:pt idx="7435">
                  <c:v>216.15384615384616</c:v>
                </c:pt>
                <c:pt idx="7436">
                  <c:v>96.24</c:v>
                </c:pt>
                <c:pt idx="7437">
                  <c:v>74.27659574468085</c:v>
                </c:pt>
                <c:pt idx="7438">
                  <c:v>67.58823529411765</c:v>
                </c:pt>
                <c:pt idx="7439">
                  <c:v>101.15829145728644</c:v>
                </c:pt>
                <c:pt idx="7440">
                  <c:v>172.56603773584905</c:v>
                </c:pt>
                <c:pt idx="7441">
                  <c:v>75.2410071942446</c:v>
                </c:pt>
                <c:pt idx="7442">
                  <c:v>66.93827160493827</c:v>
                </c:pt>
                <c:pt idx="7443">
                  <c:v>226.4004424778761</c:v>
                </c:pt>
                <c:pt idx="7444">
                  <c:v>167.09565217391304</c:v>
                </c:pt>
                <c:pt idx="7445">
                  <c:v>188.8421052631579</c:v>
                </c:pt>
                <c:pt idx="7446">
                  <c:v>197.16326530612244</c:v>
                </c:pt>
                <c:pt idx="7447">
                  <c:v>212.3658536585366</c:v>
                </c:pt>
                <c:pt idx="7448">
                  <c:v>89.13513513513513</c:v>
                </c:pt>
                <c:pt idx="7449">
                  <c:v>157.89285714285714</c:v>
                </c:pt>
                <c:pt idx="7450">
                  <c:v>142.5483870967742</c:v>
                </c:pt>
                <c:pt idx="7451">
                  <c:v>89.95454545454545</c:v>
                </c:pt>
                <c:pt idx="7452">
                  <c:v>175.05458515283843</c:v>
                </c:pt>
                <c:pt idx="7453">
                  <c:v>79.72881355932203</c:v>
                </c:pt>
                <c:pt idx="7454">
                  <c:v>118.6812227074236</c:v>
                </c:pt>
                <c:pt idx="7455">
                  <c:v>169.3421052631579</c:v>
                </c:pt>
                <c:pt idx="7456">
                  <c:v>147.84615384615384</c:v>
                </c:pt>
                <c:pt idx="7457">
                  <c:v>197.5</c:v>
                </c:pt>
                <c:pt idx="7458">
                  <c:v>188.67293233082708</c:v>
                </c:pt>
                <c:pt idx="7459">
                  <c:v>78.56435643564356</c:v>
                </c:pt>
                <c:pt idx="7460">
                  <c:v>83.88571428571429</c:v>
                </c:pt>
                <c:pt idx="7461">
                  <c:v>186.9122807017544</c:v>
                </c:pt>
                <c:pt idx="7462">
                  <c:v>173.75</c:v>
                </c:pt>
                <c:pt idx="7463">
                  <c:v>78.26415094339623</c:v>
                </c:pt>
                <c:pt idx="7464">
                  <c:v>236.8055555555556</c:v>
                </c:pt>
                <c:pt idx="7465">
                  <c:v>120.68888888888888</c:v>
                </c:pt>
                <c:pt idx="7466">
                  <c:v>144.21875</c:v>
                </c:pt>
                <c:pt idx="7467">
                  <c:v>86.67796610169492</c:v>
                </c:pt>
                <c:pt idx="7468">
                  <c:v>221.2891891891892</c:v>
                </c:pt>
                <c:pt idx="7469">
                  <c:v>185.625</c:v>
                </c:pt>
                <c:pt idx="7470">
                  <c:v>92.6011235955056</c:v>
                </c:pt>
                <c:pt idx="7471">
                  <c:v>165.74172185430464</c:v>
                </c:pt>
                <c:pt idx="7472">
                  <c:v>133.7377049180328</c:v>
                </c:pt>
                <c:pt idx="7473">
                  <c:v>99.52941176470588</c:v>
                </c:pt>
                <c:pt idx="7474">
                  <c:v>100.5625</c:v>
                </c:pt>
                <c:pt idx="7475">
                  <c:v>131.77777777777777</c:v>
                </c:pt>
                <c:pt idx="7476">
                  <c:v>82.90243902439025</c:v>
                </c:pt>
                <c:pt idx="7477">
                  <c:v>187.7010050251256</c:v>
                </c:pt>
                <c:pt idx="7478">
                  <c:v>223.02380952380952</c:v>
                </c:pt>
                <c:pt idx="7479">
                  <c:v>158.59459459459458</c:v>
                </c:pt>
                <c:pt idx="7480">
                  <c:v>103.65</c:v>
                </c:pt>
                <c:pt idx="7481">
                  <c:v>72.08571428571429</c:v>
                </c:pt>
                <c:pt idx="7482">
                  <c:v>127.0657894736842</c:v>
                </c:pt>
                <c:pt idx="7483">
                  <c:v>154.59259259259258</c:v>
                </c:pt>
                <c:pt idx="7484">
                  <c:v>186.9493670886076</c:v>
                </c:pt>
                <c:pt idx="7485">
                  <c:v>91.02222222222224</c:v>
                </c:pt>
                <c:pt idx="7486">
                  <c:v>123.83098591549296</c:v>
                </c:pt>
                <c:pt idx="7487">
                  <c:v>165.17948717948718</c:v>
                </c:pt>
                <c:pt idx="7488">
                  <c:v>145.53435114503816</c:v>
                </c:pt>
                <c:pt idx="7489">
                  <c:v>208.80060422960725</c:v>
                </c:pt>
                <c:pt idx="7490">
                  <c:v>117.53571428571428</c:v>
                </c:pt>
                <c:pt idx="7491">
                  <c:v>95.21311475409836</c:v>
                </c:pt>
                <c:pt idx="7492">
                  <c:v>133.66265060240963</c:v>
                </c:pt>
                <c:pt idx="7493">
                  <c:v>137.26600985221674</c:v>
                </c:pt>
                <c:pt idx="7494">
                  <c:v>105.27329192546584</c:v>
                </c:pt>
                <c:pt idx="7495">
                  <c:v>108.24155844155844</c:v>
                </c:pt>
                <c:pt idx="7496">
                  <c:v>87.80722891566265</c:v>
                </c:pt>
                <c:pt idx="7497">
                  <c:v>131.55281690140845</c:v>
                </c:pt>
                <c:pt idx="7498">
                  <c:v>75.00952380952381</c:v>
                </c:pt>
                <c:pt idx="7499">
                  <c:v>244.84126984126985</c:v>
                </c:pt>
                <c:pt idx="7500">
                  <c:v>156.82089552238807</c:v>
                </c:pt>
                <c:pt idx="7501">
                  <c:v>123.3389121338912</c:v>
                </c:pt>
                <c:pt idx="7502">
                  <c:v>78.72727272727273</c:v>
                </c:pt>
                <c:pt idx="7503">
                  <c:v>241.42</c:v>
                </c:pt>
                <c:pt idx="7504">
                  <c:v>213.66666666666663</c:v>
                </c:pt>
                <c:pt idx="7505">
                  <c:v>176.3903743315508</c:v>
                </c:pt>
                <c:pt idx="7506">
                  <c:v>129.3448275862069</c:v>
                </c:pt>
                <c:pt idx="7507">
                  <c:v>160.20289855072463</c:v>
                </c:pt>
                <c:pt idx="7508">
                  <c:v>67.8</c:v>
                </c:pt>
                <c:pt idx="7509">
                  <c:v>102.2</c:v>
                </c:pt>
                <c:pt idx="7510">
                  <c:v>167.06666666666666</c:v>
                </c:pt>
                <c:pt idx="7511">
                  <c:v>142.7926267281106</c:v>
                </c:pt>
                <c:pt idx="7512">
                  <c:v>149.3904761904762</c:v>
                </c:pt>
                <c:pt idx="7513">
                  <c:v>200.80327868852456</c:v>
                </c:pt>
                <c:pt idx="7514">
                  <c:v>168.67605633802816</c:v>
                </c:pt>
                <c:pt idx="7515">
                  <c:v>150.73793103448276</c:v>
                </c:pt>
                <c:pt idx="7516">
                  <c:v>109.00628930817612</c:v>
                </c:pt>
                <c:pt idx="7517">
                  <c:v>157.575</c:v>
                </c:pt>
                <c:pt idx="7518">
                  <c:v>94.359375</c:v>
                </c:pt>
                <c:pt idx="7519">
                  <c:v>208.7926829268293</c:v>
                </c:pt>
                <c:pt idx="7520">
                  <c:v>214.8820754716981</c:v>
                </c:pt>
                <c:pt idx="7521">
                  <c:v>97.40880503144656</c:v>
                </c:pt>
                <c:pt idx="7522">
                  <c:v>184.11940298507463</c:v>
                </c:pt>
                <c:pt idx="7523">
                  <c:v>236.18778280542983</c:v>
                </c:pt>
                <c:pt idx="7524">
                  <c:v>103.8181818181818</c:v>
                </c:pt>
                <c:pt idx="7525">
                  <c:v>198.7830687830688</c:v>
                </c:pt>
                <c:pt idx="7526">
                  <c:v>192.2439024390244</c:v>
                </c:pt>
                <c:pt idx="7527">
                  <c:v>105.36633663366337</c:v>
                </c:pt>
                <c:pt idx="7528">
                  <c:v>109.34426229508196</c:v>
                </c:pt>
                <c:pt idx="7529">
                  <c:v>148.0981818181818</c:v>
                </c:pt>
                <c:pt idx="7530">
                  <c:v>180.0460704607046</c:v>
                </c:pt>
                <c:pt idx="7531">
                  <c:v>84.50617283950618</c:v>
                </c:pt>
                <c:pt idx="7532">
                  <c:v>90.88344988344988</c:v>
                </c:pt>
                <c:pt idx="7533">
                  <c:v>186.8342541436464</c:v>
                </c:pt>
                <c:pt idx="7534">
                  <c:v>226.58823529411765</c:v>
                </c:pt>
                <c:pt idx="7535">
                  <c:v>231.82</c:v>
                </c:pt>
                <c:pt idx="7536">
                  <c:v>229.96153846153845</c:v>
                </c:pt>
                <c:pt idx="7537">
                  <c:v>100.53703703703704</c:v>
                </c:pt>
                <c:pt idx="7538">
                  <c:v>75.59663865546219</c:v>
                </c:pt>
                <c:pt idx="7539">
                  <c:v>214.97916666666663</c:v>
                </c:pt>
                <c:pt idx="7540">
                  <c:v>96.78947368421052</c:v>
                </c:pt>
                <c:pt idx="7541">
                  <c:v>85.72368421052632</c:v>
                </c:pt>
                <c:pt idx="7542">
                  <c:v>79.45454545454545</c:v>
                </c:pt>
                <c:pt idx="7543">
                  <c:v>205.3793103448276</c:v>
                </c:pt>
                <c:pt idx="7544">
                  <c:v>251.6590909090909</c:v>
                </c:pt>
                <c:pt idx="7545">
                  <c:v>112.46666666666668</c:v>
                </c:pt>
                <c:pt idx="7546">
                  <c:v>27.59326557904621</c:v>
                </c:pt>
                <c:pt idx="7547">
                  <c:v>176.39583333333334</c:v>
                </c:pt>
                <c:pt idx="7548">
                  <c:v>252.53383458646616</c:v>
                </c:pt>
                <c:pt idx="7549">
                  <c:v>106.375</c:v>
                </c:pt>
                <c:pt idx="7550">
                  <c:v>106.986301369863</c:v>
                </c:pt>
                <c:pt idx="7551">
                  <c:v>152.1304347826087</c:v>
                </c:pt>
                <c:pt idx="7552">
                  <c:v>227.10416666666663</c:v>
                </c:pt>
                <c:pt idx="7553">
                  <c:v>157.2982456140351</c:v>
                </c:pt>
                <c:pt idx="7554">
                  <c:v>62.47643979057592</c:v>
                </c:pt>
                <c:pt idx="7555">
                  <c:v>178.30434782608697</c:v>
                </c:pt>
                <c:pt idx="7556">
                  <c:v>176.29186602870814</c:v>
                </c:pt>
                <c:pt idx="7557">
                  <c:v>74.89285714285714</c:v>
                </c:pt>
                <c:pt idx="7558">
                  <c:v>176.24468085106383</c:v>
                </c:pt>
                <c:pt idx="7559">
                  <c:v>124.23076923076924</c:v>
                </c:pt>
                <c:pt idx="7560">
                  <c:v>157.32743362831857</c:v>
                </c:pt>
                <c:pt idx="7561">
                  <c:v>93.6851851851852</c:v>
                </c:pt>
                <c:pt idx="7562">
                  <c:v>196.08695652173915</c:v>
                </c:pt>
                <c:pt idx="7563">
                  <c:v>125.4047619047619</c:v>
                </c:pt>
                <c:pt idx="7564">
                  <c:v>201.92857142857144</c:v>
                </c:pt>
                <c:pt idx="7565">
                  <c:v>133.2923076923077</c:v>
                </c:pt>
                <c:pt idx="7566">
                  <c:v>201.03076923076924</c:v>
                </c:pt>
                <c:pt idx="7567">
                  <c:v>212.55</c:v>
                </c:pt>
                <c:pt idx="7568">
                  <c:v>148.94871794871796</c:v>
                </c:pt>
                <c:pt idx="7569">
                  <c:v>81.67391304347827</c:v>
                </c:pt>
                <c:pt idx="7570">
                  <c:v>87.63333333333334</c:v>
                </c:pt>
                <c:pt idx="7571">
                  <c:v>233.53571428571428</c:v>
                </c:pt>
                <c:pt idx="7572">
                  <c:v>89.24203821656052</c:v>
                </c:pt>
                <c:pt idx="7573">
                  <c:v>185.0</c:v>
                </c:pt>
                <c:pt idx="7574">
                  <c:v>267.4712643678161</c:v>
                </c:pt>
                <c:pt idx="7575">
                  <c:v>56.646517739816034</c:v>
                </c:pt>
                <c:pt idx="7576">
                  <c:v>165.8728813559322</c:v>
                </c:pt>
                <c:pt idx="7577">
                  <c:v>147.25</c:v>
                </c:pt>
                <c:pt idx="7578">
                  <c:v>148.42957746478874</c:v>
                </c:pt>
                <c:pt idx="7579">
                  <c:v>81.22222222222223</c:v>
                </c:pt>
                <c:pt idx="7580">
                  <c:v>87.8974358974359</c:v>
                </c:pt>
                <c:pt idx="7581">
                  <c:v>214.6212389380531</c:v>
                </c:pt>
                <c:pt idx="7582">
                  <c:v>212.2936507936508</c:v>
                </c:pt>
                <c:pt idx="7583">
                  <c:v>226.12747875354108</c:v>
                </c:pt>
                <c:pt idx="7584">
                  <c:v>149.425</c:v>
                </c:pt>
                <c:pt idx="7585">
                  <c:v>110.64285714285714</c:v>
                </c:pt>
                <c:pt idx="7586">
                  <c:v>173.33333333333334</c:v>
                </c:pt>
                <c:pt idx="7587">
                  <c:v>121.55</c:v>
                </c:pt>
                <c:pt idx="7588">
                  <c:v>158.1259842519685</c:v>
                </c:pt>
                <c:pt idx="7589">
                  <c:v>250.625</c:v>
                </c:pt>
                <c:pt idx="7590">
                  <c:v>167.46753246753246</c:v>
                </c:pt>
                <c:pt idx="7591">
                  <c:v>211.61322645290585</c:v>
                </c:pt>
                <c:pt idx="7592">
                  <c:v>71.0</c:v>
                </c:pt>
                <c:pt idx="7593">
                  <c:v>167.6206896551724</c:v>
                </c:pt>
                <c:pt idx="7594">
                  <c:v>80.05405405405405</c:v>
                </c:pt>
                <c:pt idx="7595">
                  <c:v>105.0</c:v>
                </c:pt>
                <c:pt idx="7596">
                  <c:v>148.24561403508773</c:v>
                </c:pt>
                <c:pt idx="7597">
                  <c:v>118.04347826086956</c:v>
                </c:pt>
                <c:pt idx="7598">
                  <c:v>163.81443298969072</c:v>
                </c:pt>
                <c:pt idx="7599">
                  <c:v>322.7254098360656</c:v>
                </c:pt>
                <c:pt idx="7600">
                  <c:v>183.65384615384616</c:v>
                </c:pt>
                <c:pt idx="7601">
                  <c:v>109.4375</c:v>
                </c:pt>
                <c:pt idx="7602">
                  <c:v>132.49897330595482</c:v>
                </c:pt>
                <c:pt idx="7603">
                  <c:v>96.60526315789474</c:v>
                </c:pt>
                <c:pt idx="7604">
                  <c:v>115.54901960784314</c:v>
                </c:pt>
                <c:pt idx="7605">
                  <c:v>160.70526315789473</c:v>
                </c:pt>
                <c:pt idx="7606">
                  <c:v>143.04</c:v>
                </c:pt>
                <c:pt idx="7607">
                  <c:v>210.26315789473685</c:v>
                </c:pt>
                <c:pt idx="7608">
                  <c:v>319.8777777777778</c:v>
                </c:pt>
                <c:pt idx="7609">
                  <c:v>198.49056603773585</c:v>
                </c:pt>
                <c:pt idx="7610">
                  <c:v>167.42608695652174</c:v>
                </c:pt>
                <c:pt idx="7611">
                  <c:v>241.2760180995475</c:v>
                </c:pt>
                <c:pt idx="7612">
                  <c:v>141.1764705882353</c:v>
                </c:pt>
                <c:pt idx="7613">
                  <c:v>155.4931506849315</c:v>
                </c:pt>
                <c:pt idx="7614">
                  <c:v>156.5625</c:v>
                </c:pt>
                <c:pt idx="7615">
                  <c:v>82.91489361702128</c:v>
                </c:pt>
                <c:pt idx="7616">
                  <c:v>163.35211267605635</c:v>
                </c:pt>
                <c:pt idx="7617">
                  <c:v>221.2530120481928</c:v>
                </c:pt>
                <c:pt idx="7618">
                  <c:v>152.85454545454544</c:v>
                </c:pt>
                <c:pt idx="7619">
                  <c:v>148.8288508557457</c:v>
                </c:pt>
                <c:pt idx="7620">
                  <c:v>242.9381443298969</c:v>
                </c:pt>
                <c:pt idx="7621">
                  <c:v>122.65957446808513</c:v>
                </c:pt>
                <c:pt idx="7622">
                  <c:v>28.68258803754096</c:v>
                </c:pt>
                <c:pt idx="7623">
                  <c:v>209.0487804878049</c:v>
                </c:pt>
                <c:pt idx="7624">
                  <c:v>219.30666666666667</c:v>
                </c:pt>
                <c:pt idx="7625">
                  <c:v>106.98666666666666</c:v>
                </c:pt>
                <c:pt idx="7626">
                  <c:v>296.4468085106383</c:v>
                </c:pt>
                <c:pt idx="7627">
                  <c:v>195.30357142857144</c:v>
                </c:pt>
                <c:pt idx="7628">
                  <c:v>161.13846153846154</c:v>
                </c:pt>
                <c:pt idx="7629">
                  <c:v>275.4186046511628</c:v>
                </c:pt>
                <c:pt idx="7630">
                  <c:v>174.8372093023256</c:v>
                </c:pt>
                <c:pt idx="7631">
                  <c:v>186.72727272727272</c:v>
                </c:pt>
                <c:pt idx="7632">
                  <c:v>247.55594405594405</c:v>
                </c:pt>
                <c:pt idx="7633">
                  <c:v>100.43076923076924</c:v>
                </c:pt>
                <c:pt idx="7634">
                  <c:v>186.73737373737373</c:v>
                </c:pt>
                <c:pt idx="7635">
                  <c:v>142.2</c:v>
                </c:pt>
                <c:pt idx="7636">
                  <c:v>169.2840909090909</c:v>
                </c:pt>
                <c:pt idx="7637">
                  <c:v>135.6625386996904</c:v>
                </c:pt>
                <c:pt idx="7638">
                  <c:v>305.8048780487805</c:v>
                </c:pt>
                <c:pt idx="7639">
                  <c:v>281.8065476190476</c:v>
                </c:pt>
                <c:pt idx="7640">
                  <c:v>139.45378151260505</c:v>
                </c:pt>
                <c:pt idx="7641">
                  <c:v>107.890625</c:v>
                </c:pt>
                <c:pt idx="7642">
                  <c:v>187.0727272727273</c:v>
                </c:pt>
                <c:pt idx="7643">
                  <c:v>145.8</c:v>
                </c:pt>
                <c:pt idx="7644">
                  <c:v>115.70833333333331</c:v>
                </c:pt>
                <c:pt idx="7645">
                  <c:v>210.3</c:v>
                </c:pt>
                <c:pt idx="7646">
                  <c:v>200.84848484848484</c:v>
                </c:pt>
                <c:pt idx="7647">
                  <c:v>283.62068965517244</c:v>
                </c:pt>
                <c:pt idx="7648">
                  <c:v>135.31050228310502</c:v>
                </c:pt>
                <c:pt idx="7649">
                  <c:v>154.88847583643124</c:v>
                </c:pt>
                <c:pt idx="7650">
                  <c:v>126.1470588235294</c:v>
                </c:pt>
                <c:pt idx="7651">
                  <c:v>292.8341013824885</c:v>
                </c:pt>
                <c:pt idx="7652">
                  <c:v>221.83703703703705</c:v>
                </c:pt>
                <c:pt idx="7653">
                  <c:v>183.345</c:v>
                </c:pt>
                <c:pt idx="7654">
                  <c:v>152.675</c:v>
                </c:pt>
                <c:pt idx="7655">
                  <c:v>255.73684210526315</c:v>
                </c:pt>
                <c:pt idx="7656">
                  <c:v>208.22857142857143</c:v>
                </c:pt>
                <c:pt idx="7657">
                  <c:v>126.25641025641026</c:v>
                </c:pt>
                <c:pt idx="7658">
                  <c:v>141.31645569620252</c:v>
                </c:pt>
                <c:pt idx="7659">
                  <c:v>114.51136363636364</c:v>
                </c:pt>
                <c:pt idx="7660">
                  <c:v>133.88372093023256</c:v>
                </c:pt>
                <c:pt idx="7661">
                  <c:v>275.40909090909093</c:v>
                </c:pt>
                <c:pt idx="7662">
                  <c:v>164.18777943368107</c:v>
                </c:pt>
                <c:pt idx="7663">
                  <c:v>195.9189189189189</c:v>
                </c:pt>
                <c:pt idx="7664">
                  <c:v>141.8695652173913</c:v>
                </c:pt>
                <c:pt idx="7665">
                  <c:v>234.782122905028</c:v>
                </c:pt>
                <c:pt idx="7666">
                  <c:v>135.4873417721519</c:v>
                </c:pt>
                <c:pt idx="7667">
                  <c:v>163.0</c:v>
                </c:pt>
                <c:pt idx="7668">
                  <c:v>280.45887445887445</c:v>
                </c:pt>
                <c:pt idx="7669">
                  <c:v>276.17241379310343</c:v>
                </c:pt>
                <c:pt idx="7670">
                  <c:v>172.91228070175438</c:v>
                </c:pt>
                <c:pt idx="7671">
                  <c:v>192.6701030927835</c:v>
                </c:pt>
                <c:pt idx="7672">
                  <c:v>262.7073170731707</c:v>
                </c:pt>
                <c:pt idx="7673">
                  <c:v>161.02158273381295</c:v>
                </c:pt>
                <c:pt idx="7674">
                  <c:v>193.2207792207792</c:v>
                </c:pt>
                <c:pt idx="7675">
                  <c:v>230.15277777777777</c:v>
                </c:pt>
                <c:pt idx="7676">
                  <c:v>102.23958333333331</c:v>
                </c:pt>
                <c:pt idx="7677">
                  <c:v>175.50666666666666</c:v>
                </c:pt>
                <c:pt idx="7678">
                  <c:v>239.3428571428572</c:v>
                </c:pt>
                <c:pt idx="7679">
                  <c:v>122.63414634146342</c:v>
                </c:pt>
                <c:pt idx="7680">
                  <c:v>149.2577319587629</c:v>
                </c:pt>
                <c:pt idx="7681">
                  <c:v>179.0</c:v>
                </c:pt>
                <c:pt idx="7682">
                  <c:v>174.52777777777777</c:v>
                </c:pt>
                <c:pt idx="7683">
                  <c:v>191.24</c:v>
                </c:pt>
                <c:pt idx="7684">
                  <c:v>156.61872909698997</c:v>
                </c:pt>
                <c:pt idx="7685">
                  <c:v>199.83116883116884</c:v>
                </c:pt>
                <c:pt idx="7686">
                  <c:v>76.23333333333333</c:v>
                </c:pt>
                <c:pt idx="7687">
                  <c:v>147.5</c:v>
                </c:pt>
                <c:pt idx="7688">
                  <c:v>128.6551724137931</c:v>
                </c:pt>
                <c:pt idx="7689">
                  <c:v>163.67241379310346</c:v>
                </c:pt>
                <c:pt idx="7690">
                  <c:v>245.08</c:v>
                </c:pt>
                <c:pt idx="7691">
                  <c:v>189.13333333333333</c:v>
                </c:pt>
                <c:pt idx="7692">
                  <c:v>204.3111111111111</c:v>
                </c:pt>
                <c:pt idx="7693">
                  <c:v>190.21818181818185</c:v>
                </c:pt>
                <c:pt idx="7694">
                  <c:v>115.92045454545456</c:v>
                </c:pt>
                <c:pt idx="7695">
                  <c:v>178.67816091954023</c:v>
                </c:pt>
                <c:pt idx="7696">
                  <c:v>112.32</c:v>
                </c:pt>
                <c:pt idx="7697">
                  <c:v>116.07407407407408</c:v>
                </c:pt>
                <c:pt idx="7698">
                  <c:v>126.27272727272728</c:v>
                </c:pt>
                <c:pt idx="7699">
                  <c:v>156.57534246575344</c:v>
                </c:pt>
                <c:pt idx="7700">
                  <c:v>145.44827586206895</c:v>
                </c:pt>
                <c:pt idx="7701">
                  <c:v>134.37142857142857</c:v>
                </c:pt>
                <c:pt idx="7702">
                  <c:v>174.41176470588235</c:v>
                </c:pt>
                <c:pt idx="7703">
                  <c:v>223.40740740740745</c:v>
                </c:pt>
                <c:pt idx="7704">
                  <c:v>126.70603674540682</c:v>
                </c:pt>
                <c:pt idx="7705">
                  <c:v>231.08695652173915</c:v>
                </c:pt>
                <c:pt idx="7706">
                  <c:v>164.96825396825398</c:v>
                </c:pt>
                <c:pt idx="7707">
                  <c:v>218.2887029288703</c:v>
                </c:pt>
                <c:pt idx="7708">
                  <c:v>228.09803921568627</c:v>
                </c:pt>
                <c:pt idx="7709">
                  <c:v>123.3469387755102</c:v>
                </c:pt>
                <c:pt idx="7710">
                  <c:v>188.6764705882353</c:v>
                </c:pt>
                <c:pt idx="7711">
                  <c:v>124.95810564663024</c:v>
                </c:pt>
                <c:pt idx="7712">
                  <c:v>280.05</c:v>
                </c:pt>
                <c:pt idx="7713">
                  <c:v>142.19774011299435</c:v>
                </c:pt>
                <c:pt idx="7714">
                  <c:v>201.19181585677748</c:v>
                </c:pt>
                <c:pt idx="7715">
                  <c:v>223.6987951807229</c:v>
                </c:pt>
                <c:pt idx="7716">
                  <c:v>92.3913043478261</c:v>
                </c:pt>
                <c:pt idx="7717">
                  <c:v>199.9272727272728</c:v>
                </c:pt>
                <c:pt idx="7718">
                  <c:v>204.19230769230768</c:v>
                </c:pt>
                <c:pt idx="7719">
                  <c:v>217.28846153846155</c:v>
                </c:pt>
                <c:pt idx="7720">
                  <c:v>148.26923076923077</c:v>
                </c:pt>
                <c:pt idx="7721">
                  <c:v>246.7948717948718</c:v>
                </c:pt>
                <c:pt idx="7722">
                  <c:v>222.62745098039213</c:v>
                </c:pt>
                <c:pt idx="7723">
                  <c:v>284.06382978723406</c:v>
                </c:pt>
                <c:pt idx="7724">
                  <c:v>103.13934426229508</c:v>
                </c:pt>
                <c:pt idx="7725">
                  <c:v>286.6857142857143</c:v>
                </c:pt>
                <c:pt idx="7726">
                  <c:v>146.3720930232558</c:v>
                </c:pt>
                <c:pt idx="7727">
                  <c:v>236.04225352112675</c:v>
                </c:pt>
                <c:pt idx="7728">
                  <c:v>211.2982456140351</c:v>
                </c:pt>
                <c:pt idx="7729">
                  <c:v>129.7872340425532</c:v>
                </c:pt>
                <c:pt idx="7730">
                  <c:v>124.16666666666669</c:v>
                </c:pt>
                <c:pt idx="7731">
                  <c:v>135.61904761904762</c:v>
                </c:pt>
                <c:pt idx="7732">
                  <c:v>282.05263157894734</c:v>
                </c:pt>
                <c:pt idx="7733">
                  <c:v>179.14285714285714</c:v>
                </c:pt>
                <c:pt idx="7734">
                  <c:v>119.86</c:v>
                </c:pt>
                <c:pt idx="7735">
                  <c:v>221.5344827586207</c:v>
                </c:pt>
                <c:pt idx="7736">
                  <c:v>61.84285714285714</c:v>
                </c:pt>
                <c:pt idx="7737">
                  <c:v>102.3</c:v>
                </c:pt>
                <c:pt idx="7738">
                  <c:v>282.7047619047619</c:v>
                </c:pt>
                <c:pt idx="7739">
                  <c:v>138.52982954545453</c:v>
                </c:pt>
                <c:pt idx="7740">
                  <c:v>175.20408163265307</c:v>
                </c:pt>
                <c:pt idx="7741">
                  <c:v>348.07510431154384</c:v>
                </c:pt>
                <c:pt idx="7742">
                  <c:v>138.6273291925466</c:v>
                </c:pt>
                <c:pt idx="7743">
                  <c:v>151.05882352941177</c:v>
                </c:pt>
                <c:pt idx="7744">
                  <c:v>242.7620889748549</c:v>
                </c:pt>
                <c:pt idx="7745">
                  <c:v>114.91549295774648</c:v>
                </c:pt>
                <c:pt idx="7746">
                  <c:v>236.69767441860463</c:v>
                </c:pt>
                <c:pt idx="7747">
                  <c:v>311.8992248062016</c:v>
                </c:pt>
                <c:pt idx="7748">
                  <c:v>259.7822966507177</c:v>
                </c:pt>
                <c:pt idx="7749">
                  <c:v>246.8135168961201</c:v>
                </c:pt>
                <c:pt idx="7750">
                  <c:v>175.96954314720813</c:v>
                </c:pt>
                <c:pt idx="7751">
                  <c:v>114.25333333333332</c:v>
                </c:pt>
                <c:pt idx="7752">
                  <c:v>223.72727272727272</c:v>
                </c:pt>
                <c:pt idx="7753">
                  <c:v>315.781512605042</c:v>
                </c:pt>
                <c:pt idx="7754">
                  <c:v>212.3084745762712</c:v>
                </c:pt>
                <c:pt idx="7755">
                  <c:v>134.33695652173913</c:v>
                </c:pt>
                <c:pt idx="7756">
                  <c:v>85.3931623931624</c:v>
                </c:pt>
                <c:pt idx="7757">
                  <c:v>110.10714285714286</c:v>
                </c:pt>
                <c:pt idx="7758">
                  <c:v>250.48314606741573</c:v>
                </c:pt>
                <c:pt idx="7759">
                  <c:v>176.45238095238096</c:v>
                </c:pt>
                <c:pt idx="7760">
                  <c:v>291.4453125</c:v>
                </c:pt>
                <c:pt idx="7761">
                  <c:v>232.7926829268293</c:v>
                </c:pt>
                <c:pt idx="7762">
                  <c:v>125.1891891891892</c:v>
                </c:pt>
                <c:pt idx="7763">
                  <c:v>195.0</c:v>
                </c:pt>
                <c:pt idx="7764">
                  <c:v>147.28333333333333</c:v>
                </c:pt>
                <c:pt idx="7765">
                  <c:v>122.31832797427651</c:v>
                </c:pt>
                <c:pt idx="7766">
                  <c:v>217.6590909090909</c:v>
                </c:pt>
                <c:pt idx="7767">
                  <c:v>195.3441860465116</c:v>
                </c:pt>
                <c:pt idx="7768">
                  <c:v>160.2206572769953</c:v>
                </c:pt>
                <c:pt idx="7769">
                  <c:v>148.25688073394497</c:v>
                </c:pt>
                <c:pt idx="7770">
                  <c:v>107.69620253164555</c:v>
                </c:pt>
                <c:pt idx="7771">
                  <c:v>203.28629032258064</c:v>
                </c:pt>
                <c:pt idx="7772">
                  <c:v>104.13333333333334</c:v>
                </c:pt>
                <c:pt idx="7773">
                  <c:v>157.08045977011494</c:v>
                </c:pt>
                <c:pt idx="7774">
                  <c:v>82.57169634489222</c:v>
                </c:pt>
                <c:pt idx="7775">
                  <c:v>171.02272727272728</c:v>
                </c:pt>
                <c:pt idx="7776">
                  <c:v>134.35714285714286</c:v>
                </c:pt>
                <c:pt idx="7777">
                  <c:v>189.8655462184874</c:v>
                </c:pt>
                <c:pt idx="7778">
                  <c:v>294.87610619469024</c:v>
                </c:pt>
                <c:pt idx="7779">
                  <c:v>132.73333333333332</c:v>
                </c:pt>
                <c:pt idx="7780">
                  <c:v>115.0</c:v>
                </c:pt>
                <c:pt idx="7781">
                  <c:v>145.0857142857143</c:v>
                </c:pt>
                <c:pt idx="7782">
                  <c:v>252.8617886178862</c:v>
                </c:pt>
                <c:pt idx="7783">
                  <c:v>123.97435897435898</c:v>
                </c:pt>
                <c:pt idx="7784">
                  <c:v>174.42857142857142</c:v>
                </c:pt>
                <c:pt idx="7785">
                  <c:v>91.16666666666669</c:v>
                </c:pt>
                <c:pt idx="7786">
                  <c:v>232.4262295081967</c:v>
                </c:pt>
                <c:pt idx="7787">
                  <c:v>114.46354166666669</c:v>
                </c:pt>
                <c:pt idx="7788">
                  <c:v>234.09174311926608</c:v>
                </c:pt>
                <c:pt idx="7789">
                  <c:v>233.11586452762924</c:v>
                </c:pt>
                <c:pt idx="7790">
                  <c:v>144.04854368932038</c:v>
                </c:pt>
                <c:pt idx="7791">
                  <c:v>228.65573770491804</c:v>
                </c:pt>
                <c:pt idx="7792">
                  <c:v>95.3</c:v>
                </c:pt>
                <c:pt idx="7793">
                  <c:v>264.10526315789474</c:v>
                </c:pt>
                <c:pt idx="7794">
                  <c:v>189.5</c:v>
                </c:pt>
                <c:pt idx="7795">
                  <c:v>327.7647058823529</c:v>
                </c:pt>
                <c:pt idx="7796">
                  <c:v>84.20481927710843</c:v>
                </c:pt>
                <c:pt idx="7797">
                  <c:v>112.58196721311477</c:v>
                </c:pt>
                <c:pt idx="7798">
                  <c:v>159.30434782608697</c:v>
                </c:pt>
                <c:pt idx="7799">
                  <c:v>120.35555555555555</c:v>
                </c:pt>
                <c:pt idx="7800">
                  <c:v>161.75806451612902</c:v>
                </c:pt>
                <c:pt idx="7801">
                  <c:v>99.2046783625731</c:v>
                </c:pt>
                <c:pt idx="7802">
                  <c:v>175.65714285714284</c:v>
                </c:pt>
                <c:pt idx="7803">
                  <c:v>253.875</c:v>
                </c:pt>
                <c:pt idx="7804">
                  <c:v>188.671875</c:v>
                </c:pt>
                <c:pt idx="7805">
                  <c:v>59.94871794871795</c:v>
                </c:pt>
                <c:pt idx="7806">
                  <c:v>125.8409090909091</c:v>
                </c:pt>
                <c:pt idx="7807">
                  <c:v>107.8780487804878</c:v>
                </c:pt>
                <c:pt idx="7808">
                  <c:v>218.0924092409241</c:v>
                </c:pt>
                <c:pt idx="7809">
                  <c:v>76.79220779220779</c:v>
                </c:pt>
                <c:pt idx="7810">
                  <c:v>215.1</c:v>
                </c:pt>
                <c:pt idx="7811">
                  <c:v>271.890625</c:v>
                </c:pt>
                <c:pt idx="7812">
                  <c:v>278.8958333333333</c:v>
                </c:pt>
                <c:pt idx="7813">
                  <c:v>250.8296703296704</c:v>
                </c:pt>
                <c:pt idx="7814">
                  <c:v>243.44</c:v>
                </c:pt>
                <c:pt idx="7815">
                  <c:v>274.3768115942029</c:v>
                </c:pt>
                <c:pt idx="7816">
                  <c:v>197.2739726027397</c:v>
                </c:pt>
                <c:pt idx="7817">
                  <c:v>188.6140350877193</c:v>
                </c:pt>
                <c:pt idx="7818">
                  <c:v>221.4324324324324</c:v>
                </c:pt>
                <c:pt idx="7819">
                  <c:v>186.3937007874016</c:v>
                </c:pt>
                <c:pt idx="7820">
                  <c:v>211.6754563894524</c:v>
                </c:pt>
                <c:pt idx="7821">
                  <c:v>191.77064220183487</c:v>
                </c:pt>
                <c:pt idx="7822">
                  <c:v>157.8</c:v>
                </c:pt>
                <c:pt idx="7823">
                  <c:v>145.96666666666667</c:v>
                </c:pt>
                <c:pt idx="7824">
                  <c:v>127.07792207792208</c:v>
                </c:pt>
                <c:pt idx="7825">
                  <c:v>123.76136363636364</c:v>
                </c:pt>
                <c:pt idx="7826">
                  <c:v>108.95744680851064</c:v>
                </c:pt>
                <c:pt idx="7827">
                  <c:v>174.0</c:v>
                </c:pt>
                <c:pt idx="7828">
                  <c:v>120.69166666666666</c:v>
                </c:pt>
                <c:pt idx="7829">
                  <c:v>286.5083870967742</c:v>
                </c:pt>
                <c:pt idx="7830">
                  <c:v>76.0673076923077</c:v>
                </c:pt>
                <c:pt idx="7831">
                  <c:v>150.2325581395349</c:v>
                </c:pt>
                <c:pt idx="7832">
                  <c:v>233.6206896551724</c:v>
                </c:pt>
                <c:pt idx="7833">
                  <c:v>172.73809523809524</c:v>
                </c:pt>
                <c:pt idx="7834">
                  <c:v>119.07692307692308</c:v>
                </c:pt>
                <c:pt idx="7835">
                  <c:v>199.09756097560967</c:v>
                </c:pt>
                <c:pt idx="7836">
                  <c:v>262.0546875</c:v>
                </c:pt>
                <c:pt idx="7837">
                  <c:v>205.7130919220056</c:v>
                </c:pt>
                <c:pt idx="7838">
                  <c:v>180.0</c:v>
                </c:pt>
                <c:pt idx="7839">
                  <c:v>327.09859154929575</c:v>
                </c:pt>
                <c:pt idx="7840">
                  <c:v>207.76106194690263</c:v>
                </c:pt>
                <c:pt idx="7841">
                  <c:v>246.13694267515925</c:v>
                </c:pt>
                <c:pt idx="7842">
                  <c:v>277.60714285714283</c:v>
                </c:pt>
                <c:pt idx="7843">
                  <c:v>202.95406360424028</c:v>
                </c:pt>
                <c:pt idx="7844">
                  <c:v>168.75</c:v>
                </c:pt>
                <c:pt idx="7845">
                  <c:v>161.2982456140351</c:v>
                </c:pt>
                <c:pt idx="7846">
                  <c:v>269.7282608695652</c:v>
                </c:pt>
                <c:pt idx="7847">
                  <c:v>223.8108108108108</c:v>
                </c:pt>
                <c:pt idx="7848">
                  <c:v>231.63636363636363</c:v>
                </c:pt>
                <c:pt idx="7849">
                  <c:v>109.95454545454544</c:v>
                </c:pt>
                <c:pt idx="7850">
                  <c:v>115.86842105263158</c:v>
                </c:pt>
                <c:pt idx="7851">
                  <c:v>148.17543859649123</c:v>
                </c:pt>
                <c:pt idx="7852">
                  <c:v>225.98765432098764</c:v>
                </c:pt>
                <c:pt idx="7853">
                  <c:v>204.31034482758625</c:v>
                </c:pt>
                <c:pt idx="7854">
                  <c:v>115.73584905660375</c:v>
                </c:pt>
                <c:pt idx="7855">
                  <c:v>311.1666666666667</c:v>
                </c:pt>
                <c:pt idx="7856">
                  <c:v>106.96938775510203</c:v>
                </c:pt>
                <c:pt idx="7857">
                  <c:v>310.3050847457627</c:v>
                </c:pt>
                <c:pt idx="7858">
                  <c:v>83.26</c:v>
                </c:pt>
                <c:pt idx="7859">
                  <c:v>235.4516129032258</c:v>
                </c:pt>
                <c:pt idx="7860">
                  <c:v>74.69069069069069</c:v>
                </c:pt>
                <c:pt idx="7861">
                  <c:v>258.17241379310343</c:v>
                </c:pt>
                <c:pt idx="7862">
                  <c:v>184.22857142857143</c:v>
                </c:pt>
                <c:pt idx="7863">
                  <c:v>120.9576059850374</c:v>
                </c:pt>
                <c:pt idx="7864">
                  <c:v>171.0857142857143</c:v>
                </c:pt>
                <c:pt idx="7865">
                  <c:v>142.08333333333334</c:v>
                </c:pt>
                <c:pt idx="7866">
                  <c:v>136.77241379310345</c:v>
                </c:pt>
                <c:pt idx="7867">
                  <c:v>261.5882352941176</c:v>
                </c:pt>
                <c:pt idx="7868">
                  <c:v>201.8395061728395</c:v>
                </c:pt>
                <c:pt idx="7869">
                  <c:v>252.13698630136983</c:v>
                </c:pt>
                <c:pt idx="7870">
                  <c:v>208.08510638297872</c:v>
                </c:pt>
                <c:pt idx="7871">
                  <c:v>182.5555555555556</c:v>
                </c:pt>
                <c:pt idx="7872">
                  <c:v>106.41197183098592</c:v>
                </c:pt>
                <c:pt idx="7873">
                  <c:v>140.9939393939394</c:v>
                </c:pt>
                <c:pt idx="7874">
                  <c:v>262.78823529411767</c:v>
                </c:pt>
                <c:pt idx="7875">
                  <c:v>279.08</c:v>
                </c:pt>
                <c:pt idx="7876">
                  <c:v>108.97536945812809</c:v>
                </c:pt>
                <c:pt idx="7877">
                  <c:v>133.2405063291139</c:v>
                </c:pt>
                <c:pt idx="7878">
                  <c:v>200.18421052631572</c:v>
                </c:pt>
                <c:pt idx="7879">
                  <c:v>268.0636132315521</c:v>
                </c:pt>
                <c:pt idx="7880">
                  <c:v>149.03370786516854</c:v>
                </c:pt>
                <c:pt idx="7881">
                  <c:v>152.496</c:v>
                </c:pt>
                <c:pt idx="7882">
                  <c:v>154.52631578947367</c:v>
                </c:pt>
                <c:pt idx="7883">
                  <c:v>94.5982905982906</c:v>
                </c:pt>
                <c:pt idx="7884">
                  <c:v>112.04555808656036</c:v>
                </c:pt>
                <c:pt idx="7885">
                  <c:v>216.92666666666668</c:v>
                </c:pt>
                <c:pt idx="7886">
                  <c:v>234.5833333333333</c:v>
                </c:pt>
                <c:pt idx="7887">
                  <c:v>169.9</c:v>
                </c:pt>
                <c:pt idx="7888">
                  <c:v>183.1086956521739</c:v>
                </c:pt>
                <c:pt idx="7889">
                  <c:v>206.69565217391303</c:v>
                </c:pt>
                <c:pt idx="7890">
                  <c:v>188.3584905660377</c:v>
                </c:pt>
                <c:pt idx="7891">
                  <c:v>189.8</c:v>
                </c:pt>
                <c:pt idx="7892">
                  <c:v>171.28571428571428</c:v>
                </c:pt>
                <c:pt idx="7893">
                  <c:v>177.58823529411765</c:v>
                </c:pt>
                <c:pt idx="7894">
                  <c:v>48.27493939237842</c:v>
                </c:pt>
                <c:pt idx="7895">
                  <c:v>58.79162634397126</c:v>
                </c:pt>
                <c:pt idx="7896">
                  <c:v>248.3090909090909</c:v>
                </c:pt>
                <c:pt idx="7897">
                  <c:v>226.7457627118644</c:v>
                </c:pt>
                <c:pt idx="7898">
                  <c:v>236.5</c:v>
                </c:pt>
                <c:pt idx="7899">
                  <c:v>144.36363636363637</c:v>
                </c:pt>
                <c:pt idx="7900">
                  <c:v>167.85843920145192</c:v>
                </c:pt>
                <c:pt idx="7901">
                  <c:v>178.453125</c:v>
                </c:pt>
                <c:pt idx="7902">
                  <c:v>125.31632653061224</c:v>
                </c:pt>
                <c:pt idx="7903">
                  <c:v>190.8996710526316</c:v>
                </c:pt>
                <c:pt idx="7904">
                  <c:v>85.2127659574468</c:v>
                </c:pt>
                <c:pt idx="7905">
                  <c:v>130.92899408284023</c:v>
                </c:pt>
                <c:pt idx="7906">
                  <c:v>255.44791666666663</c:v>
                </c:pt>
                <c:pt idx="7907">
                  <c:v>130.93939393939394</c:v>
                </c:pt>
                <c:pt idx="7908">
                  <c:v>264.51724137931035</c:v>
                </c:pt>
                <c:pt idx="7909">
                  <c:v>211.94285714285715</c:v>
                </c:pt>
                <c:pt idx="7910">
                  <c:v>346.2809917355372</c:v>
                </c:pt>
                <c:pt idx="7911">
                  <c:v>181.42307692307693</c:v>
                </c:pt>
                <c:pt idx="7912">
                  <c:v>115.4141414141414</c:v>
                </c:pt>
                <c:pt idx="7913">
                  <c:v>200.7428571428572</c:v>
                </c:pt>
                <c:pt idx="7914">
                  <c:v>107.97944199706316</c:v>
                </c:pt>
                <c:pt idx="7915">
                  <c:v>176.6797153024911</c:v>
                </c:pt>
                <c:pt idx="7916">
                  <c:v>264.3386454183267</c:v>
                </c:pt>
                <c:pt idx="7917">
                  <c:v>116.825</c:v>
                </c:pt>
                <c:pt idx="7918">
                  <c:v>161.02777777777777</c:v>
                </c:pt>
                <c:pt idx="7919">
                  <c:v>224.16603773584905</c:v>
                </c:pt>
                <c:pt idx="7920">
                  <c:v>279.51612903225805</c:v>
                </c:pt>
                <c:pt idx="7921">
                  <c:v>252.890756302521</c:v>
                </c:pt>
                <c:pt idx="7922">
                  <c:v>149.625</c:v>
                </c:pt>
                <c:pt idx="7923">
                  <c:v>261.4246031746032</c:v>
                </c:pt>
                <c:pt idx="7924">
                  <c:v>148.203125</c:v>
                </c:pt>
                <c:pt idx="7925">
                  <c:v>266.0134228187919</c:v>
                </c:pt>
                <c:pt idx="7926">
                  <c:v>317.2985074626866</c:v>
                </c:pt>
                <c:pt idx="7927">
                  <c:v>243.09756097560967</c:v>
                </c:pt>
                <c:pt idx="7928">
                  <c:v>97.90140845070422</c:v>
                </c:pt>
                <c:pt idx="7929">
                  <c:v>192.8281938325991</c:v>
                </c:pt>
                <c:pt idx="7930">
                  <c:v>272.8888888888889</c:v>
                </c:pt>
                <c:pt idx="7931">
                  <c:v>101.15942028985508</c:v>
                </c:pt>
                <c:pt idx="7932">
                  <c:v>225.4</c:v>
                </c:pt>
                <c:pt idx="7933">
                  <c:v>158.327868852459</c:v>
                </c:pt>
                <c:pt idx="7934">
                  <c:v>256.8095238095238</c:v>
                </c:pt>
                <c:pt idx="7935">
                  <c:v>125.31428571428572</c:v>
                </c:pt>
                <c:pt idx="7936">
                  <c:v>201.13432835820896</c:v>
                </c:pt>
                <c:pt idx="7937">
                  <c:v>114.90625</c:v>
                </c:pt>
                <c:pt idx="7938">
                  <c:v>198.6258064516129</c:v>
                </c:pt>
                <c:pt idx="7939">
                  <c:v>205.88983050847452</c:v>
                </c:pt>
                <c:pt idx="7940">
                  <c:v>253.6875</c:v>
                </c:pt>
                <c:pt idx="7941">
                  <c:v>167.33333333333334</c:v>
                </c:pt>
                <c:pt idx="7942">
                  <c:v>140.16379310344828</c:v>
                </c:pt>
                <c:pt idx="7943">
                  <c:v>162.36805555555554</c:v>
                </c:pt>
                <c:pt idx="7944">
                  <c:v>242.7007874015748</c:v>
                </c:pt>
                <c:pt idx="7945">
                  <c:v>223.7589576547232</c:v>
                </c:pt>
                <c:pt idx="7946">
                  <c:v>275.8704156479218</c:v>
                </c:pt>
                <c:pt idx="7947">
                  <c:v>267.72923076923075</c:v>
                </c:pt>
                <c:pt idx="7948">
                  <c:v>186.3170731707317</c:v>
                </c:pt>
                <c:pt idx="7949">
                  <c:v>117.64179104477611</c:v>
                </c:pt>
                <c:pt idx="7950">
                  <c:v>138.33333333333334</c:v>
                </c:pt>
                <c:pt idx="7951">
                  <c:v>131.47916666666666</c:v>
                </c:pt>
                <c:pt idx="7952">
                  <c:v>120.171974522293</c:v>
                </c:pt>
                <c:pt idx="7953">
                  <c:v>204.46666666666667</c:v>
                </c:pt>
                <c:pt idx="7954">
                  <c:v>212.8342245989305</c:v>
                </c:pt>
                <c:pt idx="7955">
                  <c:v>157.71428571428572</c:v>
                </c:pt>
                <c:pt idx="7956">
                  <c:v>191.1219512195122</c:v>
                </c:pt>
                <c:pt idx="7957">
                  <c:v>323.8235294117647</c:v>
                </c:pt>
                <c:pt idx="7958">
                  <c:v>239.26315789473685</c:v>
                </c:pt>
                <c:pt idx="7959">
                  <c:v>228.53846153846155</c:v>
                </c:pt>
                <c:pt idx="7960">
                  <c:v>182.75</c:v>
                </c:pt>
                <c:pt idx="7961">
                  <c:v>176.9873417721519</c:v>
                </c:pt>
                <c:pt idx="7962">
                  <c:v>154.33870967741936</c:v>
                </c:pt>
                <c:pt idx="7963">
                  <c:v>176.01694915254237</c:v>
                </c:pt>
                <c:pt idx="7964">
                  <c:v>233.23469387755105</c:v>
                </c:pt>
                <c:pt idx="7965">
                  <c:v>257.2774566473988</c:v>
                </c:pt>
                <c:pt idx="7966">
                  <c:v>151.9326241134752</c:v>
                </c:pt>
                <c:pt idx="7967">
                  <c:v>183.29381443298968</c:v>
                </c:pt>
                <c:pt idx="7968">
                  <c:v>240.6875</c:v>
                </c:pt>
                <c:pt idx="7969">
                  <c:v>110.78787878787878</c:v>
                </c:pt>
                <c:pt idx="7970">
                  <c:v>174.43956043956044</c:v>
                </c:pt>
                <c:pt idx="7971">
                  <c:v>255.57142857142856</c:v>
                </c:pt>
                <c:pt idx="7972">
                  <c:v>150.56521739130434</c:v>
                </c:pt>
                <c:pt idx="7973">
                  <c:v>109.82608695652172</c:v>
                </c:pt>
                <c:pt idx="7974">
                  <c:v>222.98496240601503</c:v>
                </c:pt>
                <c:pt idx="7975">
                  <c:v>248.18627450980392</c:v>
                </c:pt>
                <c:pt idx="7976">
                  <c:v>175.01234567901236</c:v>
                </c:pt>
                <c:pt idx="7977">
                  <c:v>140.28571428571428</c:v>
                </c:pt>
                <c:pt idx="7978">
                  <c:v>102.16666666666669</c:v>
                </c:pt>
                <c:pt idx="7979">
                  <c:v>205.73840445269016</c:v>
                </c:pt>
                <c:pt idx="7980">
                  <c:v>121.19327731092436</c:v>
                </c:pt>
                <c:pt idx="7981">
                  <c:v>222.06896551724137</c:v>
                </c:pt>
                <c:pt idx="7982">
                  <c:v>116.8867924528302</c:v>
                </c:pt>
                <c:pt idx="7983">
                  <c:v>178.60982658959537</c:v>
                </c:pt>
                <c:pt idx="7984">
                  <c:v>101.1304347826087</c:v>
                </c:pt>
                <c:pt idx="7985">
                  <c:v>171.88636363636363</c:v>
                </c:pt>
                <c:pt idx="7986">
                  <c:v>85.67657992565056</c:v>
                </c:pt>
                <c:pt idx="7987">
                  <c:v>148.075</c:v>
                </c:pt>
                <c:pt idx="7988">
                  <c:v>222.59459459459453</c:v>
                </c:pt>
                <c:pt idx="7989">
                  <c:v>166.4</c:v>
                </c:pt>
                <c:pt idx="7990">
                  <c:v>91.7741935483871</c:v>
                </c:pt>
                <c:pt idx="7991">
                  <c:v>290.19830028328613</c:v>
                </c:pt>
                <c:pt idx="7992">
                  <c:v>108.17777777777778</c:v>
                </c:pt>
                <c:pt idx="7993">
                  <c:v>230.9591836734694</c:v>
                </c:pt>
                <c:pt idx="7994">
                  <c:v>286.68</c:v>
                </c:pt>
                <c:pt idx="7995">
                  <c:v>153.9512195121951</c:v>
                </c:pt>
                <c:pt idx="7996">
                  <c:v>217.6</c:v>
                </c:pt>
                <c:pt idx="7997">
                  <c:v>124.98314606741572</c:v>
                </c:pt>
                <c:pt idx="7998">
                  <c:v>60.27777777777778</c:v>
                </c:pt>
                <c:pt idx="7999">
                  <c:v>160.05084745762713</c:v>
                </c:pt>
                <c:pt idx="8000">
                  <c:v>208.0</c:v>
                </c:pt>
                <c:pt idx="8001">
                  <c:v>217.28813559322035</c:v>
                </c:pt>
                <c:pt idx="8002">
                  <c:v>122.13157894736842</c:v>
                </c:pt>
                <c:pt idx="8003">
                  <c:v>263.391167192429</c:v>
                </c:pt>
                <c:pt idx="8004">
                  <c:v>157.72</c:v>
                </c:pt>
                <c:pt idx="8005">
                  <c:v>241.8877551020408</c:v>
                </c:pt>
                <c:pt idx="8006">
                  <c:v>188.05263157894737</c:v>
                </c:pt>
                <c:pt idx="8007">
                  <c:v>188.54761904761904</c:v>
                </c:pt>
                <c:pt idx="8008">
                  <c:v>115.32432432432432</c:v>
                </c:pt>
                <c:pt idx="8009">
                  <c:v>105.5187969924812</c:v>
                </c:pt>
                <c:pt idx="8010">
                  <c:v>254.1384615384616</c:v>
                </c:pt>
                <c:pt idx="8011">
                  <c:v>153.9193548387097</c:v>
                </c:pt>
                <c:pt idx="8012">
                  <c:v>267.1851851851852</c:v>
                </c:pt>
                <c:pt idx="8013">
                  <c:v>213.3968253968254</c:v>
                </c:pt>
                <c:pt idx="8014">
                  <c:v>108.4612676056338</c:v>
                </c:pt>
                <c:pt idx="8015">
                  <c:v>93.83333333333331</c:v>
                </c:pt>
                <c:pt idx="8016">
                  <c:v>115.9375</c:v>
                </c:pt>
                <c:pt idx="8017">
                  <c:v>198.4181818181818</c:v>
                </c:pt>
                <c:pt idx="8018">
                  <c:v>166.72254335260115</c:v>
                </c:pt>
                <c:pt idx="8019">
                  <c:v>137.2</c:v>
                </c:pt>
                <c:pt idx="8020">
                  <c:v>128.48</c:v>
                </c:pt>
                <c:pt idx="8021">
                  <c:v>137.06666666666666</c:v>
                </c:pt>
                <c:pt idx="8022">
                  <c:v>196.94444444444449</c:v>
                </c:pt>
                <c:pt idx="8023">
                  <c:v>101.29166666666669</c:v>
                </c:pt>
                <c:pt idx="8024">
                  <c:v>269.5365853658537</c:v>
                </c:pt>
                <c:pt idx="8025">
                  <c:v>212.23456790123456</c:v>
                </c:pt>
                <c:pt idx="8026">
                  <c:v>146.9264705882353</c:v>
                </c:pt>
                <c:pt idx="8027">
                  <c:v>209.14492753623188</c:v>
                </c:pt>
                <c:pt idx="8028">
                  <c:v>150.75590551181102</c:v>
                </c:pt>
                <c:pt idx="8029">
                  <c:v>269.4031746031746</c:v>
                </c:pt>
                <c:pt idx="8030">
                  <c:v>210.52747252747253</c:v>
                </c:pt>
                <c:pt idx="8031">
                  <c:v>126.7</c:v>
                </c:pt>
                <c:pt idx="8032">
                  <c:v>146.6705882352941</c:v>
                </c:pt>
                <c:pt idx="8033">
                  <c:v>107.25</c:v>
                </c:pt>
                <c:pt idx="8034">
                  <c:v>75.8157894736842</c:v>
                </c:pt>
                <c:pt idx="8035">
                  <c:v>214.0215053763441</c:v>
                </c:pt>
                <c:pt idx="8036">
                  <c:v>148.97727272727272</c:v>
                </c:pt>
                <c:pt idx="8037">
                  <c:v>251.49640287769785</c:v>
                </c:pt>
                <c:pt idx="8038">
                  <c:v>178.84444444444443</c:v>
                </c:pt>
                <c:pt idx="8039">
                  <c:v>196.5581395348837</c:v>
                </c:pt>
                <c:pt idx="8040">
                  <c:v>147.6236559139785</c:v>
                </c:pt>
                <c:pt idx="8041">
                  <c:v>157.438202247191</c:v>
                </c:pt>
                <c:pt idx="8042">
                  <c:v>210.8997134670487</c:v>
                </c:pt>
                <c:pt idx="8043">
                  <c:v>153.72586872586874</c:v>
                </c:pt>
                <c:pt idx="8044">
                  <c:v>226.55263157894737</c:v>
                </c:pt>
                <c:pt idx="8045">
                  <c:v>242.34796926454445</c:v>
                </c:pt>
                <c:pt idx="8046">
                  <c:v>137.43023255813952</c:v>
                </c:pt>
                <c:pt idx="8047">
                  <c:v>176.91666666666666</c:v>
                </c:pt>
                <c:pt idx="8048">
                  <c:v>155.0952380952381</c:v>
                </c:pt>
                <c:pt idx="8049">
                  <c:v>140.4418604651163</c:v>
                </c:pt>
                <c:pt idx="8050">
                  <c:v>176.9939024390244</c:v>
                </c:pt>
                <c:pt idx="8051">
                  <c:v>203.3692307692308</c:v>
                </c:pt>
                <c:pt idx="8052">
                  <c:v>109.816091954023</c:v>
                </c:pt>
                <c:pt idx="8053">
                  <c:v>157.8</c:v>
                </c:pt>
                <c:pt idx="8054">
                  <c:v>314.5757575757576</c:v>
                </c:pt>
                <c:pt idx="8055">
                  <c:v>136.15384615384616</c:v>
                </c:pt>
                <c:pt idx="8056">
                  <c:v>239.3972602739726</c:v>
                </c:pt>
                <c:pt idx="8057">
                  <c:v>91.12698412698413</c:v>
                </c:pt>
                <c:pt idx="8058">
                  <c:v>209.5398230088496</c:v>
                </c:pt>
                <c:pt idx="8059">
                  <c:v>218.57291666666663</c:v>
                </c:pt>
                <c:pt idx="8060">
                  <c:v>154.8910891089109</c:v>
                </c:pt>
                <c:pt idx="8061">
                  <c:v>186.5447154471545</c:v>
                </c:pt>
                <c:pt idx="8062">
                  <c:v>350.1818181818182</c:v>
                </c:pt>
                <c:pt idx="8063">
                  <c:v>151.1880733944954</c:v>
                </c:pt>
                <c:pt idx="8064">
                  <c:v>295.92857142857144</c:v>
                </c:pt>
                <c:pt idx="8065">
                  <c:v>121.45833333333331</c:v>
                </c:pt>
                <c:pt idx="8066">
                  <c:v>247.03571428571428</c:v>
                </c:pt>
                <c:pt idx="8067">
                  <c:v>243.5017793594306</c:v>
                </c:pt>
                <c:pt idx="8068">
                  <c:v>241.69230769230768</c:v>
                </c:pt>
                <c:pt idx="8069">
                  <c:v>110.9396551724138</c:v>
                </c:pt>
                <c:pt idx="8070">
                  <c:v>167.65322580645162</c:v>
                </c:pt>
                <c:pt idx="8071">
                  <c:v>196.4567901234568</c:v>
                </c:pt>
                <c:pt idx="8072">
                  <c:v>124.5303867403315</c:v>
                </c:pt>
                <c:pt idx="8073">
                  <c:v>181.1372549019608</c:v>
                </c:pt>
                <c:pt idx="8074">
                  <c:v>101.34920634920636</c:v>
                </c:pt>
                <c:pt idx="8075">
                  <c:v>208.48533333333333</c:v>
                </c:pt>
                <c:pt idx="8076">
                  <c:v>149.2710280373832</c:v>
                </c:pt>
                <c:pt idx="8077">
                  <c:v>100.89285714285714</c:v>
                </c:pt>
                <c:pt idx="8078">
                  <c:v>218.1145833333333</c:v>
                </c:pt>
                <c:pt idx="8079">
                  <c:v>179.94392523364485</c:v>
                </c:pt>
                <c:pt idx="8080">
                  <c:v>129.59459459459458</c:v>
                </c:pt>
                <c:pt idx="8081">
                  <c:v>236.945945945946</c:v>
                </c:pt>
                <c:pt idx="8082">
                  <c:v>270.825</c:v>
                </c:pt>
                <c:pt idx="8083">
                  <c:v>121.84126984126983</c:v>
                </c:pt>
                <c:pt idx="8084">
                  <c:v>100.74809160305344</c:v>
                </c:pt>
                <c:pt idx="8085">
                  <c:v>260.112582781457</c:v>
                </c:pt>
                <c:pt idx="8086">
                  <c:v>202.73809523809524</c:v>
                </c:pt>
                <c:pt idx="8087">
                  <c:v>175.6904761904762</c:v>
                </c:pt>
                <c:pt idx="8088">
                  <c:v>250.89409722222223</c:v>
                </c:pt>
                <c:pt idx="8089">
                  <c:v>206.8680555555556</c:v>
                </c:pt>
                <c:pt idx="8090">
                  <c:v>187.22222222222223</c:v>
                </c:pt>
                <c:pt idx="8091">
                  <c:v>186.09756097560967</c:v>
                </c:pt>
                <c:pt idx="8092">
                  <c:v>230.6428571428572</c:v>
                </c:pt>
                <c:pt idx="8093">
                  <c:v>303.4382978723404</c:v>
                </c:pt>
                <c:pt idx="8094">
                  <c:v>194.53731343283584</c:v>
                </c:pt>
                <c:pt idx="8095">
                  <c:v>233.90196078431373</c:v>
                </c:pt>
                <c:pt idx="8096">
                  <c:v>236.6195652173913</c:v>
                </c:pt>
                <c:pt idx="8097">
                  <c:v>150.1818181818182</c:v>
                </c:pt>
                <c:pt idx="8098">
                  <c:v>161.25154639175258</c:v>
                </c:pt>
                <c:pt idx="8099">
                  <c:v>203.35555555555555</c:v>
                </c:pt>
                <c:pt idx="8100">
                  <c:v>246.03255813953487</c:v>
                </c:pt>
                <c:pt idx="8101">
                  <c:v>279.962962962963</c:v>
                </c:pt>
                <c:pt idx="8102">
                  <c:v>177.90265486725664</c:v>
                </c:pt>
                <c:pt idx="8103">
                  <c:v>338.3805970149254</c:v>
                </c:pt>
                <c:pt idx="8104">
                  <c:v>97.1264367816092</c:v>
                </c:pt>
                <c:pt idx="8105">
                  <c:v>90.848167539267</c:v>
                </c:pt>
                <c:pt idx="8106">
                  <c:v>254.4081632653061</c:v>
                </c:pt>
                <c:pt idx="8107">
                  <c:v>133.22857142857143</c:v>
                </c:pt>
                <c:pt idx="8108">
                  <c:v>180.22222222222223</c:v>
                </c:pt>
                <c:pt idx="8109">
                  <c:v>163.0</c:v>
                </c:pt>
                <c:pt idx="8110">
                  <c:v>165.92592592592592</c:v>
                </c:pt>
                <c:pt idx="8111">
                  <c:v>88.9055330634278</c:v>
                </c:pt>
                <c:pt idx="8112">
                  <c:v>331.9364161849711</c:v>
                </c:pt>
                <c:pt idx="8113">
                  <c:v>146.7906976744186</c:v>
                </c:pt>
                <c:pt idx="8114">
                  <c:v>249.80769230769232</c:v>
                </c:pt>
                <c:pt idx="8115">
                  <c:v>205.25190839694656</c:v>
                </c:pt>
                <c:pt idx="8116">
                  <c:v>334.36764705882354</c:v>
                </c:pt>
                <c:pt idx="8117">
                  <c:v>76.78787878787878</c:v>
                </c:pt>
                <c:pt idx="8118">
                  <c:v>173.98701298701295</c:v>
                </c:pt>
                <c:pt idx="8119">
                  <c:v>198.9803921568628</c:v>
                </c:pt>
                <c:pt idx="8120">
                  <c:v>217.19787985865725</c:v>
                </c:pt>
                <c:pt idx="8121">
                  <c:v>224.4852071005917</c:v>
                </c:pt>
                <c:pt idx="8122">
                  <c:v>263.3265306122449</c:v>
                </c:pt>
                <c:pt idx="8123">
                  <c:v>172.63366336633663</c:v>
                </c:pt>
                <c:pt idx="8124">
                  <c:v>226.90384615384616</c:v>
                </c:pt>
                <c:pt idx="8125">
                  <c:v>179.18965517241378</c:v>
                </c:pt>
                <c:pt idx="8126">
                  <c:v>225.35616438356163</c:v>
                </c:pt>
                <c:pt idx="8127">
                  <c:v>255.07142857142856</c:v>
                </c:pt>
                <c:pt idx="8128">
                  <c:v>140.56944444444446</c:v>
                </c:pt>
                <c:pt idx="8129">
                  <c:v>278.6923076923077</c:v>
                </c:pt>
                <c:pt idx="8130">
                  <c:v>114.44</c:v>
                </c:pt>
                <c:pt idx="8131">
                  <c:v>87.53191489361703</c:v>
                </c:pt>
                <c:pt idx="8132">
                  <c:v>97.72549019607844</c:v>
                </c:pt>
                <c:pt idx="8133">
                  <c:v>134.32914572864323</c:v>
                </c:pt>
                <c:pt idx="8134">
                  <c:v>158.32075471698113</c:v>
                </c:pt>
                <c:pt idx="8135">
                  <c:v>121.10791366906474</c:v>
                </c:pt>
                <c:pt idx="8136">
                  <c:v>70.65432098765432</c:v>
                </c:pt>
                <c:pt idx="8137">
                  <c:v>264.924778761062</c:v>
                </c:pt>
                <c:pt idx="8138">
                  <c:v>277.30434782608694</c:v>
                </c:pt>
                <c:pt idx="8139">
                  <c:v>243.66666666666663</c:v>
                </c:pt>
                <c:pt idx="8140">
                  <c:v>186.9510204081633</c:v>
                </c:pt>
                <c:pt idx="8141">
                  <c:v>210.0487804878049</c:v>
                </c:pt>
                <c:pt idx="8142">
                  <c:v>96.67567567567568</c:v>
                </c:pt>
                <c:pt idx="8143">
                  <c:v>172.67857142857142</c:v>
                </c:pt>
                <c:pt idx="8144">
                  <c:v>156.51612903225808</c:v>
                </c:pt>
                <c:pt idx="8145">
                  <c:v>155.63636363636363</c:v>
                </c:pt>
                <c:pt idx="8146">
                  <c:v>220.52183406113537</c:v>
                </c:pt>
                <c:pt idx="8147">
                  <c:v>97.38983050847456</c:v>
                </c:pt>
                <c:pt idx="8148">
                  <c:v>140.3755458515284</c:v>
                </c:pt>
                <c:pt idx="8149">
                  <c:v>148.0</c:v>
                </c:pt>
                <c:pt idx="8150">
                  <c:v>202.9875</c:v>
                </c:pt>
                <c:pt idx="8151">
                  <c:v>206.2556390977444</c:v>
                </c:pt>
                <c:pt idx="8152">
                  <c:v>103.65346534653466</c:v>
                </c:pt>
                <c:pt idx="8153">
                  <c:v>142.77142857142857</c:v>
                </c:pt>
                <c:pt idx="8154">
                  <c:v>246.26315789473685</c:v>
                </c:pt>
                <c:pt idx="8155">
                  <c:v>236.9318181818182</c:v>
                </c:pt>
                <c:pt idx="8156">
                  <c:v>103.56603773584904</c:v>
                </c:pt>
                <c:pt idx="8157">
                  <c:v>130.53333333333333</c:v>
                </c:pt>
                <c:pt idx="8158">
                  <c:v>144.03125</c:v>
                </c:pt>
                <c:pt idx="8159">
                  <c:v>92.23305084745763</c:v>
                </c:pt>
                <c:pt idx="8160">
                  <c:v>220.22702702702705</c:v>
                </c:pt>
                <c:pt idx="8161">
                  <c:v>280.02272727272725</c:v>
                </c:pt>
                <c:pt idx="8162">
                  <c:v>119.47191011235957</c:v>
                </c:pt>
                <c:pt idx="8163">
                  <c:v>214.9668874172185</c:v>
                </c:pt>
                <c:pt idx="8164">
                  <c:v>154.85245901639345</c:v>
                </c:pt>
                <c:pt idx="8165">
                  <c:v>116.5</c:v>
                </c:pt>
                <c:pt idx="8166">
                  <c:v>98.10416666666669</c:v>
                </c:pt>
                <c:pt idx="8167">
                  <c:v>129.22222222222223</c:v>
                </c:pt>
                <c:pt idx="8168">
                  <c:v>116.01219512195122</c:v>
                </c:pt>
                <c:pt idx="8169">
                  <c:v>206.178391959799</c:v>
                </c:pt>
                <c:pt idx="8170">
                  <c:v>312.1904761904762</c:v>
                </c:pt>
                <c:pt idx="8171">
                  <c:v>211.3783783783784</c:v>
                </c:pt>
                <c:pt idx="8172">
                  <c:v>115.86666666666666</c:v>
                </c:pt>
                <c:pt idx="8173">
                  <c:v>104.91428571428573</c:v>
                </c:pt>
                <c:pt idx="8174">
                  <c:v>152.51315789473685</c:v>
                </c:pt>
                <c:pt idx="8175">
                  <c:v>168.77777777777777</c:v>
                </c:pt>
                <c:pt idx="8176">
                  <c:v>194.0</c:v>
                </c:pt>
                <c:pt idx="8177">
                  <c:v>138.6</c:v>
                </c:pt>
                <c:pt idx="8178">
                  <c:v>241.8697183098592</c:v>
                </c:pt>
                <c:pt idx="8179">
                  <c:v>248.23076923076923</c:v>
                </c:pt>
                <c:pt idx="8180">
                  <c:v>182.6335877862596</c:v>
                </c:pt>
                <c:pt idx="8181">
                  <c:v>252.38368580060424</c:v>
                </c:pt>
                <c:pt idx="8182">
                  <c:v>216.78571428571428</c:v>
                </c:pt>
                <c:pt idx="8183">
                  <c:v>236.72131147540983</c:v>
                </c:pt>
                <c:pt idx="8184">
                  <c:v>181.3734939759036</c:v>
                </c:pt>
                <c:pt idx="8185">
                  <c:v>183.0788177339901</c:v>
                </c:pt>
                <c:pt idx="8186">
                  <c:v>121.8447204968944</c:v>
                </c:pt>
                <c:pt idx="8187">
                  <c:v>154.07272727272726</c:v>
                </c:pt>
                <c:pt idx="8188">
                  <c:v>184.9001721170396</c:v>
                </c:pt>
                <c:pt idx="8189">
                  <c:v>228.0704225352113</c:v>
                </c:pt>
                <c:pt idx="8190">
                  <c:v>98.81904761904762</c:v>
                </c:pt>
                <c:pt idx="8191">
                  <c:v>252.88888888888889</c:v>
                </c:pt>
                <c:pt idx="8192">
                  <c:v>184.02985074626864</c:v>
                </c:pt>
                <c:pt idx="8193">
                  <c:v>140.90376569037656</c:v>
                </c:pt>
                <c:pt idx="8194">
                  <c:v>117.03030303030305</c:v>
                </c:pt>
                <c:pt idx="8195">
                  <c:v>303.82</c:v>
                </c:pt>
                <c:pt idx="8196">
                  <c:v>265.82716049382714</c:v>
                </c:pt>
                <c:pt idx="8197">
                  <c:v>242.48128342245988</c:v>
                </c:pt>
                <c:pt idx="8198">
                  <c:v>135.55172413793105</c:v>
                </c:pt>
                <c:pt idx="8199">
                  <c:v>167.31159420289856</c:v>
                </c:pt>
                <c:pt idx="8200">
                  <c:v>119.41111111111113</c:v>
                </c:pt>
                <c:pt idx="8201">
                  <c:v>125.78333333333332</c:v>
                </c:pt>
                <c:pt idx="8202">
                  <c:v>213.96666666666667</c:v>
                </c:pt>
                <c:pt idx="8203">
                  <c:v>263.5806451612903</c:v>
                </c:pt>
                <c:pt idx="8204">
                  <c:v>215.07619047619048</c:v>
                </c:pt>
                <c:pt idx="8205">
                  <c:v>270.55737704918033</c:v>
                </c:pt>
                <c:pt idx="8206">
                  <c:v>210.04225352112675</c:v>
                </c:pt>
                <c:pt idx="8207">
                  <c:v>142.43793103448274</c:v>
                </c:pt>
                <c:pt idx="8208">
                  <c:v>127.22012578616352</c:v>
                </c:pt>
                <c:pt idx="8209">
                  <c:v>205.025</c:v>
                </c:pt>
                <c:pt idx="8210">
                  <c:v>102.109375</c:v>
                </c:pt>
                <c:pt idx="8211">
                  <c:v>204.3048780487805</c:v>
                </c:pt>
                <c:pt idx="8212">
                  <c:v>235.49528301886792</c:v>
                </c:pt>
                <c:pt idx="8213">
                  <c:v>132.0943396226415</c:v>
                </c:pt>
                <c:pt idx="8214">
                  <c:v>173.52238805970148</c:v>
                </c:pt>
                <c:pt idx="8215">
                  <c:v>213.66968325791856</c:v>
                </c:pt>
                <c:pt idx="8216">
                  <c:v>186.3333333333333</c:v>
                </c:pt>
                <c:pt idx="8217">
                  <c:v>276.4920634920635</c:v>
                </c:pt>
                <c:pt idx="8218">
                  <c:v>180.3861386138614</c:v>
                </c:pt>
                <c:pt idx="8219">
                  <c:v>152.65573770491804</c:v>
                </c:pt>
                <c:pt idx="8220">
                  <c:v>266.4436363636364</c:v>
                </c:pt>
                <c:pt idx="8221">
                  <c:v>234.5718157181572</c:v>
                </c:pt>
                <c:pt idx="8222">
                  <c:v>126.41975308641976</c:v>
                </c:pt>
                <c:pt idx="8223">
                  <c:v>124.33333333333331</c:v>
                </c:pt>
                <c:pt idx="8224">
                  <c:v>172.33977900552486</c:v>
                </c:pt>
                <c:pt idx="8225">
                  <c:v>301.0980392156863</c:v>
                </c:pt>
                <c:pt idx="8226">
                  <c:v>268.94</c:v>
                </c:pt>
                <c:pt idx="8227">
                  <c:v>176.82692307692307</c:v>
                </c:pt>
                <c:pt idx="8228">
                  <c:v>94.5925925925926</c:v>
                </c:pt>
                <c:pt idx="8229">
                  <c:v>103.68067226890756</c:v>
                </c:pt>
                <c:pt idx="8230">
                  <c:v>283.7083333333333</c:v>
                </c:pt>
                <c:pt idx="8231">
                  <c:v>114.23684210526316</c:v>
                </c:pt>
                <c:pt idx="8232">
                  <c:v>104.61842105263158</c:v>
                </c:pt>
                <c:pt idx="8233">
                  <c:v>145.62121212121212</c:v>
                </c:pt>
                <c:pt idx="8234">
                  <c:v>186.5</c:v>
                </c:pt>
                <c:pt idx="8235">
                  <c:v>298.45454545454544</c:v>
                </c:pt>
                <c:pt idx="8236">
                  <c:v>185.0</c:v>
                </c:pt>
                <c:pt idx="8237">
                  <c:v>121.17977528089888</c:v>
                </c:pt>
                <c:pt idx="8238">
                  <c:v>267.187969924812</c:v>
                </c:pt>
                <c:pt idx="8239">
                  <c:v>118.94642857142856</c:v>
                </c:pt>
                <c:pt idx="8240">
                  <c:v>154.00913242009133</c:v>
                </c:pt>
                <c:pt idx="8241">
                  <c:v>134.93478260869566</c:v>
                </c:pt>
                <c:pt idx="8242">
                  <c:v>280.9791666666667</c:v>
                </c:pt>
                <c:pt idx="8243">
                  <c:v>189.5087719298245</c:v>
                </c:pt>
                <c:pt idx="8244">
                  <c:v>92.3089005235602</c:v>
                </c:pt>
                <c:pt idx="8245">
                  <c:v>165.3913043478261</c:v>
                </c:pt>
                <c:pt idx="8246">
                  <c:v>292.4688995215311</c:v>
                </c:pt>
                <c:pt idx="8247">
                  <c:v>105.64285714285714</c:v>
                </c:pt>
                <c:pt idx="8248">
                  <c:v>229.58510638297872</c:v>
                </c:pt>
                <c:pt idx="8249">
                  <c:v>123.53846153846152</c:v>
                </c:pt>
                <c:pt idx="8250">
                  <c:v>200.7964601769912</c:v>
                </c:pt>
                <c:pt idx="8251">
                  <c:v>156.47530864197532</c:v>
                </c:pt>
                <c:pt idx="8252">
                  <c:v>270.89130434782606</c:v>
                </c:pt>
                <c:pt idx="8253">
                  <c:v>141.85714285714286</c:v>
                </c:pt>
                <c:pt idx="8254">
                  <c:v>198.6071428571429</c:v>
                </c:pt>
                <c:pt idx="8255">
                  <c:v>240.41538461538465</c:v>
                </c:pt>
                <c:pt idx="8256">
                  <c:v>220.87692307692308</c:v>
                </c:pt>
                <c:pt idx="8257">
                  <c:v>256.75</c:v>
                </c:pt>
                <c:pt idx="8258">
                  <c:v>240.74358974358967</c:v>
                </c:pt>
                <c:pt idx="8259">
                  <c:v>100.8695652173913</c:v>
                </c:pt>
                <c:pt idx="8260">
                  <c:v>168.38333333333333</c:v>
                </c:pt>
                <c:pt idx="8261">
                  <c:v>251.16666666666663</c:v>
                </c:pt>
                <c:pt idx="8262">
                  <c:v>120.4968152866242</c:v>
                </c:pt>
                <c:pt idx="8263">
                  <c:v>247.3823529411765</c:v>
                </c:pt>
                <c:pt idx="8264">
                  <c:v>291.4367816091954</c:v>
                </c:pt>
                <c:pt idx="8265">
                  <c:v>90.18002628120894</c:v>
                </c:pt>
                <c:pt idx="8266">
                  <c:v>180.88135593220332</c:v>
                </c:pt>
                <c:pt idx="8267">
                  <c:v>152.71428571428572</c:v>
                </c:pt>
                <c:pt idx="8268">
                  <c:v>210.06690140845072</c:v>
                </c:pt>
                <c:pt idx="8269">
                  <c:v>89.77777777777777</c:v>
                </c:pt>
                <c:pt idx="8270">
                  <c:v>82.48717948717949</c:v>
                </c:pt>
                <c:pt idx="8271">
                  <c:v>235.44247787610612</c:v>
                </c:pt>
                <c:pt idx="8272">
                  <c:v>244.2698412698413</c:v>
                </c:pt>
                <c:pt idx="8273">
                  <c:v>224.1614730878187</c:v>
                </c:pt>
                <c:pt idx="8274">
                  <c:v>135.375</c:v>
                </c:pt>
                <c:pt idx="8275">
                  <c:v>111.03571428571428</c:v>
                </c:pt>
                <c:pt idx="8276">
                  <c:v>200.25925925925927</c:v>
                </c:pt>
                <c:pt idx="8277">
                  <c:v>139.2</c:v>
                </c:pt>
                <c:pt idx="8278">
                  <c:v>261.12598425196853</c:v>
                </c:pt>
                <c:pt idx="8279">
                  <c:v>252.34913793103448</c:v>
                </c:pt>
                <c:pt idx="8280">
                  <c:v>222.2519480519481</c:v>
                </c:pt>
                <c:pt idx="8281">
                  <c:v>258.8697394789579</c:v>
                </c:pt>
                <c:pt idx="8282">
                  <c:v>119.82456140350877</c:v>
                </c:pt>
                <c:pt idx="8283">
                  <c:v>295.7586206896552</c:v>
                </c:pt>
              </c:numCache>
            </c:numRef>
          </c:yVal>
          <c:smooth val="0"/>
        </c:ser>
        <c:ser>
          <c:idx val="1"/>
          <c:order val="1"/>
          <c:tx>
            <c:strRef>
              <c:f>Sheet1!$B$8287</c:f>
              <c:strCache>
                <c:ptCount val="1"/>
                <c:pt idx="0">
                  <c:v>Prüfhinweis</c:v>
                </c:pt>
              </c:strCache>
            </c:strRef>
          </c:tx>
          <c:spPr>
            <a:ln w="47625">
              <a:noFill/>
            </a:ln>
          </c:spPr>
          <c:marker>
            <c:symbol val="circle"/>
            <c:size val="7"/>
            <c:spPr>
              <a:solidFill>
                <a:srgbClr val="B3261E"/>
              </a:solidFill>
              <a:ln w="7143">
                <a:solidFill>
                  <a:srgbClr val="FFFFFF"/>
                </a:solidFill>
              </a:ln>
            </c:spPr>
          </c:marker>
          <c:xVal>
            <c:numRef>
              <c:f>Sheet1!$A$8288:$A$8397</c:f>
              <c:numCache>
                <c:formatCode>General</c:formatCode>
                <c:ptCount val="110"/>
                <c:pt idx="0">
                  <c:v>148.74119702043583</c:v>
                </c:pt>
                <c:pt idx="1">
                  <c:v>217.67616268768674</c:v>
                </c:pt>
                <c:pt idx="2">
                  <c:v>192.69229379042443</c:v>
                </c:pt>
                <c:pt idx="3">
                  <c:v>217.19342299396877</c:v>
                </c:pt>
                <c:pt idx="4">
                  <c:v>212.49328349156298</c:v>
                </c:pt>
                <c:pt idx="5">
                  <c:v>193.96212036764538</c:v>
                </c:pt>
                <c:pt idx="6">
                  <c:v>244.68957892661714</c:v>
                </c:pt>
                <c:pt idx="7">
                  <c:v>207.58100594202935</c:v>
                </c:pt>
                <c:pt idx="8">
                  <c:v>166.38494198677844</c:v>
                </c:pt>
                <c:pt idx="9">
                  <c:v>215.60943046196152</c:v>
                </c:pt>
                <c:pt idx="10">
                  <c:v>242.25596066243892</c:v>
                </c:pt>
                <c:pt idx="11">
                  <c:v>261.70073808287225</c:v>
                </c:pt>
                <c:pt idx="12">
                  <c:v>191.61048978718793</c:v>
                </c:pt>
                <c:pt idx="13">
                  <c:v>186.14739650443437</c:v>
                </c:pt>
                <c:pt idx="14">
                  <c:v>106.82219976260163</c:v>
                </c:pt>
                <c:pt idx="15">
                  <c:v>236.56967555607795</c:v>
                </c:pt>
                <c:pt idx="16">
                  <c:v>123.89685035369604</c:v>
                </c:pt>
                <c:pt idx="17">
                  <c:v>248.09089135571676</c:v>
                </c:pt>
                <c:pt idx="18">
                  <c:v>187.44253642524671</c:v>
                </c:pt>
                <c:pt idx="19">
                  <c:v>246.18959110583907</c:v>
                </c:pt>
                <c:pt idx="20">
                  <c:v>139.18119219281047</c:v>
                </c:pt>
                <c:pt idx="21">
                  <c:v>267.1911720718362</c:v>
                </c:pt>
                <c:pt idx="22">
                  <c:v>197.40796856693348</c:v>
                </c:pt>
                <c:pt idx="23">
                  <c:v>169.00035834420274</c:v>
                </c:pt>
                <c:pt idx="24">
                  <c:v>248.7363350625167</c:v>
                </c:pt>
                <c:pt idx="25">
                  <c:v>218.10574527342982</c:v>
                </c:pt>
                <c:pt idx="26">
                  <c:v>112.7932488829195</c:v>
                </c:pt>
                <c:pt idx="27">
                  <c:v>257.9161287804499</c:v>
                </c:pt>
                <c:pt idx="28">
                  <c:v>255.36773693361343</c:v>
                </c:pt>
                <c:pt idx="29">
                  <c:v>227.1199046948561</c:v>
                </c:pt>
                <c:pt idx="30">
                  <c:v>123.53157245057706</c:v>
                </c:pt>
                <c:pt idx="31">
                  <c:v>250.43576072597853</c:v>
                </c:pt>
                <c:pt idx="32">
                  <c:v>167.16836065823261</c:v>
                </c:pt>
                <c:pt idx="33">
                  <c:v>260.0165085323099</c:v>
                </c:pt>
                <c:pt idx="34">
                  <c:v>158.1728151475066</c:v>
                </c:pt>
                <c:pt idx="35">
                  <c:v>125.11623779612898</c:v>
                </c:pt>
                <c:pt idx="36">
                  <c:v>256.38504386265475</c:v>
                </c:pt>
                <c:pt idx="37">
                  <c:v>163.42642788857358</c:v>
                </c:pt>
                <c:pt idx="38">
                  <c:v>203.17909310151114</c:v>
                </c:pt>
                <c:pt idx="39">
                  <c:v>207.1083196170953</c:v>
                </c:pt>
                <c:pt idx="40">
                  <c:v>202.8441216044472</c:v>
                </c:pt>
                <c:pt idx="41">
                  <c:v>275.5416217811304</c:v>
                </c:pt>
                <c:pt idx="42">
                  <c:v>204.27581474400293</c:v>
                </c:pt>
                <c:pt idx="43">
                  <c:v>204.84767897205236</c:v>
                </c:pt>
                <c:pt idx="44">
                  <c:v>269.7546008544665</c:v>
                </c:pt>
                <c:pt idx="45">
                  <c:v>182.27520033857627</c:v>
                </c:pt>
                <c:pt idx="46">
                  <c:v>205.12959090861614</c:v>
                </c:pt>
                <c:pt idx="47">
                  <c:v>110.36542592747792</c:v>
                </c:pt>
                <c:pt idx="48">
                  <c:v>196.7786821552409</c:v>
                </c:pt>
                <c:pt idx="49">
                  <c:v>181.39380281181448</c:v>
                </c:pt>
                <c:pt idx="50">
                  <c:v>219.75445975082636</c:v>
                </c:pt>
                <c:pt idx="51">
                  <c:v>174.26370253889408</c:v>
                </c:pt>
                <c:pt idx="52">
                  <c:v>233.93358404154714</c:v>
                </c:pt>
                <c:pt idx="53">
                  <c:v>106.51494975663095</c:v>
                </c:pt>
                <c:pt idx="54">
                  <c:v>145.80144675468242</c:v>
                </c:pt>
                <c:pt idx="55">
                  <c:v>109.47444921017575</c:v>
                </c:pt>
                <c:pt idx="56">
                  <c:v>208.62532019810388</c:v>
                </c:pt>
                <c:pt idx="57">
                  <c:v>172.8618435966796</c:v>
                </c:pt>
                <c:pt idx="58">
                  <c:v>227.59937755179732</c:v>
                </c:pt>
                <c:pt idx="59">
                  <c:v>205.8808499120769</c:v>
                </c:pt>
                <c:pt idx="60">
                  <c:v>127.8654885199446</c:v>
                </c:pt>
                <c:pt idx="61">
                  <c:v>225.14594282256178</c:v>
                </c:pt>
                <c:pt idx="62">
                  <c:v>200.93139810354458</c:v>
                </c:pt>
                <c:pt idx="63">
                  <c:v>223.2668324638144</c:v>
                </c:pt>
                <c:pt idx="64">
                  <c:v>150.3137948563729</c:v>
                </c:pt>
                <c:pt idx="65">
                  <c:v>129.8851229465695</c:v>
                </c:pt>
                <c:pt idx="66">
                  <c:v>205.3822619687103</c:v>
                </c:pt>
                <c:pt idx="67">
                  <c:v>107.91362386576105</c:v>
                </c:pt>
                <c:pt idx="68">
                  <c:v>167.9438534277935</c:v>
                </c:pt>
                <c:pt idx="69">
                  <c:v>149.059150167123</c:v>
                </c:pt>
                <c:pt idx="70">
                  <c:v>172.92383488438327</c:v>
                </c:pt>
                <c:pt idx="71">
                  <c:v>199.71522101647133</c:v>
                </c:pt>
                <c:pt idx="72">
                  <c:v>196.47242395189073</c:v>
                </c:pt>
                <c:pt idx="73">
                  <c:v>190.82629168437313</c:v>
                </c:pt>
                <c:pt idx="74">
                  <c:v>208.5356615453563</c:v>
                </c:pt>
                <c:pt idx="75">
                  <c:v>101.38794984290277</c:v>
                </c:pt>
                <c:pt idx="76">
                  <c:v>151.90601007170096</c:v>
                </c:pt>
                <c:pt idx="77">
                  <c:v>162.560239416661</c:v>
                </c:pt>
                <c:pt idx="78">
                  <c:v>189.10106388507663</c:v>
                </c:pt>
                <c:pt idx="79">
                  <c:v>183.97833782289987</c:v>
                </c:pt>
                <c:pt idx="80">
                  <c:v>172.6152158185462</c:v>
                </c:pt>
                <c:pt idx="81">
                  <c:v>129.16277633350236</c:v>
                </c:pt>
                <c:pt idx="82">
                  <c:v>186.25525127000756</c:v>
                </c:pt>
                <c:pt idx="83">
                  <c:v>187.4718971384488</c:v>
                </c:pt>
                <c:pt idx="84">
                  <c:v>123.02978068948798</c:v>
                </c:pt>
                <c:pt idx="85">
                  <c:v>194.99176226027544</c:v>
                </c:pt>
                <c:pt idx="86">
                  <c:v>209.88523594482416</c:v>
                </c:pt>
                <c:pt idx="87">
                  <c:v>206.67919252380992</c:v>
                </c:pt>
                <c:pt idx="88">
                  <c:v>200.84682825049433</c:v>
                </c:pt>
                <c:pt idx="89">
                  <c:v>208.16793184203704</c:v>
                </c:pt>
                <c:pt idx="90">
                  <c:v>77.18638105290843</c:v>
                </c:pt>
                <c:pt idx="91">
                  <c:v>122.33621885741528</c:v>
                </c:pt>
                <c:pt idx="92">
                  <c:v>81.92959621040465</c:v>
                </c:pt>
                <c:pt idx="93">
                  <c:v>150.33932589358557</c:v>
                </c:pt>
                <c:pt idx="94">
                  <c:v>95.39371682113725</c:v>
                </c:pt>
                <c:pt idx="95">
                  <c:v>143.18232332934525</c:v>
                </c:pt>
                <c:pt idx="96">
                  <c:v>211.81935592530868</c:v>
                </c:pt>
                <c:pt idx="97">
                  <c:v>225.52556192055656</c:v>
                </c:pt>
                <c:pt idx="98">
                  <c:v>201.7100895742513</c:v>
                </c:pt>
                <c:pt idx="99">
                  <c:v>91.62733572763216</c:v>
                </c:pt>
                <c:pt idx="100">
                  <c:v>225.7246206460214</c:v>
                </c:pt>
                <c:pt idx="101">
                  <c:v>110.95840592268726</c:v>
                </c:pt>
                <c:pt idx="102">
                  <c:v>177.52726250142118</c:v>
                </c:pt>
                <c:pt idx="103">
                  <c:v>107.58706429204285</c:v>
                </c:pt>
                <c:pt idx="104">
                  <c:v>216.09905068279267</c:v>
                </c:pt>
                <c:pt idx="105">
                  <c:v>214.34644813487412</c:v>
                </c:pt>
                <c:pt idx="106">
                  <c:v>192.22868474777064</c:v>
                </c:pt>
                <c:pt idx="107">
                  <c:v>233.47893193698414</c:v>
                </c:pt>
                <c:pt idx="108">
                  <c:v>235.47494503709666</c:v>
                </c:pt>
                <c:pt idx="109">
                  <c:v>217.19581691173525</c:v>
                </c:pt>
              </c:numCache>
            </c:numRef>
          </c:xVal>
          <c:yVal>
            <c:numRef>
              <c:f>Sheet1!$B$8288:$B$8397</c:f>
              <c:numCache>
                <c:formatCode>General</c:formatCode>
                <c:ptCount val="110"/>
                <c:pt idx="0">
                  <c:v>523.7302990508744</c:v>
                </c:pt>
                <c:pt idx="1">
                  <c:v>748.0771704180064</c:v>
                </c:pt>
                <c:pt idx="2">
                  <c:v>23.48366700479504</c:v>
                </c:pt>
                <c:pt idx="3">
                  <c:v>63.96334801371831</c:v>
                </c:pt>
                <c:pt idx="4">
                  <c:v>46.72232677880709</c:v>
                </c:pt>
                <c:pt idx="5">
                  <c:v>18.91084035775356</c:v>
                </c:pt>
                <c:pt idx="6">
                  <c:v>84.69113018852</c:v>
                </c:pt>
                <c:pt idx="7">
                  <c:v>49.79327211420344</c:v>
                </c:pt>
                <c:pt idx="8">
                  <c:v>16.616042884954055</c:v>
                </c:pt>
                <c:pt idx="9">
                  <c:v>28.377370522670912</c:v>
                </c:pt>
                <c:pt idx="10">
                  <c:v>70.70855181921978</c:v>
                </c:pt>
                <c:pt idx="11">
                  <c:v>51.03382492195012</c:v>
                </c:pt>
                <c:pt idx="12">
                  <c:v>23.54411467287329</c:v>
                </c:pt>
                <c:pt idx="13">
                  <c:v>10.19688773395958</c:v>
                </c:pt>
                <c:pt idx="14">
                  <c:v>268.73403080109966</c:v>
                </c:pt>
                <c:pt idx="15">
                  <c:v>38.961308218079296</c:v>
                </c:pt>
                <c:pt idx="16">
                  <c:v>365.25543641599313</c:v>
                </c:pt>
                <c:pt idx="17">
                  <c:v>44.89369390780716</c:v>
                </c:pt>
                <c:pt idx="18">
                  <c:v>29.05994170345212</c:v>
                </c:pt>
                <c:pt idx="19">
                  <c:v>451.90807221243415</c:v>
                </c:pt>
                <c:pt idx="20">
                  <c:v>482.019446881435</c:v>
                </c:pt>
                <c:pt idx="21">
                  <c:v>749.2342456340679</c:v>
                </c:pt>
                <c:pt idx="22">
                  <c:v>21.28014451557445</c:v>
                </c:pt>
                <c:pt idx="23">
                  <c:v>12.078334355988764</c:v>
                </c:pt>
                <c:pt idx="24">
                  <c:v>690.1486837340823</c:v>
                </c:pt>
                <c:pt idx="25">
                  <c:v>12.421052631578943</c:v>
                </c:pt>
                <c:pt idx="26">
                  <c:v>358.640625</c:v>
                </c:pt>
                <c:pt idx="27">
                  <c:v>761.4486119257699</c:v>
                </c:pt>
                <c:pt idx="28">
                  <c:v>58.32884511362111</c:v>
                </c:pt>
                <c:pt idx="29">
                  <c:v>773.5434662782606</c:v>
                </c:pt>
                <c:pt idx="30">
                  <c:v>435.6047861611872</c:v>
                </c:pt>
                <c:pt idx="31">
                  <c:v>18.436766195935142</c:v>
                </c:pt>
                <c:pt idx="32">
                  <c:v>386.0838404687947</c:v>
                </c:pt>
                <c:pt idx="33">
                  <c:v>66.04298382762126</c:v>
                </c:pt>
                <c:pt idx="34">
                  <c:v>457.30043383157977</c:v>
                </c:pt>
                <c:pt idx="35">
                  <c:v>523.2802776076772</c:v>
                </c:pt>
                <c:pt idx="36">
                  <c:v>47.881420191495046</c:v>
                </c:pt>
                <c:pt idx="37">
                  <c:v>604.3390931733026</c:v>
                </c:pt>
                <c:pt idx="38">
                  <c:v>47.387215191224776</c:v>
                </c:pt>
                <c:pt idx="39">
                  <c:v>42.731492335363086</c:v>
                </c:pt>
                <c:pt idx="40">
                  <c:v>530.8165911709598</c:v>
                </c:pt>
                <c:pt idx="41">
                  <c:v>61.68037536690911</c:v>
                </c:pt>
                <c:pt idx="42">
                  <c:v>467.4249845949443</c:v>
                </c:pt>
                <c:pt idx="43">
                  <c:v>551.2723354547215</c:v>
                </c:pt>
                <c:pt idx="44">
                  <c:v>605.6948206692483</c:v>
                </c:pt>
                <c:pt idx="45">
                  <c:v>35.94034873214834</c:v>
                </c:pt>
                <c:pt idx="46">
                  <c:v>469.808310722567</c:v>
                </c:pt>
                <c:pt idx="47">
                  <c:v>301.3941141250188</c:v>
                </c:pt>
                <c:pt idx="48">
                  <c:v>46.17173315476647</c:v>
                </c:pt>
                <c:pt idx="49">
                  <c:v>461.0682814813877</c:v>
                </c:pt>
                <c:pt idx="50">
                  <c:v>24.687199534203685</c:v>
                </c:pt>
                <c:pt idx="51">
                  <c:v>330.23094555616046</c:v>
                </c:pt>
                <c:pt idx="52">
                  <c:v>39.33395229166932</c:v>
                </c:pt>
                <c:pt idx="53">
                  <c:v>324.14671371209613</c:v>
                </c:pt>
                <c:pt idx="54">
                  <c:v>452.6740368810047</c:v>
                </c:pt>
                <c:pt idx="55">
                  <c:v>392.54487507156153</c:v>
                </c:pt>
                <c:pt idx="56">
                  <c:v>36.57247504810196</c:v>
                </c:pt>
                <c:pt idx="57">
                  <c:v>631.845742701823</c:v>
                </c:pt>
                <c:pt idx="58">
                  <c:v>60.83006219955578</c:v>
                </c:pt>
                <c:pt idx="59">
                  <c:v>475.31855926665776</c:v>
                </c:pt>
                <c:pt idx="60">
                  <c:v>379.6662866152254</c:v>
                </c:pt>
                <c:pt idx="61">
                  <c:v>14.76491077226563</c:v>
                </c:pt>
                <c:pt idx="62">
                  <c:v>687.4604426482466</c:v>
                </c:pt>
                <c:pt idx="63">
                  <c:v>539.8016742729149</c:v>
                </c:pt>
                <c:pt idx="64">
                  <c:v>379.28303972000094</c:v>
                </c:pt>
                <c:pt idx="65">
                  <c:v>494.49764252458107</c:v>
                </c:pt>
                <c:pt idx="66">
                  <c:v>771.5433271616249</c:v>
                </c:pt>
                <c:pt idx="67">
                  <c:v>271.87211112879226</c:v>
                </c:pt>
                <c:pt idx="68">
                  <c:v>324.30120481927713</c:v>
                </c:pt>
                <c:pt idx="69">
                  <c:v>480.8875533853151</c:v>
                </c:pt>
                <c:pt idx="70">
                  <c:v>486.5429933366228</c:v>
                </c:pt>
                <c:pt idx="71">
                  <c:v>660.2465677494081</c:v>
                </c:pt>
                <c:pt idx="72">
                  <c:v>11.759317147900962</c:v>
                </c:pt>
                <c:pt idx="73">
                  <c:v>481.0018823826277</c:v>
                </c:pt>
                <c:pt idx="74">
                  <c:v>15.12280701754386</c:v>
                </c:pt>
                <c:pt idx="75">
                  <c:v>337.04363926832934</c:v>
                </c:pt>
                <c:pt idx="76">
                  <c:v>339.5</c:v>
                </c:pt>
                <c:pt idx="77">
                  <c:v>13.978656097128638</c:v>
                </c:pt>
                <c:pt idx="78">
                  <c:v>539.7703606656036</c:v>
                </c:pt>
                <c:pt idx="79">
                  <c:v>559.1686780418677</c:v>
                </c:pt>
                <c:pt idx="80">
                  <c:v>19.536081935109383</c:v>
                </c:pt>
                <c:pt idx="81">
                  <c:v>543.3432580246063</c:v>
                </c:pt>
                <c:pt idx="82">
                  <c:v>27.204979612262512</c:v>
                </c:pt>
                <c:pt idx="83">
                  <c:v>669.4387984981739</c:v>
                </c:pt>
                <c:pt idx="84">
                  <c:v>385.78277481282817</c:v>
                </c:pt>
                <c:pt idx="85">
                  <c:v>19.845261121856865</c:v>
                </c:pt>
                <c:pt idx="86">
                  <c:v>507.7596978521633</c:v>
                </c:pt>
                <c:pt idx="87">
                  <c:v>37.69887644631337</c:v>
                </c:pt>
                <c:pt idx="88">
                  <c:v>20.220931883046426</c:v>
                </c:pt>
                <c:pt idx="89">
                  <c:v>20.69118156082997</c:v>
                </c:pt>
                <c:pt idx="90">
                  <c:v>226.9720581623041</c:v>
                </c:pt>
                <c:pt idx="91">
                  <c:v>422.40540407869054</c:v>
                </c:pt>
                <c:pt idx="92">
                  <c:v>271.48</c:v>
                </c:pt>
                <c:pt idx="93">
                  <c:v>376.2119951023532</c:v>
                </c:pt>
                <c:pt idx="94">
                  <c:v>244.6325012779977</c:v>
                </c:pt>
                <c:pt idx="95">
                  <c:v>543.6868766265648</c:v>
                </c:pt>
                <c:pt idx="96">
                  <c:v>485.4246896110553</c:v>
                </c:pt>
                <c:pt idx="97">
                  <c:v>17.679102442512026</c:v>
                </c:pt>
                <c:pt idx="98">
                  <c:v>40.76100604306158</c:v>
                </c:pt>
                <c:pt idx="99">
                  <c:v>303.5492766633009</c:v>
                </c:pt>
                <c:pt idx="100">
                  <c:v>65.05460282459221</c:v>
                </c:pt>
                <c:pt idx="101">
                  <c:v>469.48273627662456</c:v>
                </c:pt>
                <c:pt idx="102">
                  <c:v>431.3982471462676</c:v>
                </c:pt>
                <c:pt idx="103">
                  <c:v>276.4291940745265</c:v>
                </c:pt>
                <c:pt idx="104">
                  <c:v>790.028645626003</c:v>
                </c:pt>
                <c:pt idx="105">
                  <c:v>17.760615699395256</c:v>
                </c:pt>
                <c:pt idx="106">
                  <c:v>680.4759957164039</c:v>
                </c:pt>
                <c:pt idx="107">
                  <c:v>547.3452419949692</c:v>
                </c:pt>
                <c:pt idx="108">
                  <c:v>712.6655107526252</c:v>
                </c:pt>
                <c:pt idx="109">
                  <c:v>24.38680201834324</c:v>
                </c:pt>
              </c:numCache>
            </c:numRef>
          </c:yVal>
          <c:smooth val="0"/>
        </c:ser>
        <c:ser>
          <c:idx val="2"/>
          <c:order val="2"/>
          <c:tx>
            <c:strRef>
              <c:f>Sheet1!$B$8399</c:f>
              <c:strCache>
                <c:ptCount val="1"/>
                <c:pt idx="0">
                  <c:v>über 800 VLS-h</c:v>
                </c:pt>
              </c:strCache>
            </c:strRef>
          </c:tx>
          <c:spPr>
            <a:ln w="47625">
              <a:noFill/>
            </a:ln>
          </c:spPr>
          <c:marker>
            <c:symbol val="triangle"/>
            <c:size val="9"/>
            <c:spPr>
              <a:solidFill>
                <a:srgbClr val="B3261E"/>
              </a:solidFill>
              <a:ln>
                <a:noFill/>
              </a:ln>
            </c:spPr>
          </c:marker>
          <c:xVal>
            <c:numRef>
              <c:f>Sheet1!$A$8400:$A$8403</c:f>
              <c:numCache>
                <c:formatCode>General</c:formatCode>
                <c:ptCount val="4"/>
                <c:pt idx="0">
                  <c:v>223.33300603160387</c:v>
                </c:pt>
                <c:pt idx="1">
                  <c:v>210.50714198372995</c:v>
                </c:pt>
                <c:pt idx="2">
                  <c:v>259.28990684769474</c:v>
                </c:pt>
                <c:pt idx="3">
                  <c:v>152.3249053863061</c:v>
                </c:pt>
              </c:numCache>
            </c:numRef>
          </c:xVal>
          <c:yVal>
            <c:numRef>
              <c:f>Sheet1!$B$8400:$B$8403</c:f>
              <c:numCache>
                <c:formatCode>General</c:formatCode>
                <c:ptCount val="4"/>
                <c:pt idx="0">
                  <c:v>788.4393063583815</c:v>
                </c:pt>
                <c:pt idx="1">
                  <c:v>788.4393063583815</c:v>
                </c:pt>
                <c:pt idx="2">
                  <c:v>788.4393063583815</c:v>
                </c:pt>
                <c:pt idx="3">
                  <c:v>788.4393063583815</c:v>
                </c:pt>
              </c:numCache>
            </c:numRef>
          </c:yVal>
          <c:smooth val="0"/>
        </c:ser>
        <c:ser>
          <c:idx val="3"/>
          <c:order val="3"/>
          <c:tx>
            <c:strRef>
              <c:f>Sheet1!$B$8405</c:f>
              <c:strCache>
                <c:ptCount val="1"/>
                <c:pt idx="0">
                  <c:v>Ist = Prognose</c:v>
                </c:pt>
              </c:strCache>
            </c:strRef>
          </c:tx>
          <c:spPr>
            <a:ln w="14287">
              <a:solidFill>
                <a:srgbClr val="084878"/>
              </a:solidFill>
            </a:ln>
          </c:spPr>
          <c:marker>
            <c:symbol val="none"/>
          </c:marker>
          <c:xVal>
            <c:numRef>
              <c:f>Sheet1!$A$8406:$A$8407</c:f>
              <c:numCache>
                <c:formatCode>General</c:formatCode>
                <c:ptCount val="2"/>
                <c:pt idx="0">
                  <c:v>0</c:v>
                </c:pt>
                <c:pt idx="1">
                  <c:v>800</c:v>
                </c:pt>
              </c:numCache>
            </c:numRef>
          </c:xVal>
          <c:yVal>
            <c:numRef>
              <c:f>Sheet1!$B$8406:$B$8407</c:f>
              <c:numCache>
                <c:formatCode>General</c:formatCode>
                <c:ptCount val="2"/>
                <c:pt idx="0">
                  <c:v>0</c:v>
                </c:pt>
                <c:pt idx="1">
                  <c:v>800</c:v>
                </c:pt>
              </c:numCache>
            </c:numRef>
          </c:yVal>
          <c:smooth val="0"/>
        </c:ser>
        <c:axId val="764000"/>
        <c:axId val="764001"/>
      </c:scatterChart>
      <c:valAx>
        <c:axId val="764000"/>
        <c:scaling>
          <c:orientation val="minMax"/>
          <c:max val="800.0"/>
          <c:min val="0.0"/>
        </c:scaling>
        <c:delete val="0"/>
        <c:axPos val="b"/>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64001"/>
        <c:crosses val="autoZero"/>
        <c:crossBetween val="midCat"/>
        <c:majorUnit val="200.0"/>
      </c:valAx>
      <c:valAx>
        <c:axId val="764001"/>
        <c:scaling>
          <c:orientation val="minMax"/>
          <c:max val="800.0"/>
          <c:min val="0.0"/>
        </c:scaling>
        <c:delete val="0"/>
        <c:axPos val="l"/>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64000"/>
        <c:crosses val="autoZero"/>
        <c:crossBetween val="midCat"/>
        <c:majorUnit val="200.0"/>
      </c:valAx>
    </c:plotArea>
    <c:plotVisOnly val="1"/>
    <c:dispBlanksAs val="gap"/>
    <c:showDLblsOverMax val="0"/>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2019464045582466"/>
          <c:y val="0.023708419257553216"/>
          <c:w val="0.8506672648882179"/>
          <c:h val="0.8814579037122339"/>
        </c:manualLayout>
      </c:layout>
      <c:areaChart>
        <c:grouping val="stacked"/>
        <c:varyColors val="0"/>
        <c:ser>
          <c:idx val="0"/>
          <c:order val="0"/>
          <c:tx>
            <c:strRef>
              <c:f>Sheet1!$B$1</c:f>
              <c:strCache>
                <c:ptCount val="1"/>
                <c:pt idx="0">
                  <c:v>Basis</c:v>
                </c:pt>
              </c:strCache>
            </c:strRef>
          </c:tx>
          <c:spPr>
            <a:noFill/>
            <a:ln>
              <a:noFill/>
            </a:ln>
          </c:spP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Sheet1!$B$2:$B$13</c:f>
              <c:numCache>
                <c:formatCode>General</c:formatCode>
                <c:ptCount val="12"/>
                <c:pt idx="0">
                  <c:v>1181.9918697855846</c:v>
                </c:pt>
                <c:pt idx="1">
                  <c:v>1457.895845220779</c:v>
                </c:pt>
                <c:pt idx="2">
                  <c:v>2493.081131008814</c:v>
                </c:pt>
                <c:pt idx="3">
                  <c:v>2988.3216335437737</c:v>
                </c:pt>
                <c:pt idx="4">
                  <c:v>2554.8623543938647</c:v>
                </c:pt>
                <c:pt idx="5">
                  <c:v>880.9835330849364</c:v>
                </c:pt>
                <c:pt idx="6">
                  <c:v>211.38600183807466</c:v>
                </c:pt>
                <c:pt idx="7">
                  <c:v>230.51781985181606</c:v>
                </c:pt>
                <c:pt idx="8">
                  <c:v>3666.3287530992093</c:v>
                </c:pt>
                <c:pt idx="9">
                  <c:v>1385.7642520668705</c:v>
                </c:pt>
                <c:pt idx="10">
                  <c:v>2010.5879172191508</c:v>
                </c:pt>
                <c:pt idx="11">
                  <c:v>521.4252729058826</c:v>
                </c:pt>
              </c:numCache>
            </c:numRef>
          </c:val>
        </c:ser>
        <c:ser>
          <c:idx val="1"/>
          <c:order val="1"/>
          <c:tx>
            <c:strRef>
              <c:f>Sheet1!$C$1</c:f>
              <c:strCache>
                <c:ptCount val="1"/>
                <c:pt idx="0">
                  <c:v>Toleranz ± 7.073 kWh</c:v>
                </c:pt>
              </c:strCache>
            </c:strRef>
          </c:tx>
          <c:spPr>
            <a:solidFill>
              <a:srgbClr val="0090C8">
                <a:alpha val="16000"/>
              </a:srgbClr>
            </a:solidFill>
            <a:ln>
              <a:noFill/>
            </a:ln>
          </c:spP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Sheet1!$C$2:$C$13</c:f>
              <c:numCache>
                <c:formatCode>General</c:formatCode>
                <c:ptCount val="12"/>
                <c:pt idx="0">
                  <c:v>14146.761076674422</c:v>
                </c:pt>
                <c:pt idx="1">
                  <c:v>14146.761076674422</c:v>
                </c:pt>
                <c:pt idx="2">
                  <c:v>14146.761076674422</c:v>
                </c:pt>
                <c:pt idx="3">
                  <c:v>14146.76107667442</c:v>
                </c:pt>
                <c:pt idx="4">
                  <c:v>14146.76107667442</c:v>
                </c:pt>
                <c:pt idx="5">
                  <c:v>14146.761076674422</c:v>
                </c:pt>
                <c:pt idx="6">
                  <c:v>14146.761076674422</c:v>
                </c:pt>
                <c:pt idx="7">
                  <c:v>14146.761076674422</c:v>
                </c:pt>
                <c:pt idx="8">
                  <c:v>14146.761076674422</c:v>
                </c:pt>
                <c:pt idx="9">
                  <c:v>14146.761076674422</c:v>
                </c:pt>
                <c:pt idx="10">
                  <c:v>14146.761076674422</c:v>
                </c:pt>
                <c:pt idx="11">
                  <c:v>14146.761076674422</c:v>
                </c:pt>
              </c:numCache>
            </c:numRef>
          </c:val>
        </c:ser>
        <c:dLbls>
          <c:showLegendKey val="0"/>
          <c:showVal val="0"/>
          <c:showCatName val="0"/>
          <c:showSerName val="0"/>
          <c:showPercent val="0"/>
          <c:showBubbleSize val="0"/>
        </c:dLbls>
        <c:axId val="765000"/>
        <c:axId val="765001"/>
      </c:areaChart>
      <c:lineChart>
        <c:grouping val="standard"/>
        <c:varyColors val="0"/>
        <c:ser>
          <c:idx val="2"/>
          <c:order val="2"/>
          <c:tx>
            <c:strRef>
              <c:f>Sheet1!$B$1</c:f>
              <c:strCache>
                <c:ptCount val="1"/>
                <c:pt idx="0">
                  <c:v>Prognose</c:v>
                </c:pt>
              </c:strCache>
            </c:strRef>
          </c:tx>
          <c:spPr>
            <a:ln w="23812">
              <a:solidFill>
                <a:srgbClr val="0090C8"/>
              </a:solidFill>
              <a:prstDash val="dash"/>
            </a:ln>
          </c:spPr>
          <c:marker>
            <c:symbol val="none"/>
          </c:marke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Sheet1!$B$2:$B$13</c:f>
              <c:numCache>
                <c:formatCode>General</c:formatCode>
                <c:ptCount val="12"/>
                <c:pt idx="0">
                  <c:v>8255.372408122796</c:v>
                </c:pt>
                <c:pt idx="1">
                  <c:v>8531.27638355799</c:v>
                </c:pt>
                <c:pt idx="2">
                  <c:v>9566.461669346025</c:v>
                </c:pt>
                <c:pt idx="3">
                  <c:v>10061.702171880985</c:v>
                </c:pt>
                <c:pt idx="4">
                  <c:v>9628.242892731076</c:v>
                </c:pt>
                <c:pt idx="5">
                  <c:v>7954.364071422147</c:v>
                </c:pt>
                <c:pt idx="6">
                  <c:v>7284.766540175286</c:v>
                </c:pt>
                <c:pt idx="7">
                  <c:v>7303.898358189027</c:v>
                </c:pt>
                <c:pt idx="8">
                  <c:v>10739.70929143642</c:v>
                </c:pt>
                <c:pt idx="9">
                  <c:v>8459.144790404082</c:v>
                </c:pt>
                <c:pt idx="10">
                  <c:v>9083.968455556362</c:v>
                </c:pt>
                <c:pt idx="11">
                  <c:v>7594.805811243094</c:v>
                </c:pt>
              </c:numCache>
            </c:numRef>
          </c:val>
          <c:smooth val="0"/>
        </c:ser>
        <c:ser>
          <c:idx val="3"/>
          <c:order val="3"/>
          <c:tx>
            <c:strRef>
              <c:f>Sheet1!$C$1</c:f>
              <c:strCache>
                <c:ptCount val="1"/>
                <c:pt idx="0">
                  <c:v>Ist</c:v>
                </c:pt>
              </c:strCache>
            </c:strRef>
          </c:tx>
          <c:spPr>
            <a:ln w="23812">
              <a:solidFill>
                <a:srgbClr val="084878"/>
              </a:solidFill>
            </a:ln>
          </c:spPr>
          <c:marker>
            <c:symbol val="circle"/>
            <c:size val="7"/>
            <c:spPr>
              <a:solidFill>
                <a:srgbClr val="084878"/>
              </a:solidFill>
              <a:ln w="14287">
                <a:solidFill>
                  <a:srgbClr val="FFFFFF"/>
                </a:solidFill>
              </a:ln>
            </c:spPr>
          </c:marker>
          <c:dPt>
            <c:idx val="7"/>
            <c:marker>
              <c:symbol val="circle"/>
              <c:size val="11"/>
              <c:spPr>
                <a:solidFill>
                  <a:srgbClr val="B3261E"/>
                </a:solidFill>
                <a:ln>
                  <a:solidFill>
                    <a:srgbClr val="FFFFFF"/>
                  </a:solidFill>
                </a:ln>
              </c:spPr>
            </c:marker>
          </c:dPt>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Sheet1!$C$2:$C$13</c:f>
              <c:numCache>
                <c:formatCode>General</c:formatCode>
                <c:ptCount val="12"/>
                <c:pt idx="0">
                  <c:v>8866.0</c:v>
                </c:pt>
                <c:pt idx="1">
                  <c:v>8334.0</c:v>
                </c:pt>
                <c:pt idx="2">
                  <c:v>9538.0</c:v>
                </c:pt>
                <c:pt idx="3">
                  <c:v>9577.0</c:v>
                </c:pt>
                <c:pt idx="4">
                  <c:v>7268.0</c:v>
                </c:pt>
                <c:pt idx="5">
                  <c:v>6517.0</c:v>
                </c:pt>
                <c:pt idx="6">
                  <c:v>8837.0</c:v>
                </c:pt>
                <c:pt idx="7">
                  <c:v>23563.49011588044</c:v>
                </c:pt>
                <c:pt idx="8">
                  <c:v>5915.0</c:v>
                </c:pt>
                <c:pt idx="9">
                  <c:v>6566.0</c:v>
                </c:pt>
                <c:pt idx="10">
                  <c:v>6543.0</c:v>
                </c:pt>
                <c:pt idx="11">
                  <c:v>8585.0</c:v>
                </c:pt>
              </c:numCache>
            </c:numRef>
          </c:val>
          <c:smooth val="0"/>
        </c:ser>
        <c:marker val="1"/>
        <c:smooth val="0"/>
        <c:axId val="765000"/>
        <c:axId val="765001"/>
      </c:lineChart>
      <c:catAx>
        <c:axId val="765000"/>
        <c:scaling>
          <c:orientation val="minMax"/>
        </c:scaling>
        <c:delete val="0"/>
        <c:axPos val="b"/>
        <c:numFmt formatCode="General" sourceLinked="1"/>
        <c:majorTickMark val="none"/>
        <c:minorTickMark val="none"/>
        <c:tickLblPos val="nextTo"/>
        <c:spPr>
          <a:ln>
            <a:noFill/>
          </a:ln>
        </c:spPr>
        <c:txPr>
          <a:bodyPr/>
          <a:lstStyle/>
          <a:p>
            <a:pPr>
              <a:defRPr sz="1125">
                <a:solidFill>
                  <a:srgbClr val="657383"/>
                </a:solidFill>
                <a:latin typeface="IBM Plex Sans"/>
              </a:defRPr>
            </a:pPr>
          </a:p>
        </c:txPr>
        <c:crossAx val="765001"/>
        <c:crosses val="autoZero"/>
        <c:auto val="1"/>
        <c:lblAlgn val="ctr"/>
        <c:lblOffset val="100"/>
        <c:noMultiLvlLbl val="0"/>
      </c:catAx>
      <c:valAx>
        <c:axId val="765001"/>
        <c:scaling>
          <c:orientation val="minMax"/>
          <c:max val="26000.0"/>
          <c:min val="0.0"/>
        </c:scaling>
        <c:delete val="0"/>
        <c:axPos val="l"/>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65000"/>
        <c:crosses val="autoZero"/>
        <c:crossBetween val="midCat"/>
        <c:majorUnit val="5000.0"/>
      </c:valAx>
    </c:plotArea>
    <c:plotVisOnly val="1"/>
    <c:dispBlanksAs val="zero"/>
    <c:showDLblsOverMax val="0"/>
  </c:chart>
  <c:txPr>
    <a:bodyPr/>
    <a:lstStyle/>
    <a:p>
      <a:pPr>
        <a:defRPr sz="1125">
          <a:solidFill>
            <a:srgbClr val="657383"/>
          </a:solidFill>
          <a:latin typeface="IBM Plex Sans"/>
        </a:defRPr>
      </a:pPr>
      <a:endParaRPr/>
    </a:p>
  </c:txPr>
  <c:externalData r:id="rId1">
    <c:autoUpdate val="0"/>
  </c:externalData>
  <c:spPr>
    <a:noFill/>
    <a:ln>
      <a:noFill/>
    </a:ln>
  </c:sp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3951714504066216"/>
          <c:y val="0.0065913480434063145"/>
          <c:w val="0.4553579131639377"/>
          <c:h val="0.9868173039131873"/>
        </c:manualLayout>
      </c:layout>
      <c:barChart>
        <c:barDir val="bar"/>
        <c:grouping val="clustered"/>
        <c:ser>
          <c:idx val="0"/>
          <c:order val="0"/>
          <c:tx>
            <c:strRef>
              <c:f>Sheet1!$B$1</c:f>
              <c:strCache>
                <c:ptCount val="1"/>
                <c:pt idx="0">
                  <c:v>RMSE-Anstieg (kWh, Bericht Tab. D1)</c:v>
                </c:pt>
              </c:strCache>
            </c:strRef>
          </c:tx>
          <c:dPt>
            <c:idx val="0"/>
            <c:spPr>
              <a:solidFill>
                <a:srgbClr val="084878"/>
              </a:solidFill>
            </c:spPr>
          </c:dPt>
          <c:dPt>
            <c:idx val="1"/>
            <c:spPr>
              <a:solidFill>
                <a:srgbClr val="7FB4D8"/>
              </a:solidFill>
            </c:spPr>
          </c:dPt>
          <c:dPt>
            <c:idx val="2"/>
            <c:spPr>
              <a:solidFill>
                <a:srgbClr val="7FB4D8"/>
              </a:solidFill>
            </c:spPr>
          </c:dPt>
          <c:dPt>
            <c:idx val="3"/>
            <c:spPr>
              <a:solidFill>
                <a:srgbClr val="7FB4D8"/>
              </a:solidFill>
            </c:spPr>
          </c:dPt>
          <c:dPt>
            <c:idx val="4"/>
            <c:spPr>
              <a:solidFill>
                <a:srgbClr val="7FB4D8"/>
              </a:solidFill>
            </c:spPr>
          </c:dPt>
          <c:dPt>
            <c:idx val="5"/>
            <c:spPr>
              <a:solidFill>
                <a:srgbClr val="7FB4D8"/>
              </a:solidFill>
            </c:spPr>
          </c:dPt>
          <c:dPt>
            <c:idx val="6"/>
            <c:spPr>
              <a:solidFill>
                <a:srgbClr val="7FB4D8"/>
              </a:solidFill>
            </c:spPr>
          </c:dPt>
          <c:cat>
            <c:strRef>
              <c:f>Sheet1!$A$2:$A$8</c:f>
              <c:strCache>
                <c:ptCount val="7"/>
                <c:pt idx="0">
                  <c:v>Verbrauchshistorie</c:v>
                </c:pt>
                <c:pt idx="1">
                  <c:v>Produktionsplan</c:v>
                </c:pt>
                <c:pt idx="2">
                  <c:v>Wartung</c:v>
                </c:pt>
                <c:pt idx="3">
                  <c:v>Kalender</c:v>
                </c:pt>
                <c:pt idx="4">
                  <c:v>Heizgradtage (Wetter)</c:v>
                </c:pt>
                <c:pt idx="5">
                  <c:v>Saison (Monat)</c:v>
                </c:pt>
                <c:pt idx="6">
                  <c:v>Kundentyp</c:v>
                </c:pt>
              </c:strCache>
            </c:strRef>
          </c:cat>
          <c:val>
            <c:numRef>
              <c:f>Sheet1!$B$2:$B$8</c:f>
              <c:numCache>
                <c:formatCode>General</c:formatCode>
                <c:ptCount val="7"/>
                <c:pt idx="0">
                  <c:v>7256</c:v>
                </c:pt>
                <c:pt idx="1">
                  <c:v>798</c:v>
                </c:pt>
                <c:pt idx="2">
                  <c:v>591</c:v>
                </c:pt>
                <c:pt idx="3">
                  <c:v>276</c:v>
                </c:pt>
                <c:pt idx="4">
                  <c:v>154</c:v>
                </c:pt>
                <c:pt idx="5">
                  <c:v>121</c:v>
                </c:pt>
                <c:pt idx="6">
                  <c:v>3</c:v>
                </c:pt>
              </c:numCache>
            </c:numRef>
          </c:val>
        </c:ser>
        <c:dLbls>
          <c:numFmt formatCode="&quot;+&quot;#,##0&quot; kWh&quot;" sourceLinked="0"/>
          <c:txPr>
            <a:bodyPr/>
            <a:lstStyle/>
            <a:p>
              <a:pPr>
                <a:defRPr sz="1125" b="0">
                  <a:solidFill>
                    <a:srgbClr val="141A21"/>
                  </a:solidFill>
                  <a:latin typeface="Geist Mono"/>
                </a:defRPr>
              </a:pPr>
            </a:p>
          </c:txPr>
          <c:dLblPos val="outEnd"/>
          <c:showLegendKey val="0"/>
          <c:showVal val="1"/>
          <c:showCatName val="0"/>
          <c:showSerName val="0"/>
          <c:showPercent val="0"/>
          <c:showBubbleSize val="0"/>
          <c:showLeaderLines val="1"/>
        </c:dLbls>
        <c:gapWidth val="79"/>
        <c:axId val="769000"/>
        <c:axId val="769001"/>
      </c:barChart>
      <c:catAx>
        <c:axId val="769000"/>
        <c:scaling>
          <c:orientation val="maxMin"/>
        </c:scaling>
        <c:delete val="0"/>
        <c:axPos val="l"/>
        <c:majorTickMark val="none"/>
        <c:minorTickMark val="none"/>
        <c:tickLblPos val="nextTo"/>
        <c:spPr>
          <a:ln>
            <a:noFill/>
          </a:ln>
        </c:spPr>
        <c:txPr>
          <a:bodyPr/>
          <a:lstStyle/>
          <a:p>
            <a:pPr>
              <a:defRPr sz="1200">
                <a:solidFill>
                  <a:srgbClr val="141A21"/>
                </a:solidFill>
                <a:latin typeface="IBM Plex Sans"/>
              </a:defRPr>
            </a:pPr>
          </a:p>
        </c:txPr>
        <c:crossAx val="769001"/>
        <c:crosses val="autoZero"/>
        <c:auto val="1"/>
        <c:lblAlgn val="ctr"/>
        <c:lblOffset val="100"/>
        <c:noMultiLvlLbl val="0"/>
      </c:catAx>
      <c:valAx>
        <c:axId val="769001"/>
        <c:scaling>
          <c:max val="7500.0"/>
          <c:min val="0.0"/>
        </c:scaling>
        <c:delete val="0"/>
        <c:axPos val="b"/>
        <c:majorTickMark val="none"/>
        <c:minorTickMark val="none"/>
        <c:tickLblPos val="none"/>
        <c:spPr>
          <a:ln>
            <a:noFill/>
          </a:ln>
        </c:spPr>
        <c:txPr>
          <a:bodyPr/>
          <a:lstStyle/>
          <a:p>
            <a:pPr>
              <a:defRPr sz="1125">
                <a:solidFill>
                  <a:srgbClr val="657383"/>
                </a:solidFill>
                <a:latin typeface="Geist Mono"/>
              </a:defRPr>
            </a:pPr>
          </a:p>
        </c:txPr>
        <c:crossAx val="769000"/>
        <c:crosses val="autoZero"/>
      </c:valAx>
    </c:plotArea>
    <c:dispBlanksAs val="gap"/>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8072451458005604"/>
          <c:y val="0.020304211894474303"/>
          <c:w val="0.9009290048335675"/>
          <c:h val="0.8781747286331542"/>
        </c:manualLayout>
      </c:layout>
      <c:lineChart>
        <c:grouping val="standard"/>
        <c:varyColors val="0"/>
        <c:ser>
          <c:idx val="0"/>
          <c:order val="0"/>
          <c:tx>
            <c:strRef>
              <c:f>Sheet1!$B$1</c:f>
              <c:strCache>
                <c:ptCount val="1"/>
                <c:pt idx="0">
                  <c:v>Ist des Monats</c:v>
                </c:pt>
              </c:strCache>
            </c:strRef>
          </c:tx>
          <c:spPr>
            <a:ln w="23812">
              <a:solidFill>
                <a:srgbClr val="084878"/>
              </a:solidFill>
            </a:ln>
          </c:spPr>
          <c:marker>
            <c:symbol val="none"/>
          </c:marke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Sheet1!$B$2:$B$13</c:f>
              <c:numCache>
                <c:formatCode>General</c:formatCode>
                <c:ptCount val="12"/>
                <c:pt idx="0">
                  <c:v>110.52702702702705</c:v>
                </c:pt>
                <c:pt idx="1">
                  <c:v>101.74324324324324</c:v>
                </c:pt>
                <c:pt idx="2">
                  <c:v>81.14864864864865</c:v>
                </c:pt>
                <c:pt idx="3">
                  <c:v>82.93243243243244</c:v>
                </c:pt>
                <c:pt idx="4">
                  <c:v>116.95945945945944</c:v>
                </c:pt>
                <c:pt idx="5">
                  <c:v>92.14864864864865</c:v>
                </c:pt>
                <c:pt idx="6">
                  <c:v>90.2837837837838</c:v>
                </c:pt>
                <c:pt idx="7">
                  <c:v>84.86486486486487</c:v>
                </c:pt>
                <c:pt idx="8">
                  <c:v>67.60810810810811</c:v>
                </c:pt>
                <c:pt idx="9">
                  <c:v>70.29729729729729</c:v>
                </c:pt>
                <c:pt idx="10">
                  <c:v>85.83783783783784</c:v>
                </c:pt>
                <c:pt idx="11">
                  <c:v>75.17567567567568</c:v>
                </c:pt>
              </c:numCache>
            </c:numRef>
          </c:val>
          <c:smooth val="0"/>
        </c:ser>
        <c:ser>
          <c:idx val="1"/>
          <c:order val="1"/>
          <c:tx>
            <c:strRef>
              <c:f>Sheet1!$C$1</c:f>
              <c:strCache>
                <c:ptCount val="1"/>
                <c:pt idx="0">
                  <c:v>Vormonat</c:v>
                </c:pt>
              </c:strCache>
            </c:strRef>
          </c:tx>
          <c:spPr>
            <a:ln w="23812">
              <a:solidFill>
                <a:srgbClr val="657383"/>
              </a:solidFill>
              <a:prstDash val="dash"/>
            </a:ln>
          </c:spPr>
          <c:marker>
            <c:symbol val="none"/>
          </c:marke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Sheet1!$C$2:$C$13</c:f>
              <c:numCache>
                <c:formatCode>General</c:formatCode>
                <c:ptCount val="12"/>
                <c:pt idx="1">
                  <c:v>110.52702702702705</c:v>
                </c:pt>
                <c:pt idx="2">
                  <c:v>101.74324324324324</c:v>
                </c:pt>
                <c:pt idx="3">
                  <c:v>81.14864864864865</c:v>
                </c:pt>
                <c:pt idx="4">
                  <c:v>82.93243243243244</c:v>
                </c:pt>
                <c:pt idx="5">
                  <c:v>116.95945945945944</c:v>
                </c:pt>
                <c:pt idx="6">
                  <c:v>92.14864864864865</c:v>
                </c:pt>
                <c:pt idx="7">
                  <c:v>90.2837837837838</c:v>
                </c:pt>
                <c:pt idx="8">
                  <c:v>84.86486486486487</c:v>
                </c:pt>
                <c:pt idx="9">
                  <c:v>67.60810810810811</c:v>
                </c:pt>
                <c:pt idx="10">
                  <c:v>70.29729729729729</c:v>
                </c:pt>
                <c:pt idx="11">
                  <c:v>85.83783783783784</c:v>
                </c:pt>
              </c:numCache>
            </c:numRef>
          </c:val>
          <c:smooth val="0"/>
        </c:ser>
        <c:ser>
          <c:idx val="2"/>
          <c:order val="2"/>
          <c:tx>
            <c:strRef>
              <c:f>Sheet1!$D$1</c:f>
              <c:strCache>
                <c:ptCount val="1"/>
                <c:pt idx="0">
                  <c:v>Ø bis zu 3 Vormonate</c:v>
                </c:pt>
              </c:strCache>
            </c:strRef>
          </c:tx>
          <c:spPr>
            <a:ln w="23812">
              <a:solidFill>
                <a:srgbClr val="7FB4D8"/>
              </a:solidFill>
              <a:prstDash val="sysDot"/>
            </a:ln>
          </c:spPr>
          <c:marker>
            <c:symbol val="none"/>
          </c:marke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Sheet1!$D$2:$D$13</c:f>
              <c:numCache>
                <c:formatCode>General</c:formatCode>
                <c:ptCount val="12"/>
                <c:pt idx="1">
                  <c:v>110.52702702702705</c:v>
                </c:pt>
                <c:pt idx="2">
                  <c:v>106.13513513513514</c:v>
                </c:pt>
                <c:pt idx="3">
                  <c:v>97.80630630630633</c:v>
                </c:pt>
                <c:pt idx="4">
                  <c:v>88.60810810810811</c:v>
                </c:pt>
                <c:pt idx="5">
                  <c:v>93.68018018018016</c:v>
                </c:pt>
                <c:pt idx="6">
                  <c:v>97.34684684684684</c:v>
                </c:pt>
                <c:pt idx="7">
                  <c:v>99.79729729729728</c:v>
                </c:pt>
                <c:pt idx="8">
                  <c:v>89.09909909909909</c:v>
                </c:pt>
                <c:pt idx="9">
                  <c:v>80.91891891891892</c:v>
                </c:pt>
                <c:pt idx="10">
                  <c:v>74.25675675675676</c:v>
                </c:pt>
                <c:pt idx="11">
                  <c:v>74.58108108108108</c:v>
                </c:pt>
              </c:numCache>
            </c:numRef>
          </c:val>
          <c:smooth val="0"/>
        </c:ser>
        <c:marker val="1"/>
        <c:smooth val="0"/>
        <c:axId val="770000"/>
        <c:axId val="770001"/>
      </c:lineChart>
      <c:catAx>
        <c:axId val="770000"/>
        <c:scaling>
          <c:orientation val="minMax"/>
        </c:scaling>
        <c:delete val="0"/>
        <c:axPos val="b"/>
        <c:majorTickMark val="none"/>
        <c:minorTickMark val="none"/>
        <c:tickLblPos val="nextTo"/>
        <c:spPr>
          <a:ln>
            <a:noFill/>
          </a:ln>
        </c:spPr>
        <c:txPr>
          <a:bodyPr/>
          <a:lstStyle/>
          <a:p>
            <a:pPr>
              <a:defRPr sz="1125">
                <a:solidFill>
                  <a:srgbClr val="657383"/>
                </a:solidFill>
                <a:latin typeface="IBM Plex Sans"/>
              </a:defRPr>
            </a:pPr>
          </a:p>
        </c:txPr>
        <c:crossAx val="770001"/>
        <c:crosses val="autoZero"/>
        <c:auto val="1"/>
        <c:lblAlgn val="ctr"/>
        <c:lblOffset val="100"/>
        <c:noMultiLvlLbl val="0"/>
      </c:catAx>
      <c:valAx>
        <c:axId val="770001"/>
        <c:scaling>
          <c:max val="130.0"/>
          <c:min val="50.0"/>
        </c:scaling>
        <c:delete val="0"/>
        <c:axPos val="l"/>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70000"/>
        <c:crosses val="autoZero"/>
        <c:majorUnit val="20.0"/>
      </c:valAx>
    </c:plotArea>
    <c:plotVisOnly val="1"/>
    <c:dispBlanksAs val="gap"/>
    <c:showDLblsOverMax val="0"/>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005173284111285"/>
          <c:y val="0.026534209849792503"/>
          <c:w val="0.912435333948609"/>
          <c:h val="0.8739625032134856"/>
        </c:manualLayout>
      </c:layout>
      <c:barChart>
        <c:barDir val="col"/>
        <c:grouping val="clustered"/>
        <c:ser>
          <c:idx val="0"/>
          <c:order val="0"/>
          <c:tx>
            <c:strRef>
              <c:f>Sheet1!$B$1</c:f>
              <c:strCache>
                <c:ptCount val="1"/>
                <c:pt idx="0">
                  <c:v>Prüfhinweise 2025 (q99)</c:v>
                </c:pt>
              </c:strCache>
            </c:strRef>
          </c:tx>
          <c:spPr>
            <a:solidFill>
              <a:srgbClr val="0080A0"/>
            </a:solidFill>
          </c:spP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Sheet1!$B$2:$B$13</c:f>
              <c:numCache>
                <c:formatCode>General</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numFmt formatCode="0" sourceLinked="0"/>
          <c:txPr>
            <a:bodyPr/>
            <a:lstStyle/>
            <a:p>
              <a:pPr>
                <a:defRPr sz="1125" b="1">
                  <a:solidFill>
                    <a:srgbClr val="141A21"/>
                  </a:solidFill>
                  <a:latin typeface="Geist Mono"/>
                </a:defRPr>
              </a:pPr>
            </a:p>
          </c:txPr>
          <c:dLblPos val="outEnd"/>
          <c:showLegendKey val="0"/>
          <c:showVal val="1"/>
          <c:showCatName val="0"/>
          <c:showSerName val="0"/>
          <c:showPercent val="0"/>
          <c:showBubbleSize val="0"/>
          <c:showLeaderLines val="1"/>
        </c:dLbls>
        <c:gapWidth val="38"/>
        <c:axId val="772000"/>
        <c:axId val="772001"/>
      </c:barChart>
      <c:lineChart>
        <c:grouping val="standard"/>
        <c:varyColors val="0"/>
        <c:ser>
          <c:idx val="1"/>
          <c:order val="1"/>
          <c:tx>
            <c:strRef>
              <c:f>Sheet1!$B$1</c:f>
              <c:strCache>
                <c:ptCount val="1"/>
                <c:pt idx="0">
                  <c:v>Ø 9,5 je Monat</c:v>
                </c:pt>
              </c:strCache>
            </c:strRef>
          </c:tx>
          <c:spPr>
            <a:ln w="19050">
              <a:solidFill>
                <a:srgbClr val="A86505"/>
              </a:solidFill>
              <a:prstDash val="dash"/>
            </a:ln>
          </c:spPr>
          <c:marker>
            <c:symbol val="none"/>
          </c:marker>
          <c:cat>
            <c:strRef>
              <c:f>Sheet1!$A$2:$A$13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Sheet1!$B$2:$B$13</c:f>
              <c:numCache>
                <c:formatCode>General</c:formatCode>
                <c:ptCount val="12"/>
                <c:pt idx="0">
                  <c:v>9.5</c:v>
                </c:pt>
                <c:pt idx="1">
                  <c:v>9.5</c:v>
                </c:pt>
                <c:pt idx="2">
                  <c:v>9.5</c:v>
                </c:pt>
                <c:pt idx="3">
                  <c:v>9.5</c:v>
                </c:pt>
                <c:pt idx="4">
                  <c:v>9.5</c:v>
                </c:pt>
                <c:pt idx="5">
                  <c:v>9.5</c:v>
                </c:pt>
                <c:pt idx="6">
                  <c:v>9.5</c:v>
                </c:pt>
                <c:pt idx="7">
                  <c:v>9.5</c:v>
                </c:pt>
                <c:pt idx="8">
                  <c:v>9.5</c:v>
                </c:pt>
                <c:pt idx="9">
                  <c:v>9.5</c:v>
                </c:pt>
                <c:pt idx="10">
                  <c:v>9.5</c:v>
                </c:pt>
                <c:pt idx="11">
                  <c:v>9.5</c:v>
                </c:pt>
              </c:numCache>
            </c:numRef>
          </c:val>
          <c:smooth val="0"/>
        </c:ser>
        <c:marker val="1"/>
        <c:smooth val="0"/>
        <c:axId val="772000"/>
        <c:axId val="772001"/>
      </c:lineChart>
      <c:catAx>
        <c:axId val="772000"/>
        <c:scaling>
          <c:orientation val="minMax"/>
        </c:scaling>
        <c:delete val="0"/>
        <c:axPos val="b"/>
        <c:majorTickMark val="none"/>
        <c:minorTickMark val="none"/>
        <c:tickLblPos val="nextTo"/>
        <c:spPr>
          <a:ln>
            <a:noFill/>
          </a:ln>
        </c:spPr>
        <c:txPr>
          <a:bodyPr/>
          <a:lstStyle/>
          <a:p>
            <a:pPr>
              <a:defRPr sz="1125">
                <a:solidFill>
                  <a:srgbClr val="657383"/>
                </a:solidFill>
                <a:latin typeface="IBM Plex Sans"/>
              </a:defRPr>
            </a:pPr>
          </a:p>
        </c:txPr>
        <c:crossAx val="772001"/>
        <c:crosses val="autoZero"/>
        <c:auto val="1"/>
        <c:lblAlgn val="ctr"/>
        <c:lblOffset val="100"/>
        <c:noMultiLvlLbl val="0"/>
      </c:catAx>
      <c:valAx>
        <c:axId val="772001"/>
        <c:scaling>
          <c:max val="18.0"/>
          <c:min val="0.0"/>
        </c:scaling>
        <c:delete val="0"/>
        <c:axPos val="l"/>
        <c:majorGridlines>
          <c:spPr>
            <a:ln w="9525">
              <a:solidFill>
                <a:srgbClr val="E4E9EF"/>
              </a:solidFill>
            </a:ln>
          </c:spPr>
        </c:majorGridlines>
        <c:numFmt formatCode="0" sourceLinked="0"/>
        <c:majorTickMark val="none"/>
        <c:minorTickMark val="none"/>
        <c:tickLblPos val="nextTo"/>
        <c:spPr>
          <a:ln>
            <a:noFill/>
          </a:ln>
        </c:spPr>
        <c:txPr>
          <a:bodyPr/>
          <a:lstStyle/>
          <a:p>
            <a:pPr>
              <a:defRPr sz="1125">
                <a:solidFill>
                  <a:srgbClr val="657383"/>
                </a:solidFill>
                <a:latin typeface="Geist Mono"/>
              </a:defRPr>
            </a:pPr>
          </a:p>
        </c:txPr>
        <c:crossAx val="772000"/>
        <c:crosses val="autoZero"/>
        <c:majorUnit val="6.0"/>
      </c:valAx>
    </c:plotArea>
    <c:dispBlanksAs val="gap"/>
  </c:chart>
  <c:txPr>
    <a:bodyPr/>
    <a:lstStyle/>
    <a:p>
      <a:pPr>
        <a:defRPr sz="1125">
          <a:solidFill>
            <a:srgbClr val="657383"/>
          </a:solidFill>
          <a:latin typeface="IBM Plex Sans"/>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Kette: Nutzen → Entscheidung → Takt → Vorhersage</a:t>
            </a:r>
          </a:p>
          <a:p>
            <a:r>
              <a:rPr b="0"/>
              <a:t>• nur Vorab-Wissen, bewusst weggelassen</a:t>
            </a:r>
          </a:p>
          <a:p>
            <a:r>
              <a:rPr b="0"/>
              <a:t>• RMSE in kWh = Planungseinheit</a:t>
            </a:r>
          </a:p>
          <a:p>
            <a:r>
              <a:rPr b="0"/>
              <a:t>• −15,9 % · 9,5/Monat · Euro misst der Pilot</a:t>
            </a:r>
          </a:p>
          <a:p>
            <a:r>
              <a:rPr b="0"/>
              <a:t/>
            </a:r>
          </a:p>
          <a:p>
            <a:r>
              <a:rPr b="1"/>
              <a:t>SPRECHTEXT</a:t>
            </a:r>
          </a:p>
          <a:p>
            <a:r>
              <a:rPr b="0"/>
              <a:t>Danke, Iana. Ich zeige jetzt, wie daraus ein Modell wird. Zuerst als Canvas, alle zehn Felder, in der Reihenfolge, in der sie sich bedingen.</a:t>
            </a:r>
          </a:p>
          <a:p>
            <a:r>
              <a:rPr b="0"/>
              <a:t>Oben der Nutzen: weniger Ausgleich am Spotmarkt, und Auffälliges monatlich statt erst im Quartal prüfen. Daraus folgen zwei Entscheidungen: Die Prognose geht an die Beschaffung, ein Prüfhinweis an das Netzmanagement. Also zwei Takte, vor Monatsbeginn und nach Monatsende. Damit ist die Vorhersage klar: eine Regression, der Folgemonat je Zähler.</a:t>
            </a:r>
          </a:p>
          <a:p>
            <a:r>
              <a:rPr b="0"/>
              <a:t>Zweite Zeile, das Modell: nur Wissen, das vor Monatsbeginn vorliegt. Den Vorjahreswert, die Temperatur und die gelieferte Anomalie-Spalte lassen wir bewusst weg. Die Daten sind Monatswerte von 700 Zählern. Ein Random Forest tritt gegen eine lineare Referenz an; eine Klassifikation geht noch nicht, weil bestätigte Labels fehlen. Gemessen wird der RMSE in Kilowattstunden, der Einheit, in der die Beschaffung plant.</a:t>
            </a:r>
          </a:p>
          <a:p>
            <a:r>
              <a:rPr b="0"/>
              <a:t>Unten, was ankommt: im Test 2025 15,9 Prozent weniger Fehler als die beste einfache Regel [Pause] und rund zehn Prüfhinweise im Monat. [Pause] Euro haben wir nicht beziffert, das misst der Pilot. Und neu trainiert wird nur bei belegter Verschlechterung.</a:t>
            </a:r>
          </a:p>
          <a:p>
            <a:r>
              <a:rPr b="0"/>
              <a:t/>
            </a:r>
          </a:p>
          <a:p>
            <a:r>
              <a:rPr b="1"/>
              <a:t>SO LIEST DU DIE FOLIE</a:t>
            </a:r>
          </a:p>
          <a:p>
            <a:r>
              <a:rPr b="0"/>
              <a:t>• Lesefolge wie ein Z: oben der Nutzen und was mit der Vorhersage passiert, Mitte womit gelernt und gemessen wird, unten Wirkung und Wartung; der Pfeil unten rechts führt zurück zum Mehrwert.</a:t>
            </a:r>
          </a:p>
          <a:p>
            <a:r>
              <a:rPr b="0"/>
              <a:t>• Türkis umrandet sind die ML-Felder (meine Verantwortung laut Bericht Tab. 1). „← Iana“ heißt: schon gezeigt, „→ Patrick“: kommt gleich in den Ergebnissen und Empfehlungen.</a:t>
            </a:r>
          </a:p>
          <a:p>
            <a:r>
              <a:rPr b="0"/>
              <a:t>• Die Kurzfassungen stimmen inhaltlich mit Tabelle A1 im Bericht überein; der Wortlaut steht auf Backup B1.</a:t>
            </a:r>
          </a:p>
          <a:p>
            <a:r>
              <a:rPr b="0"/>
              <a:t/>
            </a:r>
          </a:p>
          <a:p>
            <a:r>
              <a:rPr b="1"/>
              <a:t>FALLS GEFRAGT WIRD</a:t>
            </a:r>
          </a:p>
          <a:p>
            <a:r>
              <a:rPr b="1"/>
              <a:t>• Warum zeigen Sie alle zehn Felder, obwohl die Vorlage fünf empfiehlt? </a:t>
            </a:r>
            <a:r>
              <a:rPr b="0"/>
              <a:t>Der Canvas ist die Klammer unseres Vorgehens. Die sechs ML-Felder sind hervorgehoben, die übrigen vier stehen je in zwei Zeilen. Der Wortlaut entspricht Tabelle A1 im Bericht (Backup B1).</a:t>
            </a:r>
          </a:p>
          <a:p>
            <a:r>
              <a:rPr b="1"/>
              <a:t>• Warum Regression und keine Klassifikation? </a:t>
            </a:r>
            <a:r>
              <a:rPr b="0"/>
              <a:t>Es gibt keine bestätigten Anomalie-Labels. Deshalb lernen wir den erwarteten Verbrauch und leiten Auffälligkeiten aus dem Fehler ab. Mit gesammelten Bewertungen wird später eine Klassifikation möglich.</a:t>
            </a:r>
          </a:p>
          <a:p>
            <a:r>
              <a:rPr b="1"/>
              <a:t>• Welche Merkmale wurden bewusst weggelassen? </a:t>
            </a:r>
            <a:r>
              <a:rPr b="0"/>
              <a:t>Der Vorjahreswert (keine Historie aus 2023), die Temperatur (nahezu redundant zu den Heizgradtagen), die Spalte „anomalie“ (geliefertes Kennzeichen, kein bestätigtes Label) und die Vertragsleistung als Merkmal (sie dient nur zur Umrechnung).</a:t>
            </a:r>
          </a:p>
          <a:p>
            <a:r>
              <a:rPr b="1"/>
              <a:t>• Welches Feld war am schwersten? </a:t>
            </a:r>
            <a:r>
              <a:rPr b="0"/>
              <a:t>Impact. Es gibt keine Preis- oder Prüfkostendaten und keine Labels. Deshalb nennen wir nur Belegtes (−15,9 %, 9,5 pro Monat) und lassen die Euro-Werte im Pilot messen.</a:t>
            </a:r>
          </a:p>
          <a:p>
            <a:r>
              <a:rPr b="1"/>
              <a:t>• Was ist Precision@K? </a:t>
            </a:r>
            <a:r>
              <a:rPr b="0"/>
              <a:t>Der Anteil fachlich bestätigter Fälle unter den K obersten Hinweisen. Bei uns ist K die Prüfliste mit rund 9,5 Fällen pro Monat; die Kennzahl entspricht der Bestätigungsquote.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Spotmarkt: verkaufen oder zukaufen</a:t>
            </a:r>
          </a:p>
          <a:p>
            <a:r>
              <a:rPr b="0"/>
              <a:t>• Fehlalarm = Prüfzeit, übersehen = Quartal</a:t>
            </a:r>
          </a:p>
          <a:p>
            <a:r>
              <a:rPr b="0"/>
              <a:t>• Schwelle steuert den Zielkonflikt</a:t>
            </a:r>
          </a:p>
          <a:p>
            <a:r>
              <a:rPr b="0"/>
              <a:t/>
            </a:r>
          </a:p>
          <a:p>
            <a:r>
              <a:rPr b="1"/>
              <a:t>SPRECHTEXT</a:t>
            </a:r>
          </a:p>
          <a:p>
            <a:r>
              <a:rPr b="0"/>
              <a:t>Was kostet es, wenn wir falsch liegen? Liegt die Prognose daneben, gleicht die Beschaffung am Spotmarkt aus: Überschuss verkaufen oder Fehlmenge zukaufen. Deshalb bestraft unsere Hauptmetrik große Fehler stärker.</a:t>
            </a:r>
          </a:p>
          <a:p>
            <a:r>
              <a:rPr b="0"/>
              <a:t>Bei den Hinweisen kostet ein Fehlalarm Prüfzeit; ein übersehener Fall fällt wie heute erst im Quartal auf. Den Zielkonflikt steuert die Schwelle: 9,5 statt 33 Fälle im Monat. [Pause] Euro misst erst der Pilot.</a:t>
            </a:r>
          </a:p>
          <a:p>
            <a:r>
              <a:rPr b="0"/>
              <a:t/>
            </a:r>
          </a:p>
          <a:p>
            <a:r>
              <a:rPr b="1"/>
              <a:t>SO LIEST DU DIE FOLIE</a:t>
            </a:r>
          </a:p>
          <a:p>
            <a:r>
              <a:rPr b="0"/>
              <a:t>• Oben: Mehrwert und Impact werden in denselben Einheiten gemessen (kWh, Fälle pro Monat, Prüfstunden), so verlangt es die Canvas-Vorlage.</a:t>
            </a:r>
          </a:p>
          <a:p>
            <a:r>
              <a:rPr b="0"/>
              <a:t>• Die Matrix zeigt je Stufe beide Fehlerrichtungen und den Hebel, den wir im Projekt dagegen haben.</a:t>
            </a:r>
          </a:p>
          <a:p>
            <a:r>
              <a:rPr b="0"/>
              <a:t/>
            </a:r>
          </a:p>
          <a:p>
            <a:r>
              <a:rPr b="1"/>
              <a:t>FALLS GEFRAGT WIRD</a:t>
            </a:r>
          </a:p>
          <a:p>
            <a:r>
              <a:rPr b="1"/>
              <a:t>• Wenn das Modell falsch liegt, wer ist betroffen? </a:t>
            </a:r>
            <a:r>
              <a:rPr b="0"/>
              <a:t>Bei einer Fehlprognose die Beschaffung (Stefan Lechtenberg) über den Spotmarkt-Ausgleich. Bei einem Fehlalarm oder einem übersehenen Fall das Netzmanagement (Anke Bürger): Prüfzeit oder späte Erkennung.</a:t>
            </a:r>
          </a:p>
          <a:p>
            <a:r>
              <a:rPr b="1"/>
              <a:t>• Was brächte es, wenn es morgen produktiv ginge? </a:t>
            </a:r>
            <a:r>
              <a:rPr b="0"/>
              <a:t>Belegt sind 15,9 % weniger RMSE, im Mittel 1.734 kWh je Zähler-Monat, und etwa 9,5 priorisierte Fälle pro Monat statt einer Quartalsauswertung. In Euro ist das nicht beziffert, deshalb zuerst ein Schattenbetrieb.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Hook: 23.563 statt 7.304 kWh</a:t>
            </a:r>
          </a:p>
          <a:p>
            <a:r>
              <a:rPr b="0"/>
              <a:t>• bisher Quartal, neu nach Monatsende</a:t>
            </a:r>
          </a:p>
          <a:p>
            <a:r>
              <a:rPr b="0"/>
              <a:t>• 6 Schritte, zwei Takte</a:t>
            </a:r>
          </a:p>
          <a:p>
            <a:r>
              <a:rPr b="0"/>
              <a:t/>
            </a:r>
          </a:p>
          <a:p>
            <a:r>
              <a:rPr b="1"/>
              <a:t>SPRECHTEXT</a:t>
            </a:r>
          </a:p>
          <a:p>
            <a:r>
              <a:rPr b="0"/>
              <a:t>Ein echter Fall: Zähler ZL-00147, August 2025. Gemessen 23.563 Kilowattstunden, erwartet gut 7.300, mehr als das Dreifache. [Pause] Bisher fiele das erst in der Quartalsauswertung auf.</a:t>
            </a:r>
          </a:p>
          <a:p>
            <a:r>
              <a:rPr b="0"/>
              <a:t>Unser Weg zum Hinweis hat sechs Schritte: Vor Monatsbeginn schätzt das Modell aus der Vergangenheit den Verbrauch, zurückgerechnet in Kilowattstunden, für die Beschaffung. Nach Monatsende vergleichen wir mit dem Istwert, und nur über der Schwelle prüft ein Mensch.</a:t>
            </a:r>
          </a:p>
          <a:p>
            <a:r>
              <a:rPr b="0"/>
              <a:t/>
            </a:r>
          </a:p>
          <a:p>
            <a:r>
              <a:rPr b="1"/>
              <a:t>SO LIEST DU DIE FOLIE</a:t>
            </a:r>
          </a:p>
          <a:p>
            <a:r>
              <a:rPr b="0"/>
              <a:t>• Links der Einstieg mit einem echten Fall, den wir am Ende auflösen. Rechts der rote Faden; er steht ab jetzt als Scheiben oben rechts auf jeder Methodenfolie.</a:t>
            </a:r>
          </a:p>
          <a:p>
            <a:r>
              <a:rPr b="0"/>
              <a:t>• Zwischen Schritt 3 und 4 läuft der Monat: Prognose und Prüfung sind zwei getrennte Zeitpunkte.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nie aus der Zukunft lernen = kein Leakage</a:t>
            </a:r>
          </a:p>
          <a:p>
            <a:r>
              <a:rPr b="0"/>
              <a:t>• 3 Folds, Bewertung immer danach</a:t>
            </a:r>
          </a:p>
          <a:p>
            <a:r>
              <a:rPr b="0"/>
              <a:t>• Nov–Dez Schwelle, dann eingefroren</a:t>
            </a:r>
          </a:p>
          <a:p>
            <a:r>
              <a:rPr b="0"/>
              <a:t>• 3-Monats-Mittel neu berechnet</a:t>
            </a:r>
          </a:p>
          <a:p>
            <a:r>
              <a:rPr b="0"/>
              <a:t/>
            </a:r>
          </a:p>
          <a:p>
            <a:r>
              <a:rPr b="1"/>
              <a:t>SPRECHTEXT</a:t>
            </a:r>
          </a:p>
          <a:p>
            <a:r>
              <a:rPr b="0"/>
              <a:t>Die wichtigste Regel: Das Modell darf nie aus der Zukunft lernen. Das nennt man Leakage. Deshalb prüfen wir in drei Durchläufen, sogenannten Folds: Jede Zeile ist ein Durchlauf, hellblau lernt das Modell, dunkelblau wird es bewertet, immer danach.</a:t>
            </a:r>
          </a:p>
          <a:p>
            <a:r>
              <a:rPr b="0"/>
              <a:t>November und Dezember legen die Schwelle fest, dann ist alles eingefroren. Das gewählte Modell lernt auf ganz 2024 und wird unverändert auf 2025 angewendet. Übrigens: Das gelieferte 3-Monats-Mittel enthielt spätere Werte; wir haben es je Zähler neu berechnet.</a:t>
            </a:r>
          </a:p>
          <a:p>
            <a:r>
              <a:rPr b="0"/>
              <a:t/>
            </a:r>
          </a:p>
          <a:p>
            <a:r>
              <a:rPr b="1"/>
              <a:t>SO LIEST DU DIE FOLIE</a:t>
            </a:r>
          </a:p>
          <a:p>
            <a:r>
              <a:rPr b="0"/>
              <a:t>• Jede Zeile ist ein Durchlauf. Hellblau = Training, dunkelblau = Bewertung, amber = Kalibrierung der Schwelle, türkis = Anwendung auf 2025. Das Schloss markiert den Stichtag: danach wird nichts mehr verändert.</a:t>
            </a:r>
          </a:p>
          <a:p>
            <a:r>
              <a:rPr b="0"/>
              <a:t>• Kalibrierung: 1.397 rollierend erzeugte Fehler, November mit einem Modell aus Januar bis Oktober, Dezember mit einem Modell aus Januar bis November.</a:t>
            </a:r>
          </a:p>
          <a:p>
            <a:r>
              <a:rPr b="0"/>
              <a:t>• Unten die bewusst weggelassenen Merkmale, wie es die Canvas-Vorlage (Feld 4) verlangt.</a:t>
            </a:r>
          </a:p>
          <a:p>
            <a:r>
              <a:rPr b="0"/>
              <a:t/>
            </a:r>
          </a:p>
          <a:p>
            <a:r>
              <a:rPr b="1"/>
              <a:t>FALLS GEFRAGT WIRD</a:t>
            </a:r>
          </a:p>
          <a:p>
            <a:r>
              <a:rPr b="1"/>
              <a:t>• Was ist Leakage? </a:t>
            </a:r>
            <a:r>
              <a:rPr b="0"/>
              <a:t>Wenn das Modell beim Lernen Informationen erhält, die bei der echten Prognose noch nicht verfügbar wären, zum Beispiel spätere Monate oder einen Median über alle Daten. Bei uns steckte das im gelieferten 3-Monats-Mittel.</a:t>
            </a:r>
          </a:p>
          <a:p>
            <a:r>
              <a:rPr b="1"/>
              <a:t>• Nutzt ihr echtes Wetter des Prognosemonats? </a:t>
            </a:r>
            <a:r>
              <a:rPr b="0"/>
              <a:t>Ja, vereinfachend: Die Heizgradtage des Monats stehen stellvertretend für eine Wetterprognose. Das ist leicht optimistisch, der Effekt ist aber klein (Permutation +154 kWh RMSE laut Bericht). Im Betrieb muss hier die Prognose stehen.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92 % Streuung zwischen Zählern</a:t>
            </a:r>
          </a:p>
          <a:p>
            <a:r>
              <a:rPr b="0"/>
              <a:t>• Hotel: Auslastung statt Gästezahl</a:t>
            </a:r>
          </a:p>
          <a:p>
            <a:r>
              <a:rPr b="0"/>
              <a:t>• zurück in kWh · −6,2 %</a:t>
            </a:r>
          </a:p>
          <a:p>
            <a:r>
              <a:rPr b="0"/>
              <a:t/>
            </a:r>
          </a:p>
          <a:p>
            <a:r>
              <a:rPr b="1"/>
              <a:t>SPRECHTEXT</a:t>
            </a:r>
          </a:p>
          <a:p>
            <a:r>
              <a:rPr b="0"/>
              <a:t>Was soll das Modell lernen? Unsere Zähler sind sehr unterschiedlich groß: 92 Prozent der Streuung liegen zwischen den Zählern. Deshalb teilen wir durch die Vertragsleistung, wie ein Hotel die Auslastung vergleicht und nicht die Gästezahl.</a:t>
            </a:r>
          </a:p>
          <a:p>
            <a:r>
              <a:rPr b="0"/>
              <a:t>Für die Beschaffung rechnen wir zurück in Kilowattstunden. Im Testjahr ist der Fehler so 6,2 Prozent kleiner als bei einem direkt auf Kilowattstunden trainierten Modell.</a:t>
            </a:r>
          </a:p>
          <a:p>
            <a:r>
              <a:rPr b="0"/>
              <a:t/>
            </a:r>
          </a:p>
          <a:p>
            <a:r>
              <a:rPr b="1"/>
              <a:t>SO LIEST DU DIE FOLIE</a:t>
            </a:r>
          </a:p>
          <a:p>
            <a:r>
              <a:rPr b="0"/>
              <a:t>• Rechts oben: 10.000 kWh bei 50 kW und 40.000 kWh bei 200 kW ergeben beide 200 Vollaststunden.</a:t>
            </a:r>
          </a:p>
          <a:p>
            <a:r>
              <a:rPr b="0"/>
              <a:t>• VLS sind eine Normierung, keine gemessene Laufzeit. Das Ergebnis −6,2 % gilt für unsere Daten, nicht allgemein.</a:t>
            </a:r>
          </a:p>
          <a:p>
            <a:r>
              <a:rPr b="0"/>
              <a:t/>
            </a:r>
          </a:p>
          <a:p>
            <a:r>
              <a:rPr b="1"/>
              <a:t>FALLS GEFRAGT WIRD</a:t>
            </a:r>
          </a:p>
          <a:p>
            <a:r>
              <a:rPr b="1"/>
              <a:t>• Heißt 200 VLS, dass die Anlage 200 Stunden unter Volllast lief? </a:t>
            </a:r>
            <a:r>
              <a:rPr b="0"/>
              <a:t>Nein. Es ist eine rechnerische Normierung (kWh ÷ kW) und keine gemessene Laufzeit.</a:t>
            </a:r>
          </a:p>
          <a:p>
            <a:r>
              <a:rPr b="1"/>
              <a:t>• Welcher Kundentyp ist am schwersten zu prognostizieren? </a:t>
            </a:r>
            <a:r>
              <a:rPr b="0"/>
              <a:t>Nicht segmentiert ausgewertet. Nach der Normierung liegen die Mediane bei 160–173 VLS-h, und der Kundentyp bringt nur rund 3 kWh (Permutation, Bericht). Eine Auswertung je Kundentyp gehört in den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RMSE: große Fehler zählen stärker</a:t>
            </a:r>
          </a:p>
          <a:p>
            <a:r>
              <a:rPr b="0"/>
              <a:t>• RF nur 2,7 % vor LR → zweite Prüfung</a:t>
            </a:r>
          </a:p>
          <a:p>
            <a:r>
              <a:rPr b="0"/>
              <a:t>• −15,9 % im Test</a:t>
            </a:r>
          </a:p>
          <a:p>
            <a:r>
              <a:rPr b="0"/>
              <a:t>• Treiber: Historie, Plan, Wartung</a:t>
            </a:r>
          </a:p>
          <a:p>
            <a:r>
              <a:rPr b="0"/>
              <a:t/>
            </a:r>
          </a:p>
          <a:p>
            <a:r>
              <a:rPr b="1"/>
              <a:t>SPRECHTEXT</a:t>
            </a:r>
          </a:p>
          <a:p>
            <a:r>
              <a:rPr b="0"/>
              <a:t>Gemessen wird mit dem RMSE, dem typischen Fehler in Kilowattstunden; große Fehler zählen stärker. Kleiner ist besser, beide Diagramme haben dieselbe Skala.</a:t>
            </a:r>
          </a:p>
          <a:p>
            <a:r>
              <a:rPr b="0"/>
              <a:t>Links die Auswahl 2024: Balken sind Mittelwerte, Rauten die einzelnen Folds. Der Random Forest liegt vorn, aber nur 2,7 Prozent vor der linearen Regression. Deshalb prüfen wir ein zweites Mal im Testjahr 2025.</a:t>
            </a:r>
          </a:p>
          <a:p>
            <a:r>
              <a:rPr b="0"/>
              <a:t>Dort bleibt er vorn: 15,9 Prozent weniger Fehler als die beste einfache Regel. [Pause] Am meisten nutzt er die Verbrauchshistorie, mit großem Abstand vor Produktionsplan und Wartung.</a:t>
            </a:r>
          </a:p>
          <a:p>
            <a:r>
              <a:rPr b="0"/>
              <a:t/>
            </a:r>
          </a:p>
          <a:p>
            <a:r>
              <a:rPr b="1"/>
              <a:t>SO LIEST DU DIE FOLIE</a:t>
            </a:r>
          </a:p>
          <a:p>
            <a:r>
              <a:rPr b="0"/>
              <a:t>• Rauten: Fold 1 amber (Mai–Jun), Fold 2 blau (Jul–Aug), Fold 3 grün (Sep–Okt). Der Strich zeigt ±1 Standardabweichung, kein Konfidenzintervall.</a:t>
            </a:r>
          </a:p>
          <a:p>
            <a:r>
              <a:rPr b="0"/>
              <a:t>• Die Treiberwerte stammen aus dem Bericht (Tab. D1, fünf Wiederholungen); Notebook 13 zeigt mit drei Wiederholungen dieselbe Rangfolge.</a:t>
            </a:r>
          </a:p>
          <a:p>
            <a:r>
              <a:rPr b="0"/>
              <a:t/>
            </a:r>
          </a:p>
          <a:p>
            <a:r>
              <a:rPr b="1"/>
              <a:t>FALLS GEFRAGT WIRD</a:t>
            </a:r>
          </a:p>
          <a:p>
            <a:r>
              <a:rPr b="1"/>
              <a:t>• Warum nicht die lineare Regression, wenn sie fast gleich gut ist? </a:t>
            </a:r>
            <a:r>
              <a:rPr b="0"/>
              <a:t>Sie ist unsere erklärbare Referenz und ein guter Fallback. Der Random Forest gewinnt die zeitliche Validierung und bleibt 2025 vorn (9.188 vs. 9.414 kWh). Der Abstand ist klein, das sagen wir offen.</a:t>
            </a:r>
          </a:p>
          <a:p>
            <a:r>
              <a:rPr b="1"/>
              <a:t>• Warum kein Gradient Boosting, wie im Auftrag vorgeschlagen? </a:t>
            </a:r>
            <a:r>
              <a:rPr b="0"/>
              <a:t>Nicht getestet. Wir haben die Zeit in zeitliche Validierung und Kalibrierung gesteckt. Der Abstand RF zu LR beträgt nur 2,7 %; der eigentliche Gewinn liegt gegenüber den Baselines. Gradient Boosting wäre ein Kandidat für den Pilot.</a:t>
            </a:r>
          </a:p>
          <a:p>
            <a:r>
              <a:rPr b="1"/>
              <a:t>• Warum ist der Test-RMSE kleiner als der CV-RMSE? </a:t>
            </a:r>
            <a:r>
              <a:rPr b="0"/>
              <a:t>Auch die einfachen Regeln, die gar nicht trainiert werden, sind 2025 rund 30 % besser. Der Unterschied liegt vor allem an den bewerteten Monaten: Die Folds prüfen Mai bis Oktober 2024, der Test das ganze Jahr 2025.</a:t>
            </a:r>
          </a:p>
          <a:p>
            <a:r>
              <a:rPr b="1"/>
              <a:t>• Welche Monate haben die größten Restfehler? </a:t>
            </a:r>
            <a:r>
              <a:rPr b="0"/>
              <a:t>In den Folds 2024 Fold 1 (Mai–Jun) mit 17.538 kWh, Fold 2 8.223 kWh, Fold 3 14.056 kWh. Bei den Hinweisen 2025 die meisten im Juni (16), die wenigsten im November (4).</a:t>
            </a:r>
          </a:p>
          <a:p>
            <a:r>
              <a:rPr b="1"/>
              <a:t>• Ist das Modell overfitted? </a:t>
            </a:r>
            <a:r>
              <a:rPr b="0"/>
              <a:t>Es gibt kein klares Signal: begrenzte Baumtiefe, zeitliche Folds und ein gutes Testjahr. Endgültig ausschließen lässt es sich erst mit weiterem Betrieb.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Fehler ÷ kW</a:t>
            </a:r>
          </a:p>
          <a:p>
            <a:r>
              <a:rPr b="0"/>
              <a:t>• 99 von 100 kleiner als 144</a:t>
            </a:r>
          </a:p>
          <a:p>
            <a:r>
              <a:rPr b="0"/>
              <a:t>• |F| ≥ 1 → Hinweis</a:t>
            </a:r>
          </a:p>
          <a:p>
            <a:r>
              <a:rPr b="0"/>
              <a:t>• Hinweis ≠ Anomalie</a:t>
            </a:r>
          </a:p>
          <a:p>
            <a:r>
              <a:rPr b="0"/>
              <a:t/>
            </a:r>
          </a:p>
          <a:p>
            <a:r>
              <a:rPr b="1"/>
              <a:t>SPRECHTEXT</a:t>
            </a:r>
          </a:p>
          <a:p>
            <a:r>
              <a:rPr b="0"/>
              <a:t>Jetzt die zweite Stufe. Nach Monatsende bilden wir den Fehler und teilen ihn durch die Vertragsleistung. Ab wann ist er zu groß?</a:t>
            </a:r>
          </a:p>
          <a:p>
            <a:r>
              <a:rPr b="0"/>
              <a:t>Wir haben 1.397 Vorwärtsfehler aus November und Dezember sortiert. 99 von 100 waren kleiner als rund 144 Vollaststunden; das ist unsere Grenze. [Pause] Der Faktor teilt einen neuen Fehler durch diese Grenze: über plus eins oder unter minus eins entsteht ein Prüfhinweis.</a:t>
            </a:r>
          </a:p>
          <a:p>
            <a:r>
              <a:rPr b="0"/>
              <a:t>Ein Prüfhinweis ist noch keine Anomalie. Das Modell ersetzt keine Entscheidung, es markiert nur, was eine Prüfung wert ist.</a:t>
            </a:r>
          </a:p>
          <a:p>
            <a:r>
              <a:rPr b="0"/>
              <a:t/>
            </a:r>
          </a:p>
          <a:p>
            <a:r>
              <a:rPr b="1"/>
              <a:t>SO LIEST DU DIE FOLIE</a:t>
            </a:r>
          </a:p>
          <a:p>
            <a:r>
              <a:rPr b="0"/>
              <a:t>• x-Achse: Rang des Fehlers von klein nach groß. y-Achse: Fehlerbetrag in VLS-h. Links viele kleine Fehler, rechts wenige große.</a:t>
            </a:r>
          </a:p>
          <a:p>
            <a:r>
              <a:rPr b="0"/>
              <a:t>• In kWh bekommt jeder Zähler seine eigene Grenze: q99 × kW, zum Beispiel 49 kW → ± 7.073 kWh.</a:t>
            </a:r>
          </a:p>
          <a:p>
            <a:r>
              <a:rPr b="0"/>
              <a:t>• Die Schwelle 144,3547 entsteht durch lineare Interpolation zwischen Rang 1.383 und 1.384 (NumPy-Quantil); sie ist kein echter Zeilenwert.</a:t>
            </a:r>
          </a:p>
          <a:p>
            <a:r>
              <a:rPr b="0"/>
              <a:t/>
            </a:r>
          </a:p>
          <a:p>
            <a:r>
              <a:rPr b="1"/>
              <a:t>FALLS GEFRAGT WIRD</a:t>
            </a:r>
          </a:p>
          <a:p>
            <a:r>
              <a:rPr b="1"/>
              <a:t>• Woher kommen die 1.397 Fehler? </a:t>
            </a:r>
            <a:r>
              <a:rPr b="0"/>
              <a:t>Aus rollierend erzeugten Prognosen: November 2024 mit einem Modell aus Januar bis Oktober, Dezember mit einem Modell aus Januar bis November. Es sind echte Vorwärtsfehler, keine Trainingsfehler.</a:t>
            </a:r>
          </a:p>
          <a:p>
            <a:r>
              <a:rPr b="1"/>
              <a:t>• Warum kein Isolation Forest oder eine andere unüberwachte Anomalie-Erkennung? </a:t>
            </a:r>
            <a:r>
              <a:rPr b="0"/>
              <a:t>Der Auftrag verlangt Anomalien auf Basis der Residuen. Unser Vergleich mit einem Erwartungswert berücksichtigt Produktion, Wartung und Saison, und der Faktor ist direkt erklärbar. Einen Isolation Forest haben wir nicht verglichen.</a:t>
            </a:r>
          </a:p>
          <a:p>
            <a:r>
              <a:rPr b="1"/>
              <a:t>• Ist das eine bestätigte Anomalie? </a:t>
            </a:r>
            <a:r>
              <a:rPr b="0"/>
              <a:t>Nein. Ein Prüfhinweis ist eine ungewöhnliche Modellabweichung. Erst die fachliche Prüfung bestätigt oder verwirft sie.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vor dem Testjahr, wie im Betrieb</a:t>
            </a:r>
          </a:p>
          <a:p>
            <a:r>
              <a:rPr b="0"/>
              <a:t>• eingefroren, nur Entscheidungsgrenze</a:t>
            </a:r>
          </a:p>
          <a:p>
            <a:r>
              <a:rPr b="0"/>
              <a:t>• 2025-Schwelle 175 = Leakage</a:t>
            </a:r>
          </a:p>
          <a:p>
            <a:r>
              <a:rPr b="0"/>
              <a:t>• Median gleich, Extreme größer</a:t>
            </a:r>
          </a:p>
          <a:p>
            <a:r>
              <a:rPr b="0"/>
              <a:t/>
            </a:r>
          </a:p>
          <a:p>
            <a:r>
              <a:rPr b="1"/>
              <a:t>SPRECHTEXT</a:t>
            </a:r>
          </a:p>
          <a:p>
            <a:r>
              <a:rPr b="0"/>
              <a:t>Warum steht die Schwelle schon Ende 2024 fest? Weil sie vor dem Testjahr feststehen muss, genau wie im Betrieb vor dem nächsten Monat. Danach ist sie eingefroren und ändert weder Modell noch Prognose.</a:t>
            </a:r>
          </a:p>
          <a:p>
            <a:r>
              <a:rPr b="0"/>
              <a:t>Hätten wir sie nachträglich aus 2025 berechnet, läge sie bei 175 statt 144. Das wäre Leakage. Die typischen Fehler sind gleich groß, nur die Ausreißer sind 2025 größer, deshalb 1,36 statt 1 Prozent.</a:t>
            </a:r>
          </a:p>
          <a:p>
            <a:r>
              <a:rPr b="0"/>
              <a:t/>
            </a:r>
          </a:p>
          <a:p>
            <a:r>
              <a:rPr b="1"/>
              <a:t>SO LIEST DU DIE FOLIE</a:t>
            </a:r>
          </a:p>
          <a:p>
            <a:r>
              <a:rPr b="0"/>
              <a:t>• Kalibrieren heißt hier: die Entscheidungsgrenze festlegen. Es wird dabei nichts trainiert, und die Prognosen bleiben identisch.</a:t>
            </a:r>
          </a:p>
          <a:p>
            <a:r>
              <a:rPr b="0"/>
              <a:t>• Die gestrichelte Vergleichsschwelle (175,1 VLS-h) ist nur eine nachträgliche Einordnung und wurde für keine Entscheidung verwendet.</a:t>
            </a:r>
          </a:p>
          <a:p>
            <a:r>
              <a:rPr b="0"/>
              <a:t/>
            </a:r>
          </a:p>
          <a:p>
            <a:r>
              <a:rPr b="1"/>
              <a:t>FALLS GEFRAGT WIRD</a:t>
            </a:r>
          </a:p>
          <a:p>
            <a:r>
              <a:rPr b="1"/>
              <a:t>• Wird die Schwelle für 2025 angepasst? </a:t>
            </a:r>
            <a:r>
              <a:rPr b="0"/>
              <a:t>Nein, sie bleibt bei 144,4 VLS-h. Anders ist nur die Fehlerverteilung 2025: deshalb 1,36 % statt genau 1 %.</a:t>
            </a:r>
          </a:p>
          <a:p>
            <a:r>
              <a:rPr b="1"/>
              <a:t>• Sind zwei Wintermonate repräsentativ? </a:t>
            </a:r>
            <a:r>
              <a:rPr b="0"/>
              <a:t>Das ist die bekannte Grenze. Die typischen Fehler 2025 sind gleich groß, die Extreme größer. Im Betrieb würden wir quartalsweise überprüfen und erst bei belegter Abweichung neu kalibrieren, zum Beispiel auf den letzten zwölf Monaten.</a:t>
            </a:r>
          </a:p>
          <a:p>
            <a:r>
              <a:rPr b="1"/>
              <a:t>• Würden Sie ein Canvas-Feld heute anders schreiben? </a:t>
            </a:r>
            <a:r>
              <a:rPr b="0"/>
              <a:t>Ja, Monitoring: mit einem konkreten Auslöser, etwa „Retraining prüfen, wenn der RMSE mehrere Monate über dem Testniveau von 9.188 kWh liegt“. Das ist ein Vorschlag, der den Bericht präzisiert, und noch nicht getestet.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Punkt = Zähler-Monat, Diagonale = perfekt</a:t>
            </a:r>
          </a:p>
          <a:p>
            <a:r>
              <a:rPr b="0"/>
              <a:t>• 9,5 pro Monat, rund 2 pro Woche</a:t>
            </a:r>
          </a:p>
          <a:p>
            <a:r>
              <a:rPr b="0"/>
              <a:t>• q95 = 33 → Fachbereich entscheidet</a:t>
            </a:r>
          </a:p>
          <a:p>
            <a:r>
              <a:rPr b="0"/>
              <a:t>• 10/10 unmögliche Werte erkannt</a:t>
            </a:r>
          </a:p>
          <a:p>
            <a:r>
              <a:rPr b="0"/>
              <a:t/>
            </a:r>
          </a:p>
          <a:p>
            <a:r>
              <a:rPr b="1"/>
              <a:t>SPRECHTEXT</a:t>
            </a:r>
          </a:p>
          <a:p>
            <a:r>
              <a:rPr b="0"/>
              <a:t>Jetzt die Regel auf ganz 2025: Jeder Punkt ist ein Zähler in einem Monat, nach rechts die Prognose, nach oben der Istwert. Auf der Diagonale wäre die Prognose perfekt, das Band ist unsere Grenze.</a:t>
            </a:r>
          </a:p>
          <a:p>
            <a:r>
              <a:rPr b="0"/>
              <a:t>Rote Punkte sind Prüfhinweise: rund 10 im Monat, gut 2 pro Woche. [Pause] Mit dem 95. Perzentil wären es 33. Wie viel geprüft werden kann, entscheidet der Fachbereich, nicht das Modell.</a:t>
            </a:r>
          </a:p>
          <a:p>
            <a:r>
              <a:rPr b="0"/>
              <a:t/>
            </a:r>
          </a:p>
          <a:p>
            <a:r>
              <a:rPr b="1"/>
              <a:t>SO LIEST DU DIE FOLIE</a:t>
            </a:r>
          </a:p>
          <a:p>
            <a:r>
              <a:rPr b="0"/>
              <a:t>• Nur in VLS gibt es ein gemeinsames, paralleles Band. In kWh hängt die Grenze von der Vertragsleistung ab.</a:t>
            </a:r>
          </a:p>
          <a:p>
            <a:r>
              <a:rPr b="0"/>
              <a:t>• Monatliche Hinweise 2025: 7 / 11 / 9 / 10 / 12 / 16 / 6 / 8 / 8 / 13 / 4 / 10. Achsen bei 800 VLS-h abgeschnitten; Hinweise darüber stehen als Dreieck am Rand.</a:t>
            </a:r>
          </a:p>
          <a:p>
            <a:r>
              <a:rPr b="0"/>
              <a:t/>
            </a:r>
          </a:p>
          <a:p>
            <a:r>
              <a:rPr b="1"/>
              <a:t>FALLS GEFRAGT WIRD</a:t>
            </a:r>
          </a:p>
          <a:p>
            <a:r>
              <a:rPr b="1"/>
              <a:t>• Ihr sagt, 2025 entscheidet nichts. Wieso zeigt ihr dann den Prüfaufwand 2025? </a:t>
            </a:r>
            <a:r>
              <a:rPr b="0"/>
              <a:t>Die q99-Grenze wurde nur aus 2024 berechnet und auf 2025 unverändert angewendet. Die Zahlen rechts sind eine nachträgliche Sensitivitätsanalyse.</a:t>
            </a:r>
          </a:p>
          <a:p>
            <a:r>
              <a:rPr b="1"/>
              <a:t>• Warum keine verstellbare Winkel-Linie im Plot? </a:t>
            </a:r>
            <a:r>
              <a:rPr b="0"/>
              <a:t>Unsere Regel ist |Ist − Prognose| ÷ Vertragsleistung ≥ Schwelle, also ein fester Abstand in VLS. Eine Linie mit anderer Steigung wäre eine andere Regel (Verhältnis Ist/Prognose).</a:t>
            </a:r>
          </a:p>
          <a:p>
            <a:r>
              <a:rPr b="1"/>
              <a:t>• Woher weiß man, dass die Hinweise sinnvoll sind? </a:t>
            </a:r>
            <a:r>
              <a:rPr b="0"/>
              <a:t>Ohne Labels nur als Plausibilisierung: Alle 10 bekannten physikalisch unmöglichen Werte in 2025 werden erfasst. Das ist ein Sanity Check, kein Qualitätsbeweis.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Auflösung des Hooks</a:t>
            </a:r>
          </a:p>
          <a:p>
            <a:r>
              <a:rPr b="0"/>
              <a:t>• 331,8 VLS-h ÷ 144,4 = 2,30</a:t>
            </a:r>
          </a:p>
          <a:p>
            <a:r>
              <a:rPr b="0"/>
              <a:t>• 2,3-mal so groß wie erlaubt</a:t>
            </a:r>
          </a:p>
          <a:p>
            <a:r>
              <a:rPr b="0"/>
              <a:t>• September innerhalb</a:t>
            </a:r>
          </a:p>
          <a:p>
            <a:r>
              <a:rPr b="0"/>
              <a:t/>
            </a:r>
          </a:p>
          <a:p>
            <a:r>
              <a:rPr b="1"/>
              <a:t>SPRECHTEXT</a:t>
            </a:r>
          </a:p>
          <a:p>
            <a:r>
              <a:rPr b="0"/>
              <a:t>Zurück zu unserem Fall. Erwartet waren gut 7.300 Kilowattstunden, gemessen über 23.000. In Vollaststunden sind das rund 332 zu viel, geteilt durch die Grenze ergibt das den Faktor 2,3. [Pause] Die Abweichung ist also 2,3-mal so groß wie erlaubt.</a:t>
            </a:r>
          </a:p>
          <a:p>
            <a:r>
              <a:rPr b="0"/>
              <a:t>Der September liegt mit minus 0,68 innerhalb der Grenze, also kein Hinweis.</a:t>
            </a:r>
          </a:p>
          <a:p>
            <a:r>
              <a:rPr b="0"/>
              <a:t/>
            </a:r>
          </a:p>
          <a:p>
            <a:r>
              <a:rPr b="1"/>
              <a:t>SO LIEST DU DIE FOLIE</a:t>
            </a:r>
          </a:p>
          <a:p>
            <a:r>
              <a:rPr b="0"/>
              <a:t>• Das Band ist Prognose ± 7.073,4 kWh (144,35 VLS-h × 49 kW). Nur Punkte außerhalb werden rot.</a:t>
            </a:r>
          </a:p>
          <a:p>
            <a:r>
              <a:rPr b="0"/>
              <a:t>• Faktor +2,30 heißt: Der positive Fehler ist 2,30-mal so groß wie die Schwelle. Das ist keine Wahrscheinlichkeit. Die VLS-Werte stimmen mit dem Bericht überein (480,9 − 149,1 = 331,8).</a:t>
            </a:r>
          </a:p>
          <a:p>
            <a:r>
              <a:rPr b="0"/>
              <a:t/>
            </a:r>
          </a:p>
          <a:p>
            <a:r>
              <a:rPr b="1"/>
              <a:t>FALLS GEFRAGT WIRD</a:t>
            </a:r>
          </a:p>
          <a:p>
            <a:r>
              <a:rPr b="1"/>
              <a:t>• Warum springt die Prognose im September? </a:t>
            </a:r>
            <a:r>
              <a:rPr b="0"/>
              <a:t>Der Augustwert steckt im Vormonats- und im Drei-Monats-Merkmal. Ausgeblendet werden bisher nur physikalisch unmögliche Werte. Bestätigte Anomalien sollten im Betrieb markiert werden, bevor sie in die Historie eingehen.</a:t>
            </a:r>
          </a:p>
          <a:p>
            <a:r>
              <a:rPr b="1"/>
              <a:t>• Welche eine Verbesserung hätte den größten Effekt? </a:t>
            </a:r>
            <a:r>
              <a:rPr b="0"/>
              <a:t>Bestätigte Anomalien aus der Historie herausnehmen, bevor sie in die Lags eingehen. ZL-00147 zeigt es: Der August-Ausreißer hebt die September-Prognose. Dafür braucht es die Bewertungen aus dem Dashboard.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Fallakte → Bewertung → Status</a:t>
            </a:r>
          </a:p>
          <a:p>
            <a:r>
              <a:rPr b="0"/>
              <a:t>• Label: gültig + nicht erklärt</a:t>
            </a:r>
          </a:p>
          <a:p>
            <a:r>
              <a:rPr b="0"/>
              <a:t>• Precision, Recall-Stichprobe, Klassifikation</a:t>
            </a:r>
          </a:p>
          <a:p>
            <a:r>
              <a:rPr b="0"/>
              <a:t>• Fazit + Übergabe Patrick</a:t>
            </a:r>
          </a:p>
          <a:p>
            <a:r>
              <a:rPr b="0"/>
              <a:t/>
            </a:r>
          </a:p>
          <a:p>
            <a:r>
              <a:rPr b="1"/>
              <a:t>SPRECHTEXT</a:t>
            </a:r>
          </a:p>
          <a:p>
            <a:r>
              <a:rPr b="0"/>
              <a:t>So sieht der Fall in meinem Dashboard aus. Die Fallakte begründet in einem Satz, warum er markiert wurde. Dann dokumentiert die Fachabteilung ihre Bewertung; in der Demo habe ich beispielhaft eingetragen: Messwert gültig, Abweichung nicht erklärt.</a:t>
            </a:r>
          </a:p>
          <a:p>
            <a:r>
              <a:rPr b="0"/>
              <a:t>So entsteht, was uns heute fehlt: ein bestätigtes Beispiel. Daraus messen wir zuerst die Precision; für den Recall prüfen wir zusätzlich eine Stichprobe unauffälliger Monate. Mit genug Beispielen kann später ein Klassifikationsmodell die Prüfliste sortieren.</a:t>
            </a:r>
          </a:p>
          <a:p>
            <a:r>
              <a:rPr b="0"/>
              <a:t>ZL-00147 ist damit einer von 114 Hinweisen in einer sortierten Liste. [Pause] Mein Fazit: Bei Zeitreihen ist die Validierung wichtiger als das komplexeste Modell. Wie Beschaffung und Netzmanagement damit arbeiten, zeigt jetzt Patrick.</a:t>
            </a:r>
          </a:p>
          <a:p>
            <a:r>
              <a:rPr b="0"/>
              <a:t/>
            </a:r>
          </a:p>
          <a:p>
            <a:r>
              <a:rPr b="1"/>
              <a:t>SO LIEST DU DIE FOLIE</a:t>
            </a:r>
          </a:p>
          <a:p>
            <a:r>
              <a:rPr b="0"/>
              <a:t>• Screenshots aus dem Energie-Cockpit, Fall ZL-00147 · 08/2025. Die Bewertung ist eine Beispieleingabe und wird nur lokal im Browser gespeichert; kein Ticket, kein Backend.</a:t>
            </a:r>
          </a:p>
          <a:p>
            <a:r>
              <a:rPr b="0"/>
              <a:t>• Unterschied zu Patricks Verbrauchs-Cockpit: Dort entsteht nach der Prüfung ein Ticket. Hier wird der Fall fachlich bewertet und damit gelabelt.</a:t>
            </a:r>
          </a:p>
          <a:p>
            <a:r>
              <a:rPr b="0"/>
              <a:t/>
            </a:r>
          </a:p>
          <a:p>
            <a:r>
              <a:rPr b="1"/>
              <a:t>FALLS GEFRAGT WIRD</a:t>
            </a:r>
          </a:p>
          <a:p>
            <a:r>
              <a:rPr b="1"/>
              <a:t>• Wie viele Labels bräuchte ein Klassifikationsmodell? </a:t>
            </a:r>
            <a:r>
              <a:rPr b="0"/>
              <a:t>Vorab nicht seriös bezifferbar. Bei rund 9,5 Hinweisen pro Monat kommen im Jahr etwa 110 bewertete Fälle zusammen. Das reicht für eine erste Precision. Für Recall und ein robustes Modell braucht es zusätzlich eine Zufallsstichprobe unauffälliger Fälle und mehrere Perioden.</a:t>
            </a:r>
          </a:p>
          <a:p>
            <a:r>
              <a:rPr b="1"/>
              <a:t>• Ersetzt die Klassifikation dann die Regression? </a:t>
            </a:r>
            <a:r>
              <a:rPr b="0"/>
              <a:t>Nein. Die Regression liefert weiter den Erwartungswert für die Beschaffung. Die Klassifikation würde nur die Prüfliste besser priorisieren; eine Prozentangabe wäre erst nach eigener Validierung und Kalibrierung belastbar.</a:t>
            </a:r>
          </a:p>
          <a:p>
            <a:r>
              <a:rPr b="1"/>
              <a:t>• Was ist Precision, was ist Recall? </a:t>
            </a:r>
            <a:r>
              <a:rPr b="0"/>
              <a:t>Precision: Anteil der Prüfhinweise, die sich fachlich bestätigen. Recall: Anteil aller echten Anomalien, die wir mit einem Hinweis gefunden haben.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Nur bei Rückfragen: zeigt den exakten Wortlaut des Berichts zu jedem Feld.</a:t>
            </a:r>
          </a:p>
          <a:p>
            <a:r>
              <a:rPr b="0"/>
              <a:t/>
            </a:r>
          </a:p>
          <a:p>
            <a:r>
              <a:rPr b="1"/>
              <a:t>SO LIEST DU DIE FOLIE</a:t>
            </a:r>
          </a:p>
          <a:p>
            <a:r>
              <a:rPr b="0"/>
              <a:t>• Links der Wortlaut aus Bericht Tab. A1, rechts die vier Kohärenzbeziehungen, die die Learning Journey abfragt.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Nur bei Rückfragen zum Tuning zeigen.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Top-3-Treiber: Verbrauchshistorie, Produktionsplan, Wartung. Nur bei Rückfragen zeigen.</a:t>
            </a:r>
          </a:p>
          <a:p>
            <a:r>
              <a:rPr b="0"/>
              <a:t/>
            </a:r>
          </a:p>
          <a:p>
            <a:r>
              <a:rPr b="1"/>
              <a:t>FALLS GEFRAGT WIRD</a:t>
            </a:r>
          </a:p>
          <a:p>
            <a:r>
              <a:rPr b="1"/>
              <a:t>• Wie stark trägt das Wetter bei? </a:t>
            </a:r>
            <a:r>
              <a:rPr b="0"/>
              <a:t>Beim Mischen steigt der RMSE um 154 kWh, bei der Historie um 7.256 kWh. Der saisonale Produktionsplan überlagert scheinbare Wettereffekte.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Nur bei Rückfragen zu fehlenden Werten und Leakage.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Gute Folie für kritische Rückfragen zu Grenzen, Ethik und Verantwortung.</a:t>
            </a:r>
          </a:p>
          <a:p>
            <a:r>
              <a:rPr b="0"/>
              <a:t/>
            </a:r>
          </a:p>
          <a:p>
            <a:r>
              <a:rPr b="1"/>
              <a:t>FALLS GEFRAGT WIRD</a:t>
            </a:r>
          </a:p>
          <a:p>
            <a:r>
              <a:rPr b="1"/>
              <a:t>• Werden bestimmte Gruppen benachteiligt? Wie steht es um den Datenschutz? </a:t>
            </a:r>
            <a:r>
              <a:rPr b="0"/>
              <a:t>Die Daten betreffen Zähler von Gewerbe-, Industrie- und kommunalen Kunden. VLS gleicht die Anschlussgröße aus. Die Hinweisquote je Kundentyp ist noch nicht ausgewertet und gehört ins Pilot-Monitoring. Bewertungen liegen im Prototyp nur lokal im Browser.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Für Rückfragen zu Kosten und ROI: bewusst keine Euro-Annahmen.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8.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 Id="rId13" Type="http://schemas.openxmlformats.org/officeDocument/2006/relationships/image" Target="../media/image30.png"/><Relationship Id="rId14" Type="http://schemas.openxmlformats.org/officeDocument/2006/relationships/image" Target="../media/image13.png"/><Relationship Id="rId15" Type="http://schemas.openxmlformats.org/officeDocument/2006/relationships/image" Target="../media/image5.png"/><Relationship Id="rId1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13.png"/><Relationship Id="rId13" Type="http://schemas.openxmlformats.org/officeDocument/2006/relationships/image" Target="../media/image6.png"/><Relationship Id="rId14" Type="http://schemas.openxmlformats.org/officeDocument/2006/relationships/image" Target="../media/image9.png"/><Relationship Id="rId1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chart" Target="../charts/chart1.xml"/><Relationship Id="rId13" Type="http://schemas.openxmlformats.org/officeDocument/2006/relationships/chart" Target="../charts/chart2.xml"/><Relationship Id="rId14" Type="http://schemas.openxmlformats.org/officeDocument/2006/relationships/image" Target="../media/image13.png"/><Relationship Id="rId1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40.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chart" Target="../charts/chart3.xml"/><Relationship Id="rId11" Type="http://schemas.openxmlformats.org/officeDocument/2006/relationships/chart" Target="../charts/chart4.xml"/><Relationship Id="rId12" Type="http://schemas.openxmlformats.org/officeDocument/2006/relationships/image" Target="../media/image27.png"/><Relationship Id="rId13" Type="http://schemas.openxmlformats.org/officeDocument/2006/relationships/image" Target="../media/image6.png"/><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4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9.png"/><Relationship Id="rId10" Type="http://schemas.openxmlformats.org/officeDocument/2006/relationships/image" Target="../media/image43.png"/><Relationship Id="rId11" Type="http://schemas.openxmlformats.org/officeDocument/2006/relationships/chart" Target="../charts/chart5.xml"/><Relationship Id="rId12" Type="http://schemas.openxmlformats.org/officeDocument/2006/relationships/image" Target="../media/image44.png"/><Relationship Id="rId13" Type="http://schemas.openxmlformats.org/officeDocument/2006/relationships/image" Target="../media/image13.png"/><Relationship Id="rId14" Type="http://schemas.openxmlformats.org/officeDocument/2006/relationships/image" Target="../media/image5.png"/><Relationship Id="rId1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53.png"/><Relationship Id="rId12" Type="http://schemas.openxmlformats.org/officeDocument/2006/relationships/image" Target="../media/image54.png"/><Relationship Id="rId13" Type="http://schemas.openxmlformats.org/officeDocument/2006/relationships/image" Target="../media/image13.png"/><Relationship Id="rId14" Type="http://schemas.openxmlformats.org/officeDocument/2006/relationships/image" Target="../media/image55.png"/><Relationship Id="rId15" Type="http://schemas.openxmlformats.org/officeDocument/2006/relationships/image" Target="../media/image56.png"/><Relationship Id="rId16" Type="http://schemas.openxmlformats.org/officeDocument/2006/relationships/image" Target="../media/image5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8.png"/><Relationship Id="rId4" Type="http://schemas.openxmlformats.org/officeDocument/2006/relationships/image" Target="../media/image4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28.png"/><Relationship Id="rId9" Type="http://schemas.openxmlformats.org/officeDocument/2006/relationships/image" Target="../media/image16.png"/><Relationship Id="rId10" Type="http://schemas.openxmlformats.org/officeDocument/2006/relationships/chart" Target="../charts/chart6.xml"/><Relationship Id="rId11" Type="http://schemas.openxmlformats.org/officeDocument/2006/relationships/image" Target="../media/image59.png"/><Relationship Id="rId12" Type="http://schemas.openxmlformats.org/officeDocument/2006/relationships/image" Target="../media/image13.png"/><Relationship Id="rId13" Type="http://schemas.openxmlformats.org/officeDocument/2006/relationships/image" Target="../media/image3.png"/><Relationship Id="rId1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0.png"/><Relationship Id="rId4" Type="http://schemas.openxmlformats.org/officeDocument/2006/relationships/image" Target="../media/image4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16.png"/><Relationship Id="rId10" Type="http://schemas.openxmlformats.org/officeDocument/2006/relationships/image" Target="../media/image61.png"/><Relationship Id="rId11" Type="http://schemas.openxmlformats.org/officeDocument/2006/relationships/chart" Target="../charts/chart7.xml"/><Relationship Id="rId12" Type="http://schemas.openxmlformats.org/officeDocument/2006/relationships/image" Target="../media/image62.png"/><Relationship Id="rId13" Type="http://schemas.openxmlformats.org/officeDocument/2006/relationships/image" Target="../media/image13.png"/><Relationship Id="rId1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3.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64.png"/><Relationship Id="rId9" Type="http://schemas.openxmlformats.org/officeDocument/2006/relationships/image" Target="../media/image51.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 Id="rId18" Type="http://schemas.openxmlformats.org/officeDocument/2006/relationships/image" Target="../media/image73.png"/><Relationship Id="rId19" Type="http://schemas.openxmlformats.org/officeDocument/2006/relationships/image" Target="../media/image74.png"/><Relationship Id="rId20" Type="http://schemas.openxmlformats.org/officeDocument/2006/relationships/image" Target="../media/image75.png"/><Relationship Id="rId21" Type="http://schemas.openxmlformats.org/officeDocument/2006/relationships/image" Target="../media/image13.png"/><Relationship Id="rId22" Type="http://schemas.openxmlformats.org/officeDocument/2006/relationships/image" Target="../media/image56.png"/><Relationship Id="rId23" Type="http://schemas.openxmlformats.org/officeDocument/2006/relationships/image" Target="../media/image76.png"/><Relationship Id="rId24"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52.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55.png"/><Relationship Id="rId10" Type="http://schemas.openxmlformats.org/officeDocument/2006/relationships/image" Target="../media/image56.png"/><Relationship Id="rId11" Type="http://schemas.openxmlformats.org/officeDocument/2006/relationships/image" Target="../media/image76.png"/><Relationship Id="rId12" Type="http://schemas.openxmlformats.org/officeDocument/2006/relationships/image" Target="../media/image82.png"/><Relationship Id="rId13" Type="http://schemas.openxmlformats.org/officeDocument/2006/relationships/image" Target="../media/image57.png"/><Relationship Id="rId14" Type="http://schemas.openxmlformats.org/officeDocument/2006/relationships/image" Target="../media/image83.png"/><Relationship Id="rId1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chart" Target="../charts/chart8.xml"/><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chart" Target="../charts/chart9.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13.png"/><Relationship Id="rId9"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1.png"/><Relationship Id="rId4" Type="http://schemas.openxmlformats.org/officeDocument/2006/relationships/image" Target="../media/image7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54.png"/><Relationship Id="rId8"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8.png"/><Relationship Id="rId4" Type="http://schemas.openxmlformats.org/officeDocument/2006/relationships/chart" Target="../charts/chart10.xml"/><Relationship Id="rId5" Type="http://schemas.openxmlformats.org/officeDocument/2006/relationships/image" Target="../media/image14.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13.png"/><Relationship Id="rId9" Type="http://schemas.openxmlformats.org/officeDocument/2006/relationships/image" Target="../media/image10.png"/><Relationship Id="rId10"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puzzle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Passt vom Nutzen bis zur Wartung alles zusammen?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ML Canvas: vom Nutzen zum Modell und zurück</a:t>
            </a:r>
          </a:p>
        </p:txBody>
      </p:sp>
      <p:sp>
        <p:nvSpPr>
          <p:cNvPr id="7" name="TextBox 6"/>
          <p:cNvSpPr txBox="1"/>
          <p:nvPr/>
        </p:nvSpPr>
        <p:spPr>
          <a:xfrm>
            <a:off x="6115050" y="428625"/>
            <a:ext cx="2857500" cy="171450"/>
          </a:xfrm>
          <a:prstGeom prst="rect">
            <a:avLst/>
          </a:prstGeom>
          <a:noFill/>
        </p:spPr>
        <p:txBody>
          <a:bodyPr wrap="none" lIns="0" rIns="0" tIns="0" bIns="0" anchor="t">
            <a:noAutofit/>
          </a:bodyPr>
          <a:lstStyle/>
          <a:p>
            <a:pPr algn="r">
              <a:lnSpc>
                <a:spcPts val="1350"/>
              </a:lnSpc>
            </a:pPr>
            <a:r>
              <a:rPr sz="1050" b="0" i="0" lang="de-DE">
                <a:solidFill>
                  <a:srgbClr val="657383"/>
                </a:solidFill>
                <a:latin typeface="IBM Plex Sans"/>
              </a:rPr>
              <a:t>10 von 10 Feldern</a:t>
            </a:r>
          </a:p>
        </p:txBody>
      </p:sp>
      <p:grpSp>
        <p:nvGrpSpPr>
          <p:cNvPr id="8" name="Canvas-Feld 01"/>
          <p:cNvGrpSpPr/>
          <p:nvPr/>
        </p:nvGrpSpPr>
        <p:grpSpPr>
          <a:xfrm>
            <a:off x="9029700" y="409575"/>
            <a:ext cx="285750" cy="209550"/>
            <a:chOff x="9029700" y="409575"/>
            <a:chExt cx="285750" cy="209550"/>
          </a:xfrm>
        </p:grpSpPr>
        <p:sp>
          <p:nvSpPr>
            <p:cNvPr id="9" name="Oval 8"/>
            <p:cNvSpPr/>
            <p:nvPr/>
          </p:nvSpPr>
          <p:spPr>
            <a:xfrm>
              <a:off x="907494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10" name="TextBox 9"/>
            <p:cNvSpPr txBox="1"/>
            <p:nvPr/>
          </p:nvSpPr>
          <p:spPr>
            <a:xfrm>
              <a:off x="9029700" y="409575"/>
              <a:ext cx="2857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01</a:t>
              </a:r>
            </a:p>
          </p:txBody>
        </p:sp>
      </p:grpSp>
      <p:grpSp>
        <p:nvGrpSpPr>
          <p:cNvPr id="11" name="Canvas-Feld 02"/>
          <p:cNvGrpSpPr/>
          <p:nvPr/>
        </p:nvGrpSpPr>
        <p:grpSpPr>
          <a:xfrm>
            <a:off x="9277350" y="409575"/>
            <a:ext cx="285750" cy="209550"/>
            <a:chOff x="9277350" y="409575"/>
            <a:chExt cx="285750" cy="209550"/>
          </a:xfrm>
        </p:grpSpPr>
        <p:sp>
          <p:nvSpPr>
            <p:cNvPr id="12" name="Oval 11"/>
            <p:cNvSpPr/>
            <p:nvPr/>
          </p:nvSpPr>
          <p:spPr>
            <a:xfrm>
              <a:off x="932259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13" name="TextBox 12"/>
            <p:cNvSpPr txBox="1"/>
            <p:nvPr/>
          </p:nvSpPr>
          <p:spPr>
            <a:xfrm>
              <a:off x="9277350" y="409575"/>
              <a:ext cx="2857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02</a:t>
              </a:r>
            </a:p>
          </p:txBody>
        </p:sp>
      </p:grpSp>
      <p:grpSp>
        <p:nvGrpSpPr>
          <p:cNvPr id="14" name="Canvas-Feld 03"/>
          <p:cNvGrpSpPr/>
          <p:nvPr/>
        </p:nvGrpSpPr>
        <p:grpSpPr>
          <a:xfrm>
            <a:off x="9525000" y="409575"/>
            <a:ext cx="285750" cy="209550"/>
            <a:chOff x="9525000" y="409575"/>
            <a:chExt cx="285750" cy="209550"/>
          </a:xfrm>
        </p:grpSpPr>
        <p:sp>
          <p:nvSpPr>
            <p:cNvPr id="15" name="Oval 14"/>
            <p:cNvSpPr/>
            <p:nvPr/>
          </p:nvSpPr>
          <p:spPr>
            <a:xfrm>
              <a:off x="9563100" y="409575"/>
              <a:ext cx="209550" cy="209550"/>
            </a:xfrm>
            <a:prstGeom prst="ellipse">
              <a:avLst/>
            </a:prstGeom>
            <a:solidFill>
              <a:srgbClr val="00718E"/>
            </a:solidFill>
            <a:ln>
              <a:noFill/>
            </a:ln>
            <a:effectLst/>
          </p:spPr>
          <p:txBody>
            <a:bodyPr rtlCol="0" anchor="ctr"/>
            <a:lstStyle/>
            <a:p>
              <a:pPr algn="ctr"/>
            </a:p>
          </p:txBody>
        </p:sp>
        <p:sp>
          <p:nvSpPr>
            <p:cNvPr id="16" name="TextBox 15"/>
            <p:cNvSpPr txBox="1"/>
            <p:nvPr/>
          </p:nvSpPr>
          <p:spPr>
            <a:xfrm>
              <a:off x="9525000" y="409575"/>
              <a:ext cx="2857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03</a:t>
              </a:r>
            </a:p>
          </p:txBody>
        </p:sp>
      </p:grpSp>
      <p:grpSp>
        <p:nvGrpSpPr>
          <p:cNvPr id="17" name="Canvas-Feld 04"/>
          <p:cNvGrpSpPr/>
          <p:nvPr/>
        </p:nvGrpSpPr>
        <p:grpSpPr>
          <a:xfrm>
            <a:off x="9772650" y="409575"/>
            <a:ext cx="285750" cy="209550"/>
            <a:chOff x="9772650" y="409575"/>
            <a:chExt cx="285750" cy="209550"/>
          </a:xfrm>
        </p:grpSpPr>
        <p:sp>
          <p:nvSpPr>
            <p:cNvPr id="18" name="Oval 17"/>
            <p:cNvSpPr/>
            <p:nvPr/>
          </p:nvSpPr>
          <p:spPr>
            <a:xfrm>
              <a:off x="9810750" y="409575"/>
              <a:ext cx="209550" cy="209550"/>
            </a:xfrm>
            <a:prstGeom prst="ellipse">
              <a:avLst/>
            </a:prstGeom>
            <a:solidFill>
              <a:srgbClr val="00718E"/>
            </a:solidFill>
            <a:ln>
              <a:noFill/>
            </a:ln>
            <a:effectLst/>
          </p:spPr>
          <p:txBody>
            <a:bodyPr rtlCol="0" anchor="ctr"/>
            <a:lstStyle/>
            <a:p>
              <a:pPr algn="ctr"/>
            </a:p>
          </p:txBody>
        </p:sp>
        <p:sp>
          <p:nvSpPr>
            <p:cNvPr id="19" name="TextBox 18"/>
            <p:cNvSpPr txBox="1"/>
            <p:nvPr/>
          </p:nvSpPr>
          <p:spPr>
            <a:xfrm>
              <a:off x="9772650" y="409575"/>
              <a:ext cx="2857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04</a:t>
              </a:r>
            </a:p>
          </p:txBody>
        </p:sp>
      </p:grpSp>
      <p:grpSp>
        <p:nvGrpSpPr>
          <p:cNvPr id="20" name="Canvas-Feld 05"/>
          <p:cNvGrpSpPr/>
          <p:nvPr/>
        </p:nvGrpSpPr>
        <p:grpSpPr>
          <a:xfrm>
            <a:off x="10020300" y="409575"/>
            <a:ext cx="285750" cy="209550"/>
            <a:chOff x="10020300" y="409575"/>
            <a:chExt cx="285750" cy="209550"/>
          </a:xfrm>
        </p:grpSpPr>
        <p:sp>
          <p:nvSpPr>
            <p:cNvPr id="21" name="Oval 20"/>
            <p:cNvSpPr/>
            <p:nvPr/>
          </p:nvSpPr>
          <p:spPr>
            <a:xfrm>
              <a:off x="10058400" y="409575"/>
              <a:ext cx="209550" cy="209550"/>
            </a:xfrm>
            <a:prstGeom prst="ellipse">
              <a:avLst/>
            </a:prstGeom>
            <a:solidFill>
              <a:srgbClr val="00718E"/>
            </a:solidFill>
            <a:ln>
              <a:noFill/>
            </a:ln>
            <a:effectLst/>
          </p:spPr>
          <p:txBody>
            <a:bodyPr rtlCol="0" anchor="ctr"/>
            <a:lstStyle/>
            <a:p>
              <a:pPr algn="ctr"/>
            </a:p>
          </p:txBody>
        </p:sp>
        <p:sp>
          <p:nvSpPr>
            <p:cNvPr id="22" name="TextBox 21"/>
            <p:cNvSpPr txBox="1"/>
            <p:nvPr/>
          </p:nvSpPr>
          <p:spPr>
            <a:xfrm>
              <a:off x="10020300" y="409575"/>
              <a:ext cx="2857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05</a:t>
              </a:r>
            </a:p>
          </p:txBody>
        </p:sp>
      </p:grpSp>
      <p:grpSp>
        <p:nvGrpSpPr>
          <p:cNvPr id="23" name="Canvas-Feld 06"/>
          <p:cNvGrpSpPr/>
          <p:nvPr/>
        </p:nvGrpSpPr>
        <p:grpSpPr>
          <a:xfrm>
            <a:off x="10267950" y="409575"/>
            <a:ext cx="285750" cy="209550"/>
            <a:chOff x="10267950" y="409575"/>
            <a:chExt cx="285750" cy="209550"/>
          </a:xfrm>
        </p:grpSpPr>
        <p:sp>
          <p:nvSpPr>
            <p:cNvPr id="24" name="Oval 23"/>
            <p:cNvSpPr/>
            <p:nvPr/>
          </p:nvSpPr>
          <p:spPr>
            <a:xfrm>
              <a:off x="10306050" y="409575"/>
              <a:ext cx="209550" cy="209550"/>
            </a:xfrm>
            <a:prstGeom prst="ellipse">
              <a:avLst/>
            </a:prstGeom>
            <a:solidFill>
              <a:srgbClr val="00718E"/>
            </a:solidFill>
            <a:ln>
              <a:noFill/>
            </a:ln>
            <a:effectLst/>
          </p:spPr>
          <p:txBody>
            <a:bodyPr rtlCol="0" anchor="ctr"/>
            <a:lstStyle/>
            <a:p>
              <a:pPr algn="ctr"/>
            </a:p>
          </p:txBody>
        </p:sp>
        <p:sp>
          <p:nvSpPr>
            <p:cNvPr id="25" name="TextBox 24"/>
            <p:cNvSpPr txBox="1"/>
            <p:nvPr/>
          </p:nvSpPr>
          <p:spPr>
            <a:xfrm>
              <a:off x="10267950" y="409575"/>
              <a:ext cx="2857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06</a:t>
              </a:r>
            </a:p>
          </p:txBody>
        </p:sp>
      </p:grpSp>
      <p:grpSp>
        <p:nvGrpSpPr>
          <p:cNvPr id="26" name="Canvas-Feld 07"/>
          <p:cNvGrpSpPr/>
          <p:nvPr/>
        </p:nvGrpSpPr>
        <p:grpSpPr>
          <a:xfrm>
            <a:off x="10515600" y="409575"/>
            <a:ext cx="285750" cy="209550"/>
            <a:chOff x="10515600" y="409575"/>
            <a:chExt cx="285750" cy="209550"/>
          </a:xfrm>
        </p:grpSpPr>
        <p:sp>
          <p:nvSpPr>
            <p:cNvPr id="27" name="Oval 26"/>
            <p:cNvSpPr/>
            <p:nvPr/>
          </p:nvSpPr>
          <p:spPr>
            <a:xfrm>
              <a:off x="10553700" y="409575"/>
              <a:ext cx="209550" cy="209550"/>
            </a:xfrm>
            <a:prstGeom prst="ellipse">
              <a:avLst/>
            </a:prstGeom>
            <a:solidFill>
              <a:srgbClr val="00718E"/>
            </a:solidFill>
            <a:ln>
              <a:noFill/>
            </a:ln>
            <a:effectLst/>
          </p:spPr>
          <p:txBody>
            <a:bodyPr rtlCol="0" anchor="ctr"/>
            <a:lstStyle/>
            <a:p>
              <a:pPr algn="ctr"/>
            </a:p>
          </p:txBody>
        </p:sp>
        <p:sp>
          <p:nvSpPr>
            <p:cNvPr id="28" name="TextBox 27"/>
            <p:cNvSpPr txBox="1"/>
            <p:nvPr/>
          </p:nvSpPr>
          <p:spPr>
            <a:xfrm>
              <a:off x="10515600" y="409575"/>
              <a:ext cx="2857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07</a:t>
              </a:r>
            </a:p>
          </p:txBody>
        </p:sp>
      </p:grpSp>
      <p:grpSp>
        <p:nvGrpSpPr>
          <p:cNvPr id="29" name="Canvas-Feld 08"/>
          <p:cNvGrpSpPr/>
          <p:nvPr/>
        </p:nvGrpSpPr>
        <p:grpSpPr>
          <a:xfrm>
            <a:off x="10763250" y="409575"/>
            <a:ext cx="285750" cy="209550"/>
            <a:chOff x="10763250" y="409575"/>
            <a:chExt cx="285750" cy="209550"/>
          </a:xfrm>
        </p:grpSpPr>
        <p:sp>
          <p:nvSpPr>
            <p:cNvPr id="30" name="Oval 29"/>
            <p:cNvSpPr/>
            <p:nvPr/>
          </p:nvSpPr>
          <p:spPr>
            <a:xfrm>
              <a:off x="1080849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31" name="TextBox 30"/>
            <p:cNvSpPr txBox="1"/>
            <p:nvPr/>
          </p:nvSpPr>
          <p:spPr>
            <a:xfrm>
              <a:off x="10763250" y="409575"/>
              <a:ext cx="2857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08</a:t>
              </a:r>
            </a:p>
          </p:txBody>
        </p:sp>
      </p:grpSp>
      <p:grpSp>
        <p:nvGrpSpPr>
          <p:cNvPr id="32" name="Canvas-Feld 09"/>
          <p:cNvGrpSpPr/>
          <p:nvPr/>
        </p:nvGrpSpPr>
        <p:grpSpPr>
          <a:xfrm>
            <a:off x="11010900" y="409575"/>
            <a:ext cx="285750" cy="209550"/>
            <a:chOff x="11010900" y="409575"/>
            <a:chExt cx="285750" cy="209550"/>
          </a:xfrm>
        </p:grpSpPr>
        <p:sp>
          <p:nvSpPr>
            <p:cNvPr id="33" name="Oval 32"/>
            <p:cNvSpPr/>
            <p:nvPr/>
          </p:nvSpPr>
          <p:spPr>
            <a:xfrm>
              <a:off x="11049000" y="409575"/>
              <a:ext cx="209550" cy="209550"/>
            </a:xfrm>
            <a:prstGeom prst="ellipse">
              <a:avLst/>
            </a:prstGeom>
            <a:solidFill>
              <a:srgbClr val="00718E"/>
            </a:solidFill>
            <a:ln>
              <a:noFill/>
            </a:ln>
            <a:effectLst/>
          </p:spPr>
          <p:txBody>
            <a:bodyPr rtlCol="0" anchor="ctr"/>
            <a:lstStyle/>
            <a:p>
              <a:pPr algn="ctr"/>
            </a:p>
          </p:txBody>
        </p:sp>
        <p:sp>
          <p:nvSpPr>
            <p:cNvPr id="34" name="TextBox 33"/>
            <p:cNvSpPr txBox="1"/>
            <p:nvPr/>
          </p:nvSpPr>
          <p:spPr>
            <a:xfrm>
              <a:off x="11010900" y="409575"/>
              <a:ext cx="2857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09</a:t>
              </a:r>
            </a:p>
          </p:txBody>
        </p:sp>
      </p:grpSp>
      <p:grpSp>
        <p:nvGrpSpPr>
          <p:cNvPr id="35" name="Canvas-Feld 10"/>
          <p:cNvGrpSpPr/>
          <p:nvPr/>
        </p:nvGrpSpPr>
        <p:grpSpPr>
          <a:xfrm>
            <a:off x="11258550" y="409575"/>
            <a:ext cx="285750" cy="209550"/>
            <a:chOff x="11258550" y="409575"/>
            <a:chExt cx="285750" cy="209550"/>
          </a:xfrm>
        </p:grpSpPr>
        <p:sp>
          <p:nvSpPr>
            <p:cNvPr id="36" name="Oval 35"/>
            <p:cNvSpPr/>
            <p:nvPr/>
          </p:nvSpPr>
          <p:spPr>
            <a:xfrm>
              <a:off x="1130379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37" name="TextBox 36"/>
            <p:cNvSpPr txBox="1"/>
            <p:nvPr/>
          </p:nvSpPr>
          <p:spPr>
            <a:xfrm>
              <a:off x="11258550" y="409575"/>
              <a:ext cx="2857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10</a:t>
              </a:r>
            </a:p>
          </p:txBody>
        </p:sp>
      </p:grpSp>
      <p:sp>
        <p:nvSpPr>
          <p:cNvPr id="38" name="Freeform 37"/>
          <p:cNvSpPr/>
          <p:nvPr/>
        </p:nvSpPr>
        <p:spPr>
          <a:xfrm>
            <a:off x="1933575" y="2838450"/>
            <a:ext cx="8315325" cy="152400"/>
          </a:xfrm>
          <a:custGeom>
            <a:avLst/>
            <a:gdLst/>
            <a:ahLst/>
            <a:cxnLst/>
            <a:rect l="l" t="t" r="r" b="b"/>
            <a:pathLst>
              <a:path w="8315325" h="152400">
                <a:moveTo>
                  <a:pt x="8315325" y="0"/>
                </a:moveTo>
                <a:lnTo>
                  <a:pt x="8315325" y="76200"/>
                </a:lnTo>
                <a:lnTo>
                  <a:pt x="0" y="76200"/>
                </a:lnTo>
                <a:lnTo>
                  <a:pt x="0" y="152400"/>
                </a:lnTo>
              </a:path>
            </a:pathLst>
          </a:custGeom>
          <a:noFill/>
          <a:ln w="23812">
            <a:solidFill>
              <a:srgbClr val="6CC0D2"/>
            </a:solidFill>
          </a:ln>
          <a:effectLst/>
        </p:spPr>
        <p:txBody>
          <a:bodyPr rtlCol="0" anchor="ctr"/>
          <a:lstStyle/>
          <a:p>
            <a:pPr algn="ctr"/>
          </a:p>
        </p:txBody>
      </p:sp>
      <p:sp>
        <p:nvSpPr>
          <p:cNvPr id="39" name="Freeform 38"/>
          <p:cNvSpPr/>
          <p:nvPr/>
        </p:nvSpPr>
        <p:spPr>
          <a:xfrm>
            <a:off x="3219450" y="4419600"/>
            <a:ext cx="7029450" cy="152400"/>
          </a:xfrm>
          <a:custGeom>
            <a:avLst/>
            <a:gdLst/>
            <a:ahLst/>
            <a:cxnLst/>
            <a:rect l="l" t="t" r="r" b="b"/>
            <a:pathLst>
              <a:path w="7029450" h="152400">
                <a:moveTo>
                  <a:pt x="7029450" y="0"/>
                </a:moveTo>
                <a:lnTo>
                  <a:pt x="7029450" y="76200"/>
                </a:lnTo>
                <a:lnTo>
                  <a:pt x="0" y="76200"/>
                </a:lnTo>
                <a:lnTo>
                  <a:pt x="0" y="152400"/>
                </a:lnTo>
              </a:path>
            </a:pathLst>
          </a:custGeom>
          <a:noFill/>
          <a:ln w="23812">
            <a:solidFill>
              <a:srgbClr val="6CC0D2"/>
            </a:solidFill>
          </a:ln>
          <a:effectLst/>
        </p:spPr>
        <p:txBody>
          <a:bodyPr rtlCol="0" anchor="ctr"/>
          <a:lstStyle/>
          <a:p>
            <a:pPr algn="ctr"/>
          </a:p>
        </p:txBody>
      </p:sp>
      <p:sp>
        <p:nvSpPr>
          <p:cNvPr id="40" name="Canvas 01"/>
          <p:cNvSpPr/>
          <p:nvPr/>
        </p:nvSpPr>
        <p:spPr>
          <a:xfrm>
            <a:off x="685800" y="1409700"/>
            <a:ext cx="2505075" cy="1428750"/>
          </a:xfrm>
          <a:prstGeom prst="roundRect">
            <a:avLst>
              <a:gd name="adj" fmla="val 6666"/>
            </a:avLst>
          </a:prstGeom>
          <a:solidFill>
            <a:srgbClr val="F1F4F7"/>
          </a:solidFill>
          <a:ln w="9525">
            <a:solidFill>
              <a:srgbClr val="E4E9EF"/>
            </a:solidFill>
          </a:ln>
          <a:effectLst/>
        </p:spPr>
        <p:txBody>
          <a:bodyPr rtlCol="0" anchor="ctr"/>
          <a:lstStyle/>
          <a:p>
            <a:pPr algn="ctr"/>
          </a:p>
        </p:txBody>
      </p:sp>
      <p:grpSp>
        <p:nvGrpSpPr>
          <p:cNvPr id="41" name="Scheibe gem"/>
          <p:cNvGrpSpPr/>
          <p:nvPr/>
        </p:nvGrpSpPr>
        <p:grpSpPr>
          <a:xfrm>
            <a:off x="854869" y="1559719"/>
            <a:ext cx="328612" cy="328612"/>
            <a:chOff x="854869" y="1559719"/>
            <a:chExt cx="328612" cy="328612"/>
          </a:xfrm>
        </p:grpSpPr>
        <p:sp>
          <p:nvSpPr>
            <p:cNvPr id="42" name="Oval 41"/>
            <p:cNvSpPr/>
            <p:nvPr/>
          </p:nvSpPr>
          <p:spPr>
            <a:xfrm>
              <a:off x="854869" y="155971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43" name="Picture 42" descr="gem__084878.png"/>
            <p:cNvPicPr>
              <a:picLocks noChangeAspect="1"/>
            </p:cNvPicPr>
            <p:nvPr/>
          </p:nvPicPr>
          <p:blipFill>
            <a:blip r:embed="rId4"/>
            <a:stretch>
              <a:fillRect/>
            </a:stretch>
          </p:blipFill>
          <p:spPr>
            <a:xfrm>
              <a:off x="930021" y="1634871"/>
              <a:ext cx="178308" cy="178308"/>
            </a:xfrm>
            <a:prstGeom prst="rect">
              <a:avLst/>
            </a:prstGeom>
          </p:spPr>
        </p:pic>
      </p:grpSp>
      <p:sp>
        <p:nvSpPr>
          <p:cNvPr id="44" name="TextBox 43"/>
          <p:cNvSpPr txBox="1"/>
          <p:nvPr/>
        </p:nvSpPr>
        <p:spPr>
          <a:xfrm>
            <a:off x="1266825" y="1638300"/>
            <a:ext cx="2286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01</a:t>
            </a:r>
          </a:p>
        </p:txBody>
      </p:sp>
      <p:sp>
        <p:nvSpPr>
          <p:cNvPr id="45" name="TextBox 44"/>
          <p:cNvSpPr txBox="1"/>
          <p:nvPr/>
        </p:nvSpPr>
        <p:spPr>
          <a:xfrm>
            <a:off x="1503045" y="1638300"/>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Mehrwert</a:t>
            </a:r>
          </a:p>
        </p:txBody>
      </p:sp>
      <p:sp>
        <p:nvSpPr>
          <p:cNvPr id="46" name="TextBox 45"/>
          <p:cNvSpPr txBox="1"/>
          <p:nvPr/>
        </p:nvSpPr>
        <p:spPr>
          <a:xfrm>
            <a:off x="2171700" y="1643062"/>
            <a:ext cx="857250"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Iana</a:t>
            </a:r>
          </a:p>
        </p:txBody>
      </p:sp>
      <p:sp>
        <p:nvSpPr>
          <p:cNvPr id="47" name="TextBox 46"/>
          <p:cNvSpPr txBox="1"/>
          <p:nvPr/>
        </p:nvSpPr>
        <p:spPr>
          <a:xfrm>
            <a:off x="847725" y="1990725"/>
            <a:ext cx="2181225"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Planen &amp; früher prüfen</a:t>
            </a:r>
          </a:p>
        </p:txBody>
      </p:sp>
      <p:sp>
        <p:nvSpPr>
          <p:cNvPr id="48" name="TextBox 47"/>
          <p:cNvSpPr txBox="1"/>
          <p:nvPr/>
        </p:nvSpPr>
        <p:spPr>
          <a:xfrm>
            <a:off x="847725" y="2247900"/>
            <a:ext cx="218122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Spotmarkt-Ausgleich senken, Auffälliges monatlich prüfen.</a:t>
            </a:r>
          </a:p>
        </p:txBody>
      </p:sp>
      <p:sp>
        <p:nvSpPr>
          <p:cNvPr id="49" name="Canvas 07"/>
          <p:cNvSpPr/>
          <p:nvPr/>
        </p:nvSpPr>
        <p:spPr>
          <a:xfrm>
            <a:off x="3457575" y="140970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50" name="Scheibe split"/>
          <p:cNvGrpSpPr/>
          <p:nvPr/>
        </p:nvGrpSpPr>
        <p:grpSpPr>
          <a:xfrm>
            <a:off x="3629025" y="1562100"/>
            <a:ext cx="342900" cy="342900"/>
            <a:chOff x="3629025" y="1562100"/>
            <a:chExt cx="342900" cy="342900"/>
          </a:xfrm>
        </p:grpSpPr>
        <p:sp>
          <p:nvSpPr>
            <p:cNvPr id="51" name="Oval 50"/>
            <p:cNvSpPr/>
            <p:nvPr/>
          </p:nvSpPr>
          <p:spPr>
            <a:xfrm>
              <a:off x="3629025" y="1562100"/>
              <a:ext cx="342900" cy="342900"/>
            </a:xfrm>
            <a:prstGeom prst="ellipse">
              <a:avLst/>
            </a:prstGeom>
            <a:solidFill>
              <a:srgbClr val="00718E"/>
            </a:solidFill>
            <a:ln>
              <a:noFill/>
            </a:ln>
            <a:effectLst/>
          </p:spPr>
          <p:txBody>
            <a:bodyPr rtlCol="0" anchor="ctr"/>
            <a:lstStyle/>
            <a:p>
              <a:pPr algn="ctr"/>
            </a:p>
          </p:txBody>
        </p:sp>
        <p:pic>
          <p:nvPicPr>
            <p:cNvPr id="52" name="Picture 51" descr="split__FFFFFF.png"/>
            <p:cNvPicPr>
              <a:picLocks noChangeAspect="1"/>
            </p:cNvPicPr>
            <p:nvPr/>
          </p:nvPicPr>
          <p:blipFill>
            <a:blip r:embed="rId5"/>
            <a:stretch>
              <a:fillRect/>
            </a:stretch>
          </p:blipFill>
          <p:spPr>
            <a:xfrm>
              <a:off x="3711321" y="1644396"/>
              <a:ext cx="178308" cy="178308"/>
            </a:xfrm>
            <a:prstGeom prst="rect">
              <a:avLst/>
            </a:prstGeom>
          </p:spPr>
        </p:pic>
      </p:grpSp>
      <p:sp>
        <p:nvSpPr>
          <p:cNvPr id="53" name="TextBox 52"/>
          <p:cNvSpPr txBox="1"/>
          <p:nvPr/>
        </p:nvSpPr>
        <p:spPr>
          <a:xfrm>
            <a:off x="4048125" y="1647825"/>
            <a:ext cx="2286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54" name="TextBox 53"/>
          <p:cNvSpPr txBox="1"/>
          <p:nvPr/>
        </p:nvSpPr>
        <p:spPr>
          <a:xfrm>
            <a:off x="4284345" y="1647825"/>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Entscheidung</a:t>
            </a:r>
          </a:p>
        </p:txBody>
      </p:sp>
      <p:sp>
        <p:nvSpPr>
          <p:cNvPr id="55" name="TextBox 54"/>
          <p:cNvSpPr txBox="1"/>
          <p:nvPr/>
        </p:nvSpPr>
        <p:spPr>
          <a:xfrm>
            <a:off x="3629025" y="200025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Beschaffen oder prüfen</a:t>
            </a:r>
          </a:p>
        </p:txBody>
      </p:sp>
      <p:sp>
        <p:nvSpPr>
          <p:cNvPr id="56" name="TextBox 55"/>
          <p:cNvSpPr txBox="1"/>
          <p:nvPr/>
        </p:nvSpPr>
        <p:spPr>
          <a:xfrm>
            <a:off x="3629025" y="225742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Prognose → Beschaffung; |F| ≥ 1 → Netzmanagement.</a:t>
            </a:r>
          </a:p>
        </p:txBody>
      </p:sp>
      <p:sp>
        <p:nvSpPr>
          <p:cNvPr id="57" name="Canvas 09"/>
          <p:cNvSpPr/>
          <p:nvPr/>
        </p:nvSpPr>
        <p:spPr>
          <a:xfrm>
            <a:off x="6229350" y="140970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58" name="Scheibe calendar-clock"/>
          <p:cNvGrpSpPr/>
          <p:nvPr/>
        </p:nvGrpSpPr>
        <p:grpSpPr>
          <a:xfrm>
            <a:off x="6400800" y="1562100"/>
            <a:ext cx="342900" cy="342900"/>
            <a:chOff x="6400800" y="1562100"/>
            <a:chExt cx="342900" cy="342900"/>
          </a:xfrm>
        </p:grpSpPr>
        <p:sp>
          <p:nvSpPr>
            <p:cNvPr id="59" name="Oval 58"/>
            <p:cNvSpPr/>
            <p:nvPr/>
          </p:nvSpPr>
          <p:spPr>
            <a:xfrm>
              <a:off x="6400800" y="1562100"/>
              <a:ext cx="342900" cy="342900"/>
            </a:xfrm>
            <a:prstGeom prst="ellipse">
              <a:avLst/>
            </a:prstGeom>
            <a:solidFill>
              <a:srgbClr val="00718E"/>
            </a:solidFill>
            <a:ln>
              <a:noFill/>
            </a:ln>
            <a:effectLst/>
          </p:spPr>
          <p:txBody>
            <a:bodyPr rtlCol="0" anchor="ctr"/>
            <a:lstStyle/>
            <a:p>
              <a:pPr algn="ctr"/>
            </a:p>
          </p:txBody>
        </p:sp>
        <p:pic>
          <p:nvPicPr>
            <p:cNvPr id="60" name="Picture 59" descr="calendar-clock__FFFFFF.png"/>
            <p:cNvPicPr>
              <a:picLocks noChangeAspect="1"/>
            </p:cNvPicPr>
            <p:nvPr/>
          </p:nvPicPr>
          <p:blipFill>
            <a:blip r:embed="rId6"/>
            <a:stretch>
              <a:fillRect/>
            </a:stretch>
          </p:blipFill>
          <p:spPr>
            <a:xfrm>
              <a:off x="6483096" y="1644396"/>
              <a:ext cx="178308" cy="178308"/>
            </a:xfrm>
            <a:prstGeom prst="rect">
              <a:avLst/>
            </a:prstGeom>
          </p:spPr>
        </p:pic>
      </p:grpSp>
      <p:sp>
        <p:nvSpPr>
          <p:cNvPr id="61" name="TextBox 60"/>
          <p:cNvSpPr txBox="1"/>
          <p:nvPr/>
        </p:nvSpPr>
        <p:spPr>
          <a:xfrm>
            <a:off x="6819900" y="1647825"/>
            <a:ext cx="2286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09</a:t>
            </a:r>
          </a:p>
        </p:txBody>
      </p:sp>
      <p:sp>
        <p:nvSpPr>
          <p:cNvPr id="62" name="TextBox 61"/>
          <p:cNvSpPr txBox="1"/>
          <p:nvPr/>
        </p:nvSpPr>
        <p:spPr>
          <a:xfrm>
            <a:off x="7056120" y="1647825"/>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Zeitpunkt</a:t>
            </a:r>
          </a:p>
        </p:txBody>
      </p:sp>
      <p:sp>
        <p:nvSpPr>
          <p:cNvPr id="63" name="TextBox 62"/>
          <p:cNvSpPr txBox="1"/>
          <p:nvPr/>
        </p:nvSpPr>
        <p:spPr>
          <a:xfrm>
            <a:off x="6400800" y="200025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Monatlich, zwei Takte</a:t>
            </a:r>
          </a:p>
        </p:txBody>
      </p:sp>
      <p:sp>
        <p:nvSpPr>
          <p:cNvPr id="64" name="TextBox 63"/>
          <p:cNvSpPr txBox="1"/>
          <p:nvPr/>
        </p:nvSpPr>
        <p:spPr>
          <a:xfrm>
            <a:off x="6400800" y="225742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Prognose vor Monatsbeginn, Prüfung nach Monatsende.</a:t>
            </a:r>
          </a:p>
        </p:txBody>
      </p:sp>
      <p:sp>
        <p:nvSpPr>
          <p:cNvPr id="65" name="Canvas 03"/>
          <p:cNvSpPr/>
          <p:nvPr/>
        </p:nvSpPr>
        <p:spPr>
          <a:xfrm>
            <a:off x="9001125" y="140970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66" name="Scheibe chart-spline"/>
          <p:cNvGrpSpPr/>
          <p:nvPr/>
        </p:nvGrpSpPr>
        <p:grpSpPr>
          <a:xfrm>
            <a:off x="9172575" y="1562100"/>
            <a:ext cx="342900" cy="342900"/>
            <a:chOff x="9172575" y="1562100"/>
            <a:chExt cx="342900" cy="342900"/>
          </a:xfrm>
        </p:grpSpPr>
        <p:sp>
          <p:nvSpPr>
            <p:cNvPr id="67" name="Oval 66"/>
            <p:cNvSpPr/>
            <p:nvPr/>
          </p:nvSpPr>
          <p:spPr>
            <a:xfrm>
              <a:off x="9172575" y="1562100"/>
              <a:ext cx="342900" cy="342900"/>
            </a:xfrm>
            <a:prstGeom prst="ellipse">
              <a:avLst/>
            </a:prstGeom>
            <a:solidFill>
              <a:srgbClr val="00718E"/>
            </a:solidFill>
            <a:ln>
              <a:noFill/>
            </a:ln>
            <a:effectLst/>
          </p:spPr>
          <p:txBody>
            <a:bodyPr rtlCol="0" anchor="ctr"/>
            <a:lstStyle/>
            <a:p>
              <a:pPr algn="ctr"/>
            </a:p>
          </p:txBody>
        </p:sp>
        <p:pic>
          <p:nvPicPr>
            <p:cNvPr id="68" name="Picture 67" descr="chart-spline__FFFFFF.png"/>
            <p:cNvPicPr>
              <a:picLocks noChangeAspect="1"/>
            </p:cNvPicPr>
            <p:nvPr/>
          </p:nvPicPr>
          <p:blipFill>
            <a:blip r:embed="rId7"/>
            <a:stretch>
              <a:fillRect/>
            </a:stretch>
          </p:blipFill>
          <p:spPr>
            <a:xfrm>
              <a:off x="9254871" y="1644396"/>
              <a:ext cx="178308" cy="178308"/>
            </a:xfrm>
            <a:prstGeom prst="rect">
              <a:avLst/>
            </a:prstGeom>
          </p:spPr>
        </p:pic>
      </p:grpSp>
      <p:sp>
        <p:nvSpPr>
          <p:cNvPr id="69" name="TextBox 68"/>
          <p:cNvSpPr txBox="1"/>
          <p:nvPr/>
        </p:nvSpPr>
        <p:spPr>
          <a:xfrm>
            <a:off x="9591675" y="1647825"/>
            <a:ext cx="2286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70" name="TextBox 69"/>
          <p:cNvSpPr txBox="1"/>
          <p:nvPr/>
        </p:nvSpPr>
        <p:spPr>
          <a:xfrm>
            <a:off x="9827895" y="1647825"/>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Vorhersage</a:t>
            </a:r>
          </a:p>
        </p:txBody>
      </p:sp>
      <p:sp>
        <p:nvSpPr>
          <p:cNvPr id="71" name="TextBox 70"/>
          <p:cNvSpPr txBox="1"/>
          <p:nvPr/>
        </p:nvSpPr>
        <p:spPr>
          <a:xfrm>
            <a:off x="9172575" y="200025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Regression je Zähler</a:t>
            </a:r>
          </a:p>
        </p:txBody>
      </p:sp>
      <p:sp>
        <p:nvSpPr>
          <p:cNvPr id="72" name="TextBox 71"/>
          <p:cNvSpPr txBox="1"/>
          <p:nvPr/>
        </p:nvSpPr>
        <p:spPr>
          <a:xfrm>
            <a:off x="9172575" y="225742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Folgemonat in VLS, zurück in kWh; Residuum → Hinweis.</a:t>
            </a:r>
          </a:p>
        </p:txBody>
      </p:sp>
      <p:sp>
        <p:nvSpPr>
          <p:cNvPr id="73" name="Canvas 04"/>
          <p:cNvSpPr/>
          <p:nvPr/>
        </p:nvSpPr>
        <p:spPr>
          <a:xfrm>
            <a:off x="685800" y="299085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74" name="Scheibe sliders-horizontal"/>
          <p:cNvGrpSpPr/>
          <p:nvPr/>
        </p:nvGrpSpPr>
        <p:grpSpPr>
          <a:xfrm>
            <a:off x="857250" y="3143250"/>
            <a:ext cx="342900" cy="342900"/>
            <a:chOff x="857250" y="3143250"/>
            <a:chExt cx="342900" cy="342900"/>
          </a:xfrm>
        </p:grpSpPr>
        <p:sp>
          <p:nvSpPr>
            <p:cNvPr id="75" name="Oval 74"/>
            <p:cNvSpPr/>
            <p:nvPr/>
          </p:nvSpPr>
          <p:spPr>
            <a:xfrm>
              <a:off x="857250" y="3143250"/>
              <a:ext cx="342900" cy="342900"/>
            </a:xfrm>
            <a:prstGeom prst="ellipse">
              <a:avLst/>
            </a:prstGeom>
            <a:solidFill>
              <a:srgbClr val="00718E"/>
            </a:solidFill>
            <a:ln>
              <a:noFill/>
            </a:ln>
            <a:effectLst/>
          </p:spPr>
          <p:txBody>
            <a:bodyPr rtlCol="0" anchor="ctr"/>
            <a:lstStyle/>
            <a:p>
              <a:pPr algn="ctr"/>
            </a:p>
          </p:txBody>
        </p:sp>
        <p:pic>
          <p:nvPicPr>
            <p:cNvPr id="76" name="Picture 75" descr="sliders-horizontal__FFFFFF.png"/>
            <p:cNvPicPr>
              <a:picLocks noChangeAspect="1"/>
            </p:cNvPicPr>
            <p:nvPr/>
          </p:nvPicPr>
          <p:blipFill>
            <a:blip r:embed="rId8"/>
            <a:stretch>
              <a:fillRect/>
            </a:stretch>
          </p:blipFill>
          <p:spPr>
            <a:xfrm>
              <a:off x="939546" y="3225546"/>
              <a:ext cx="178308" cy="178308"/>
            </a:xfrm>
            <a:prstGeom prst="rect">
              <a:avLst/>
            </a:prstGeom>
          </p:spPr>
        </p:pic>
      </p:grpSp>
      <p:sp>
        <p:nvSpPr>
          <p:cNvPr id="77" name="TextBox 76"/>
          <p:cNvSpPr txBox="1"/>
          <p:nvPr/>
        </p:nvSpPr>
        <p:spPr>
          <a:xfrm>
            <a:off x="1276350" y="3228975"/>
            <a:ext cx="2286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78" name="TextBox 77"/>
          <p:cNvSpPr txBox="1"/>
          <p:nvPr/>
        </p:nvSpPr>
        <p:spPr>
          <a:xfrm>
            <a:off x="1512570" y="3228975"/>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Merkmale</a:t>
            </a:r>
          </a:p>
        </p:txBody>
      </p:sp>
      <p:sp>
        <p:nvSpPr>
          <p:cNvPr id="79" name="TextBox 78"/>
          <p:cNvSpPr txBox="1"/>
          <p:nvPr/>
        </p:nvSpPr>
        <p:spPr>
          <a:xfrm>
            <a:off x="857250" y="358140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9 Merkmale, alle vorab</a:t>
            </a:r>
          </a:p>
        </p:txBody>
      </p:sp>
      <p:sp>
        <p:nvSpPr>
          <p:cNvPr id="80" name="TextBox 79"/>
          <p:cNvSpPr txBox="1"/>
          <p:nvPr/>
        </p:nvSpPr>
        <p:spPr>
          <a:xfrm>
            <a:off x="857250" y="383857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Bewusst weg: Vorjahr, Temperatur, Anomalie-Spalte.</a:t>
            </a:r>
          </a:p>
        </p:txBody>
      </p:sp>
      <p:sp>
        <p:nvSpPr>
          <p:cNvPr id="81" name="Canvas 02"/>
          <p:cNvSpPr/>
          <p:nvPr/>
        </p:nvSpPr>
        <p:spPr>
          <a:xfrm>
            <a:off x="3457575" y="2990850"/>
            <a:ext cx="2505075" cy="1428750"/>
          </a:xfrm>
          <a:prstGeom prst="roundRect">
            <a:avLst>
              <a:gd name="adj" fmla="val 6666"/>
            </a:avLst>
          </a:prstGeom>
          <a:solidFill>
            <a:srgbClr val="F1F4F7"/>
          </a:solidFill>
          <a:ln w="9525">
            <a:solidFill>
              <a:srgbClr val="E4E9EF"/>
            </a:solidFill>
          </a:ln>
          <a:effectLst/>
        </p:spPr>
        <p:txBody>
          <a:bodyPr rtlCol="0" anchor="ctr"/>
          <a:lstStyle/>
          <a:p>
            <a:pPr algn="ctr"/>
          </a:p>
        </p:txBody>
      </p:sp>
      <p:grpSp>
        <p:nvGrpSpPr>
          <p:cNvPr id="82" name="Scheibe database"/>
          <p:cNvGrpSpPr/>
          <p:nvPr/>
        </p:nvGrpSpPr>
        <p:grpSpPr>
          <a:xfrm>
            <a:off x="3626644" y="3140869"/>
            <a:ext cx="328612" cy="328612"/>
            <a:chOff x="3626644" y="3140869"/>
            <a:chExt cx="328612" cy="328612"/>
          </a:xfrm>
        </p:grpSpPr>
        <p:sp>
          <p:nvSpPr>
            <p:cNvPr id="83" name="Oval 82"/>
            <p:cNvSpPr/>
            <p:nvPr/>
          </p:nvSpPr>
          <p:spPr>
            <a:xfrm>
              <a:off x="3626644" y="314086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84" name="Picture 83" descr="database__084878.png"/>
            <p:cNvPicPr>
              <a:picLocks noChangeAspect="1"/>
            </p:cNvPicPr>
            <p:nvPr/>
          </p:nvPicPr>
          <p:blipFill>
            <a:blip r:embed="rId9"/>
            <a:stretch>
              <a:fillRect/>
            </a:stretch>
          </p:blipFill>
          <p:spPr>
            <a:xfrm>
              <a:off x="3701796" y="3216021"/>
              <a:ext cx="178308" cy="178308"/>
            </a:xfrm>
            <a:prstGeom prst="rect">
              <a:avLst/>
            </a:prstGeom>
          </p:spPr>
        </p:pic>
      </p:grpSp>
      <p:sp>
        <p:nvSpPr>
          <p:cNvPr id="85" name="TextBox 84"/>
          <p:cNvSpPr txBox="1"/>
          <p:nvPr/>
        </p:nvSpPr>
        <p:spPr>
          <a:xfrm>
            <a:off x="4038600" y="3219450"/>
            <a:ext cx="2286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02</a:t>
            </a:r>
          </a:p>
        </p:txBody>
      </p:sp>
      <p:sp>
        <p:nvSpPr>
          <p:cNvPr id="86" name="TextBox 85"/>
          <p:cNvSpPr txBox="1"/>
          <p:nvPr/>
        </p:nvSpPr>
        <p:spPr>
          <a:xfrm>
            <a:off x="4274820" y="3219450"/>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Datenquellen</a:t>
            </a:r>
          </a:p>
        </p:txBody>
      </p:sp>
      <p:sp>
        <p:nvSpPr>
          <p:cNvPr id="87" name="TextBox 86"/>
          <p:cNvSpPr txBox="1"/>
          <p:nvPr/>
        </p:nvSpPr>
        <p:spPr>
          <a:xfrm>
            <a:off x="4943475" y="3224212"/>
            <a:ext cx="857250"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Iana</a:t>
            </a:r>
          </a:p>
        </p:txBody>
      </p:sp>
      <p:sp>
        <p:nvSpPr>
          <p:cNvPr id="88" name="TextBox 87"/>
          <p:cNvSpPr txBox="1"/>
          <p:nvPr/>
        </p:nvSpPr>
        <p:spPr>
          <a:xfrm>
            <a:off x="3619500" y="3571875"/>
            <a:ext cx="2181225"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700 Zähler · 24 Monate</a:t>
            </a:r>
          </a:p>
        </p:txBody>
      </p:sp>
      <p:sp>
        <p:nvSpPr>
          <p:cNvPr id="89" name="TextBox 88"/>
          <p:cNvSpPr txBox="1"/>
          <p:nvPr/>
        </p:nvSpPr>
        <p:spPr>
          <a:xfrm>
            <a:off x="3619500" y="3829050"/>
            <a:ext cx="218122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CSV-Monatswerte: Verbrauch, Vertrag, Wetter, Pläne.</a:t>
            </a:r>
          </a:p>
        </p:txBody>
      </p:sp>
      <p:sp>
        <p:nvSpPr>
          <p:cNvPr id="90" name="Canvas 05"/>
          <p:cNvSpPr/>
          <p:nvPr/>
        </p:nvSpPr>
        <p:spPr>
          <a:xfrm>
            <a:off x="6229350" y="299085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91" name="Scheibe trees"/>
          <p:cNvGrpSpPr/>
          <p:nvPr/>
        </p:nvGrpSpPr>
        <p:grpSpPr>
          <a:xfrm>
            <a:off x="6400800" y="3143250"/>
            <a:ext cx="342900" cy="342900"/>
            <a:chOff x="6400800" y="3143250"/>
            <a:chExt cx="342900" cy="342900"/>
          </a:xfrm>
        </p:grpSpPr>
        <p:sp>
          <p:nvSpPr>
            <p:cNvPr id="92" name="Oval 91"/>
            <p:cNvSpPr/>
            <p:nvPr/>
          </p:nvSpPr>
          <p:spPr>
            <a:xfrm>
              <a:off x="6400800" y="3143250"/>
              <a:ext cx="342900" cy="342900"/>
            </a:xfrm>
            <a:prstGeom prst="ellipse">
              <a:avLst/>
            </a:prstGeom>
            <a:solidFill>
              <a:srgbClr val="00718E"/>
            </a:solidFill>
            <a:ln>
              <a:noFill/>
            </a:ln>
            <a:effectLst/>
          </p:spPr>
          <p:txBody>
            <a:bodyPr rtlCol="0" anchor="ctr"/>
            <a:lstStyle/>
            <a:p>
              <a:pPr algn="ctr"/>
            </a:p>
          </p:txBody>
        </p:sp>
        <p:pic>
          <p:nvPicPr>
            <p:cNvPr id="93" name="Picture 92" descr="trees__FFFFFF.png"/>
            <p:cNvPicPr>
              <a:picLocks noChangeAspect="1"/>
            </p:cNvPicPr>
            <p:nvPr/>
          </p:nvPicPr>
          <p:blipFill>
            <a:blip r:embed="rId10"/>
            <a:stretch>
              <a:fillRect/>
            </a:stretch>
          </p:blipFill>
          <p:spPr>
            <a:xfrm>
              <a:off x="6483096" y="3225546"/>
              <a:ext cx="178308" cy="178308"/>
            </a:xfrm>
            <a:prstGeom prst="rect">
              <a:avLst/>
            </a:prstGeom>
          </p:spPr>
        </p:pic>
      </p:grpSp>
      <p:sp>
        <p:nvSpPr>
          <p:cNvPr id="94" name="TextBox 93"/>
          <p:cNvSpPr txBox="1"/>
          <p:nvPr/>
        </p:nvSpPr>
        <p:spPr>
          <a:xfrm>
            <a:off x="6819900" y="3228975"/>
            <a:ext cx="2286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95" name="TextBox 94"/>
          <p:cNvSpPr txBox="1"/>
          <p:nvPr/>
        </p:nvSpPr>
        <p:spPr>
          <a:xfrm>
            <a:off x="7056120" y="3228975"/>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Lernansatz</a:t>
            </a:r>
          </a:p>
        </p:txBody>
      </p:sp>
      <p:sp>
        <p:nvSpPr>
          <p:cNvPr id="96" name="TextBox 95"/>
          <p:cNvSpPr txBox="1"/>
          <p:nvPr/>
        </p:nvSpPr>
        <p:spPr>
          <a:xfrm>
            <a:off x="6400800" y="358140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Überwachte Regression</a:t>
            </a:r>
          </a:p>
        </p:txBody>
      </p:sp>
      <p:sp>
        <p:nvSpPr>
          <p:cNvPr id="97" name="TextBox 96"/>
          <p:cNvSpPr txBox="1"/>
          <p:nvPr/>
        </p:nvSpPr>
        <p:spPr>
          <a:xfrm>
            <a:off x="6400800" y="383857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Random Forest gegen lineare Referenz; noch keine Labels.</a:t>
            </a:r>
          </a:p>
        </p:txBody>
      </p:sp>
      <p:sp>
        <p:nvSpPr>
          <p:cNvPr id="98" name="Canvas 06"/>
          <p:cNvSpPr/>
          <p:nvPr/>
        </p:nvSpPr>
        <p:spPr>
          <a:xfrm>
            <a:off x="9001125" y="299085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99" name="Scheibe ruler"/>
          <p:cNvGrpSpPr/>
          <p:nvPr/>
        </p:nvGrpSpPr>
        <p:grpSpPr>
          <a:xfrm>
            <a:off x="9172575" y="3143250"/>
            <a:ext cx="342900" cy="342900"/>
            <a:chOff x="9172575" y="3143250"/>
            <a:chExt cx="342900" cy="342900"/>
          </a:xfrm>
        </p:grpSpPr>
        <p:sp>
          <p:nvSpPr>
            <p:cNvPr id="100" name="Oval 99"/>
            <p:cNvSpPr/>
            <p:nvPr/>
          </p:nvSpPr>
          <p:spPr>
            <a:xfrm>
              <a:off x="9172575" y="3143250"/>
              <a:ext cx="342900" cy="342900"/>
            </a:xfrm>
            <a:prstGeom prst="ellipse">
              <a:avLst/>
            </a:prstGeom>
            <a:solidFill>
              <a:srgbClr val="00718E"/>
            </a:solidFill>
            <a:ln>
              <a:noFill/>
            </a:ln>
            <a:effectLst/>
          </p:spPr>
          <p:txBody>
            <a:bodyPr rtlCol="0" anchor="ctr"/>
            <a:lstStyle/>
            <a:p>
              <a:pPr algn="ctr"/>
            </a:p>
          </p:txBody>
        </p:sp>
        <p:pic>
          <p:nvPicPr>
            <p:cNvPr id="101" name="Picture 100" descr="ruler__FFFFFF.png"/>
            <p:cNvPicPr>
              <a:picLocks noChangeAspect="1"/>
            </p:cNvPicPr>
            <p:nvPr/>
          </p:nvPicPr>
          <p:blipFill>
            <a:blip r:embed="rId11"/>
            <a:stretch>
              <a:fillRect/>
            </a:stretch>
          </p:blipFill>
          <p:spPr>
            <a:xfrm>
              <a:off x="9254871" y="3225546"/>
              <a:ext cx="178308" cy="178308"/>
            </a:xfrm>
            <a:prstGeom prst="rect">
              <a:avLst/>
            </a:prstGeom>
          </p:spPr>
        </p:pic>
      </p:grpSp>
      <p:sp>
        <p:nvSpPr>
          <p:cNvPr id="102" name="TextBox 101"/>
          <p:cNvSpPr txBox="1"/>
          <p:nvPr/>
        </p:nvSpPr>
        <p:spPr>
          <a:xfrm>
            <a:off x="9591675" y="3228975"/>
            <a:ext cx="2286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06</a:t>
            </a:r>
          </a:p>
        </p:txBody>
      </p:sp>
      <p:sp>
        <p:nvSpPr>
          <p:cNvPr id="103" name="TextBox 102"/>
          <p:cNvSpPr txBox="1"/>
          <p:nvPr/>
        </p:nvSpPr>
        <p:spPr>
          <a:xfrm>
            <a:off x="9827895" y="3228975"/>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Evaluation</a:t>
            </a:r>
          </a:p>
        </p:txBody>
      </p:sp>
      <p:sp>
        <p:nvSpPr>
          <p:cNvPr id="104" name="TextBox 103"/>
          <p:cNvSpPr txBox="1"/>
          <p:nvPr/>
        </p:nvSpPr>
        <p:spPr>
          <a:xfrm>
            <a:off x="9172575" y="358140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RMSE in kWh</a:t>
            </a:r>
          </a:p>
        </p:txBody>
      </p:sp>
      <p:sp>
        <p:nvSpPr>
          <p:cNvPr id="105" name="TextBox 104"/>
          <p:cNvSpPr txBox="1"/>
          <p:nvPr/>
        </p:nvSpPr>
        <p:spPr>
          <a:xfrm>
            <a:off x="9172575" y="383857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2 Baselines, 3 Zeit-Folds, Test 2025; Precision@K im Pilot.</a:t>
            </a:r>
          </a:p>
        </p:txBody>
      </p:sp>
      <p:sp>
        <p:nvSpPr>
          <p:cNvPr id="106" name="Canvas 08"/>
          <p:cNvSpPr/>
          <p:nvPr/>
        </p:nvSpPr>
        <p:spPr>
          <a:xfrm>
            <a:off x="685800" y="4572000"/>
            <a:ext cx="5067300" cy="1371600"/>
          </a:xfrm>
          <a:prstGeom prst="roundRect">
            <a:avLst>
              <a:gd name="adj" fmla="val 6944"/>
            </a:avLst>
          </a:prstGeom>
          <a:solidFill>
            <a:srgbClr val="F1F4F7"/>
          </a:solidFill>
          <a:ln w="9525">
            <a:solidFill>
              <a:srgbClr val="E4E9EF"/>
            </a:solidFill>
          </a:ln>
          <a:effectLst/>
        </p:spPr>
        <p:txBody>
          <a:bodyPr rtlCol="0" anchor="ctr"/>
          <a:lstStyle/>
          <a:p>
            <a:pPr algn="ctr"/>
          </a:p>
        </p:txBody>
      </p:sp>
      <p:grpSp>
        <p:nvGrpSpPr>
          <p:cNvPr id="107" name="Scheibe target"/>
          <p:cNvGrpSpPr/>
          <p:nvPr/>
        </p:nvGrpSpPr>
        <p:grpSpPr>
          <a:xfrm>
            <a:off x="854869" y="4722019"/>
            <a:ext cx="328612" cy="328612"/>
            <a:chOff x="854869" y="4722019"/>
            <a:chExt cx="328612" cy="328612"/>
          </a:xfrm>
        </p:grpSpPr>
        <p:sp>
          <p:nvSpPr>
            <p:cNvPr id="108" name="Oval 107"/>
            <p:cNvSpPr/>
            <p:nvPr/>
          </p:nvSpPr>
          <p:spPr>
            <a:xfrm>
              <a:off x="854869" y="472201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109" name="Picture 108" descr="target__084878.png"/>
            <p:cNvPicPr>
              <a:picLocks noChangeAspect="1"/>
            </p:cNvPicPr>
            <p:nvPr/>
          </p:nvPicPr>
          <p:blipFill>
            <a:blip r:embed="rId12"/>
            <a:stretch>
              <a:fillRect/>
            </a:stretch>
          </p:blipFill>
          <p:spPr>
            <a:xfrm>
              <a:off x="930021" y="4797171"/>
              <a:ext cx="178308" cy="178308"/>
            </a:xfrm>
            <a:prstGeom prst="rect">
              <a:avLst/>
            </a:prstGeom>
          </p:spPr>
        </p:pic>
      </p:grpSp>
      <p:sp>
        <p:nvSpPr>
          <p:cNvPr id="110" name="TextBox 109"/>
          <p:cNvSpPr txBox="1"/>
          <p:nvPr/>
        </p:nvSpPr>
        <p:spPr>
          <a:xfrm>
            <a:off x="1266825" y="4800600"/>
            <a:ext cx="2286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08</a:t>
            </a:r>
          </a:p>
        </p:txBody>
      </p:sp>
      <p:sp>
        <p:nvSpPr>
          <p:cNvPr id="111" name="TextBox 110"/>
          <p:cNvSpPr txBox="1"/>
          <p:nvPr/>
        </p:nvSpPr>
        <p:spPr>
          <a:xfrm>
            <a:off x="1503045" y="4800600"/>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Impact</a:t>
            </a:r>
          </a:p>
        </p:txBody>
      </p:sp>
      <p:sp>
        <p:nvSpPr>
          <p:cNvPr id="112" name="TextBox 111"/>
          <p:cNvSpPr txBox="1"/>
          <p:nvPr/>
        </p:nvSpPr>
        <p:spPr>
          <a:xfrm>
            <a:off x="4733925" y="4805362"/>
            <a:ext cx="857250"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Patrick</a:t>
            </a:r>
          </a:p>
        </p:txBody>
      </p:sp>
      <p:sp>
        <p:nvSpPr>
          <p:cNvPr id="113" name="TextBox 112"/>
          <p:cNvSpPr txBox="1"/>
          <p:nvPr/>
        </p:nvSpPr>
        <p:spPr>
          <a:xfrm>
            <a:off x="847725" y="5153025"/>
            <a:ext cx="474345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Test 2025: −15,9 % RMSE · 9,5 Hinweise/Monat</a:t>
            </a:r>
          </a:p>
        </p:txBody>
      </p:sp>
      <p:sp>
        <p:nvSpPr>
          <p:cNvPr id="114" name="TextBox 113"/>
          <p:cNvSpPr txBox="1"/>
          <p:nvPr/>
        </p:nvSpPr>
        <p:spPr>
          <a:xfrm>
            <a:off x="847725" y="5410200"/>
            <a:ext cx="4743450"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Euro nicht belegt: Spotmarkt-Kosten, Prüfzeit und Bestätigungsquote misst der Pilot.</a:t>
            </a:r>
          </a:p>
        </p:txBody>
      </p:sp>
      <p:sp>
        <p:nvSpPr>
          <p:cNvPr id="115" name="Canvas 10"/>
          <p:cNvSpPr/>
          <p:nvPr/>
        </p:nvSpPr>
        <p:spPr>
          <a:xfrm>
            <a:off x="6019800" y="4572000"/>
            <a:ext cx="5067300" cy="1371600"/>
          </a:xfrm>
          <a:prstGeom prst="roundRect">
            <a:avLst>
              <a:gd name="adj" fmla="val 6944"/>
            </a:avLst>
          </a:prstGeom>
          <a:solidFill>
            <a:srgbClr val="F1F4F7"/>
          </a:solidFill>
          <a:ln w="9525">
            <a:solidFill>
              <a:srgbClr val="E4E9EF"/>
            </a:solidFill>
          </a:ln>
          <a:effectLst/>
        </p:spPr>
        <p:txBody>
          <a:bodyPr rtlCol="0" anchor="ctr"/>
          <a:lstStyle/>
          <a:p>
            <a:pPr algn="ctr"/>
          </a:p>
        </p:txBody>
      </p:sp>
      <p:grpSp>
        <p:nvGrpSpPr>
          <p:cNvPr id="116" name="Scheibe activity"/>
          <p:cNvGrpSpPr/>
          <p:nvPr/>
        </p:nvGrpSpPr>
        <p:grpSpPr>
          <a:xfrm>
            <a:off x="6188869" y="4722019"/>
            <a:ext cx="328612" cy="328612"/>
            <a:chOff x="6188869" y="4722019"/>
            <a:chExt cx="328612" cy="328612"/>
          </a:xfrm>
        </p:grpSpPr>
        <p:sp>
          <p:nvSpPr>
            <p:cNvPr id="117" name="Oval 116"/>
            <p:cNvSpPr/>
            <p:nvPr/>
          </p:nvSpPr>
          <p:spPr>
            <a:xfrm>
              <a:off x="6188869" y="472201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118" name="Picture 117" descr="activity__084878.png"/>
            <p:cNvPicPr>
              <a:picLocks noChangeAspect="1"/>
            </p:cNvPicPr>
            <p:nvPr/>
          </p:nvPicPr>
          <p:blipFill>
            <a:blip r:embed="rId13"/>
            <a:stretch>
              <a:fillRect/>
            </a:stretch>
          </p:blipFill>
          <p:spPr>
            <a:xfrm>
              <a:off x="6264021" y="4797171"/>
              <a:ext cx="178308" cy="178308"/>
            </a:xfrm>
            <a:prstGeom prst="rect">
              <a:avLst/>
            </a:prstGeom>
          </p:spPr>
        </p:pic>
      </p:grpSp>
      <p:sp>
        <p:nvSpPr>
          <p:cNvPr id="119" name="TextBox 118"/>
          <p:cNvSpPr txBox="1"/>
          <p:nvPr/>
        </p:nvSpPr>
        <p:spPr>
          <a:xfrm>
            <a:off x="6600825" y="4800600"/>
            <a:ext cx="2286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10</a:t>
            </a:r>
          </a:p>
        </p:txBody>
      </p:sp>
      <p:sp>
        <p:nvSpPr>
          <p:cNvPr id="120" name="TextBox 119"/>
          <p:cNvSpPr txBox="1"/>
          <p:nvPr/>
        </p:nvSpPr>
        <p:spPr>
          <a:xfrm>
            <a:off x="6837045" y="4800600"/>
            <a:ext cx="1524000" cy="171450"/>
          </a:xfrm>
          <a:prstGeom prst="rect">
            <a:avLst/>
          </a:prstGeom>
          <a:noFill/>
        </p:spPr>
        <p:txBody>
          <a:bodyPr wrap="none" lIns="0" rIns="0" tIns="0" bIns="0" anchor="t">
            <a:noAutofit/>
          </a:bodyPr>
          <a:lstStyle/>
          <a:p>
            <a:pPr algn="l">
              <a:lnSpc>
                <a:spcPts val="1350"/>
              </a:lnSpc>
            </a:pPr>
            <a:r>
              <a:rPr sz="1050" b="1" i="0" lang="de-DE" cap="all" spc="63">
                <a:solidFill>
                  <a:srgbClr val="4E5A68"/>
                </a:solidFill>
                <a:latin typeface="IBM Plex Sans"/>
              </a:rPr>
              <a:t>Monitoring</a:t>
            </a:r>
          </a:p>
        </p:txBody>
      </p:sp>
      <p:sp>
        <p:nvSpPr>
          <p:cNvPr id="121" name="TextBox 120"/>
          <p:cNvSpPr txBox="1"/>
          <p:nvPr/>
        </p:nvSpPr>
        <p:spPr>
          <a:xfrm>
            <a:off x="10067925" y="4805362"/>
            <a:ext cx="857250"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Patrick</a:t>
            </a:r>
          </a:p>
        </p:txBody>
      </p:sp>
      <p:sp>
        <p:nvSpPr>
          <p:cNvPr id="122" name="TextBox 121"/>
          <p:cNvSpPr txBox="1"/>
          <p:nvPr/>
        </p:nvSpPr>
        <p:spPr>
          <a:xfrm>
            <a:off x="6181725" y="5153025"/>
            <a:ext cx="474345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Monatlich kontrollieren</a:t>
            </a:r>
          </a:p>
        </p:txBody>
      </p:sp>
      <p:sp>
        <p:nvSpPr>
          <p:cNvPr id="123" name="TextBox 122"/>
          <p:cNvSpPr txBox="1"/>
          <p:nvPr/>
        </p:nvSpPr>
        <p:spPr>
          <a:xfrm>
            <a:off x="6181725" y="5410200"/>
            <a:ext cx="4743450"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Fehler, Drift, Hinweisvolumen je Monat; Schwelle oder Modell erst bei belegter Verschlechterung erneuern.</a:t>
            </a:r>
          </a:p>
        </p:txBody>
      </p:sp>
      <p:sp>
        <p:nvSpPr>
          <p:cNvPr id="124" name="Chevron"/>
          <p:cNvSpPr/>
          <p:nvPr/>
        </p:nvSpPr>
        <p:spPr>
          <a:xfrm>
            <a:off x="3305175" y="206345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5" name="Chevron"/>
          <p:cNvSpPr/>
          <p:nvPr/>
        </p:nvSpPr>
        <p:spPr>
          <a:xfrm>
            <a:off x="3305175" y="364460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6" name="Chevron"/>
          <p:cNvSpPr/>
          <p:nvPr/>
        </p:nvSpPr>
        <p:spPr>
          <a:xfrm>
            <a:off x="6076950" y="206345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7" name="Chevron"/>
          <p:cNvSpPr/>
          <p:nvPr/>
        </p:nvSpPr>
        <p:spPr>
          <a:xfrm>
            <a:off x="6076950" y="364460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8" name="Chevron"/>
          <p:cNvSpPr/>
          <p:nvPr/>
        </p:nvSpPr>
        <p:spPr>
          <a:xfrm>
            <a:off x="8848725" y="206345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9" name="Chevron"/>
          <p:cNvSpPr/>
          <p:nvPr/>
        </p:nvSpPr>
        <p:spPr>
          <a:xfrm>
            <a:off x="8848725" y="364460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30" name="Chevron"/>
          <p:cNvSpPr/>
          <p:nvPr/>
        </p:nvSpPr>
        <p:spPr>
          <a:xfrm>
            <a:off x="5867400" y="5197183"/>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grpSp>
        <p:nvGrpSpPr>
          <p:cNvPr id="131" name="Rücksprung zu 01"/>
          <p:cNvGrpSpPr/>
          <p:nvPr/>
        </p:nvGrpSpPr>
        <p:grpSpPr>
          <a:xfrm>
            <a:off x="11170444" y="4979194"/>
            <a:ext cx="290512" cy="290512"/>
            <a:chOff x="11170444" y="4979194"/>
            <a:chExt cx="290512" cy="290512"/>
          </a:xfrm>
        </p:grpSpPr>
        <p:sp>
          <p:nvSpPr>
            <p:cNvPr id="132" name="Oval 131"/>
            <p:cNvSpPr/>
            <p:nvPr/>
          </p:nvSpPr>
          <p:spPr>
            <a:xfrm>
              <a:off x="11170444" y="4979194"/>
              <a:ext cx="290512" cy="290512"/>
            </a:xfrm>
            <a:prstGeom prst="ellipse">
              <a:avLst/>
            </a:prstGeom>
            <a:solidFill>
              <a:srgbClr val="FFFFFF"/>
            </a:solidFill>
            <a:ln w="14287">
              <a:solidFill>
                <a:srgbClr val="B4BFCB"/>
              </a:solidFill>
            </a:ln>
            <a:effectLst/>
          </p:spPr>
          <p:txBody>
            <a:bodyPr rtlCol="0" anchor="ctr"/>
            <a:lstStyle/>
            <a:p>
              <a:pPr algn="ctr"/>
            </a:p>
          </p:txBody>
        </p:sp>
        <p:pic>
          <p:nvPicPr>
            <p:cNvPr id="133" name="Picture 132" descr="rotate-ccw__084878.png"/>
            <p:cNvPicPr>
              <a:picLocks noChangeAspect="1"/>
            </p:cNvPicPr>
            <p:nvPr/>
          </p:nvPicPr>
          <p:blipFill>
            <a:blip r:embed="rId14"/>
            <a:stretch>
              <a:fillRect/>
            </a:stretch>
          </p:blipFill>
          <p:spPr>
            <a:xfrm>
              <a:off x="11236452" y="5045202"/>
              <a:ext cx="158496" cy="158496"/>
            </a:xfrm>
            <a:prstGeom prst="rect">
              <a:avLst/>
            </a:prstGeom>
          </p:spPr>
        </p:pic>
      </p:grpSp>
      <p:sp>
        <p:nvSpPr>
          <p:cNvPr id="134" name="TextBox 133"/>
          <p:cNvSpPr txBox="1"/>
          <p:nvPr/>
        </p:nvSpPr>
        <p:spPr>
          <a:xfrm>
            <a:off x="11125200" y="5314950"/>
            <a:ext cx="381000" cy="171450"/>
          </a:xfrm>
          <a:prstGeom prst="rect">
            <a:avLst/>
          </a:prstGeom>
          <a:noFill/>
        </p:spPr>
        <p:txBody>
          <a:bodyPr wrap="none" lIns="0" rIns="0" tIns="0" bIns="0" anchor="t">
            <a:noAutofit/>
          </a:bodyPr>
          <a:lstStyle/>
          <a:p>
            <a:pPr algn="ctr">
              <a:lnSpc>
                <a:spcPts val="1350"/>
              </a:lnSpc>
            </a:pPr>
            <a:r>
              <a:rPr sz="1050" b="1" i="0" lang="de-DE">
                <a:solidFill>
                  <a:srgbClr val="00718E"/>
                </a:solidFill>
                <a:latin typeface="Geist Mono"/>
              </a:rPr>
              <a:t>01</a:t>
            </a:r>
          </a:p>
        </p:txBody>
      </p:sp>
      <p:cxnSp>
        <p:nvCxnSpPr>
          <p:cNvPr id="135"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36" name="Logo" descr="image.png"/>
          <p:cNvPicPr>
            <a:picLocks noChangeAspect="1"/>
          </p:cNvPicPr>
          <p:nvPr/>
        </p:nvPicPr>
        <p:blipFill>
          <a:blip r:embed="rId15"/>
          <a:stretch>
            <a:fillRect/>
          </a:stretch>
        </p:blipFill>
        <p:spPr>
          <a:xfrm>
            <a:off x="685800" y="6400800"/>
            <a:ext cx="715863" cy="247650"/>
          </a:xfrm>
          <a:prstGeom prst="rect">
            <a:avLst/>
          </a:prstGeom>
        </p:spPr>
      </p:pic>
      <p:sp>
        <p:nvSpPr>
          <p:cNvPr id="137" name="TextBox 136"/>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138" name="Connector 137"/>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516755" y="6438900"/>
            <a:ext cx="533400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Sponsor: Stefan Lechtenberg, Energiebeschaffung · Wortlaut: Bericht Tab. A1</a:t>
            </a:r>
          </a:p>
        </p:txBody>
      </p:sp>
      <p:sp>
        <p:nvSpPr>
          <p:cNvPr id="140" name="TextBox 139"/>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141"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4F7"/>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scale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Was kostet es, wenn das Modell falsch liegt?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Fehler kosten Spotmarkt-Ausgleich oder Prüfzeit</a:t>
            </a:r>
          </a:p>
        </p:txBody>
      </p:sp>
      <p:sp>
        <p:nvSpPr>
          <p:cNvPr id="7" name="Rounded Rectangle 6"/>
          <p:cNvSpPr/>
          <p:nvPr/>
        </p:nvSpPr>
        <p:spPr>
          <a:xfrm>
            <a:off x="685800" y="1362075"/>
            <a:ext cx="3002280" cy="849630"/>
          </a:xfrm>
          <a:prstGeom prst="roundRect">
            <a:avLst>
              <a:gd name="adj" fmla="val 11210"/>
            </a:avLst>
          </a:prstGeom>
          <a:solidFill>
            <a:srgbClr val="FFFFFF"/>
          </a:solidFill>
          <a:ln w="9525">
            <a:solidFill>
              <a:srgbClr val="D2DAE2"/>
            </a:solidFill>
          </a:ln>
          <a:effectLst/>
        </p:spPr>
        <p:txBody>
          <a:bodyPr rtlCol="0" anchor="ctr"/>
          <a:lstStyle/>
          <a:p>
            <a:pPr algn="ctr"/>
          </a:p>
        </p:txBody>
      </p:sp>
      <p:grpSp>
        <p:nvGrpSpPr>
          <p:cNvPr id="8" name="Scheibe gem"/>
          <p:cNvGrpSpPr/>
          <p:nvPr/>
        </p:nvGrpSpPr>
        <p:grpSpPr>
          <a:xfrm>
            <a:off x="854869" y="1632109"/>
            <a:ext cx="309562" cy="309562"/>
            <a:chOff x="854869" y="1632109"/>
            <a:chExt cx="309562" cy="309562"/>
          </a:xfrm>
        </p:grpSpPr>
        <p:sp>
          <p:nvSpPr>
            <p:cNvPr id="9" name="Oval 8"/>
            <p:cNvSpPr/>
            <p:nvPr/>
          </p:nvSpPr>
          <p:spPr>
            <a:xfrm>
              <a:off x="854869" y="1632109"/>
              <a:ext cx="309562" cy="309562"/>
            </a:xfrm>
            <a:prstGeom prst="ellipse">
              <a:avLst/>
            </a:prstGeom>
            <a:solidFill>
              <a:srgbClr val="FFFFFF"/>
            </a:solidFill>
            <a:ln w="14287">
              <a:solidFill>
                <a:srgbClr val="B4BFCB"/>
              </a:solidFill>
            </a:ln>
            <a:effectLst/>
          </p:spPr>
          <p:txBody>
            <a:bodyPr rtlCol="0" anchor="ctr"/>
            <a:lstStyle/>
            <a:p>
              <a:pPr algn="ctr"/>
            </a:p>
          </p:txBody>
        </p:sp>
        <p:pic>
          <p:nvPicPr>
            <p:cNvPr id="10" name="Picture 9" descr="gem__084878.png"/>
            <p:cNvPicPr>
              <a:picLocks noChangeAspect="1"/>
            </p:cNvPicPr>
            <p:nvPr/>
          </p:nvPicPr>
          <p:blipFill>
            <a:blip r:embed="rId4"/>
            <a:stretch>
              <a:fillRect/>
            </a:stretch>
          </p:blipFill>
          <p:spPr>
            <a:xfrm>
              <a:off x="925449" y="1702689"/>
              <a:ext cx="168402" cy="168402"/>
            </a:xfrm>
            <a:prstGeom prst="rect">
              <a:avLst/>
            </a:prstGeom>
          </p:spPr>
        </p:pic>
      </p:grpSp>
      <p:sp>
        <p:nvSpPr>
          <p:cNvPr id="11" name="TextBox 10"/>
          <p:cNvSpPr txBox="1"/>
          <p:nvPr/>
        </p:nvSpPr>
        <p:spPr>
          <a:xfrm>
            <a:off x="1285875" y="1485900"/>
            <a:ext cx="224028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01 Mehrwert</a:t>
            </a:r>
          </a:p>
        </p:txBody>
      </p:sp>
      <p:sp>
        <p:nvSpPr>
          <p:cNvPr id="12" name="TextBox 11"/>
          <p:cNvSpPr txBox="1"/>
          <p:nvPr/>
        </p:nvSpPr>
        <p:spPr>
          <a:xfrm>
            <a:off x="1285875" y="1676400"/>
            <a:ext cx="2259330" cy="419100"/>
          </a:xfrm>
          <a:prstGeom prst="rect">
            <a:avLst/>
          </a:prstGeom>
          <a:noFill/>
        </p:spPr>
        <p:txBody>
          <a:bodyPr wrap="square" lIns="0" rIns="0" tIns="0" bIns="0" anchor="t">
            <a:noAutofit/>
          </a:bodyPr>
          <a:lstStyle/>
          <a:p>
            <a:pPr algn="l">
              <a:lnSpc>
                <a:spcPts val="1620"/>
              </a:lnSpc>
            </a:pPr>
            <a:r>
              <a:rPr sz="1200" b="1" i="0" lang="de-DE">
                <a:solidFill>
                  <a:srgbClr val="141A21"/>
                </a:solidFill>
                <a:latin typeface="IBM Plex Sans"/>
              </a:rPr>
              <a:t>genauer beschaffen · früher prüfen</a:t>
            </a:r>
          </a:p>
        </p:txBody>
      </p:sp>
      <p:sp>
        <p:nvSpPr>
          <p:cNvPr id="13" name="Rounded Rectangle 12"/>
          <p:cNvSpPr/>
          <p:nvPr/>
        </p:nvSpPr>
        <p:spPr>
          <a:xfrm>
            <a:off x="4126230" y="1362075"/>
            <a:ext cx="3939540" cy="849630"/>
          </a:xfrm>
          <a:prstGeom prst="roundRect">
            <a:avLst>
              <a:gd name="adj" fmla="val 11210"/>
            </a:avLst>
          </a:prstGeom>
          <a:solidFill>
            <a:srgbClr val="E3F3F7"/>
          </a:solidFill>
          <a:ln w="9525">
            <a:solidFill>
              <a:srgbClr val="B2DEE7"/>
            </a:solidFill>
          </a:ln>
          <a:effectLst/>
        </p:spPr>
        <p:txBody>
          <a:bodyPr rtlCol="0" anchor="ctr"/>
          <a:lstStyle/>
          <a:p>
            <a:pPr algn="ctr"/>
          </a:p>
        </p:txBody>
      </p:sp>
      <p:grpSp>
        <p:nvGrpSpPr>
          <p:cNvPr id="14" name="Scheibe scale"/>
          <p:cNvGrpSpPr/>
          <p:nvPr/>
        </p:nvGrpSpPr>
        <p:grpSpPr>
          <a:xfrm>
            <a:off x="4288155" y="1624965"/>
            <a:ext cx="323850" cy="323850"/>
            <a:chOff x="4288155" y="1624965"/>
            <a:chExt cx="323850" cy="323850"/>
          </a:xfrm>
        </p:grpSpPr>
        <p:sp>
          <p:nvSpPr>
            <p:cNvPr id="15" name="Oval 14"/>
            <p:cNvSpPr/>
            <p:nvPr/>
          </p:nvSpPr>
          <p:spPr>
            <a:xfrm>
              <a:off x="4288155" y="1624965"/>
              <a:ext cx="323850" cy="323850"/>
            </a:xfrm>
            <a:prstGeom prst="ellipse">
              <a:avLst/>
            </a:prstGeom>
            <a:solidFill>
              <a:srgbClr val="00718E"/>
            </a:solidFill>
            <a:ln>
              <a:noFill/>
            </a:ln>
            <a:effectLst/>
          </p:spPr>
          <p:txBody>
            <a:bodyPr rtlCol="0" anchor="ctr"/>
            <a:lstStyle/>
            <a:p>
              <a:pPr algn="ctr"/>
            </a:p>
          </p:txBody>
        </p:sp>
        <p:pic>
          <p:nvPicPr>
            <p:cNvPr id="16" name="Picture 15" descr="scale__FFFFFF.png"/>
            <p:cNvPicPr>
              <a:picLocks noChangeAspect="1"/>
            </p:cNvPicPr>
            <p:nvPr/>
          </p:nvPicPr>
          <p:blipFill>
            <a:blip r:embed="rId3"/>
            <a:stretch>
              <a:fillRect/>
            </a:stretch>
          </p:blipFill>
          <p:spPr>
            <a:xfrm>
              <a:off x="4365879" y="1702689"/>
              <a:ext cx="168402" cy="168402"/>
            </a:xfrm>
            <a:prstGeom prst="rect">
              <a:avLst/>
            </a:prstGeom>
          </p:spPr>
        </p:pic>
      </p:grpSp>
      <p:sp>
        <p:nvSpPr>
          <p:cNvPr id="17" name="TextBox 16"/>
          <p:cNvSpPr txBox="1"/>
          <p:nvPr/>
        </p:nvSpPr>
        <p:spPr>
          <a:xfrm>
            <a:off x="4726305" y="1485900"/>
            <a:ext cx="317754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Gleiche Einheiten</a:t>
            </a:r>
          </a:p>
        </p:txBody>
      </p:sp>
      <p:sp>
        <p:nvSpPr>
          <p:cNvPr id="18" name="TextBox 17"/>
          <p:cNvSpPr txBox="1"/>
          <p:nvPr/>
        </p:nvSpPr>
        <p:spPr>
          <a:xfrm>
            <a:off x="4726305" y="1676400"/>
            <a:ext cx="3196590" cy="419100"/>
          </a:xfrm>
          <a:prstGeom prst="rect">
            <a:avLst/>
          </a:prstGeom>
          <a:noFill/>
        </p:spPr>
        <p:txBody>
          <a:bodyPr wrap="square" lIns="0" rIns="0" tIns="0" bIns="0" anchor="t">
            <a:noAutofit/>
          </a:bodyPr>
          <a:lstStyle/>
          <a:p>
            <a:pPr algn="l">
              <a:lnSpc>
                <a:spcPts val="1620"/>
              </a:lnSpc>
            </a:pPr>
            <a:r>
              <a:rPr sz="1200" b="1" i="0" lang="de-DE">
                <a:solidFill>
                  <a:srgbClr val="00718E"/>
                </a:solidFill>
                <a:latin typeface="Geist Mono"/>
              </a:rPr>
              <a:t>kWh</a:t>
            </a:r>
            <a:r>
              <a:rPr sz="1200" b="1" i="0" lang="de-DE">
                <a:solidFill>
                  <a:srgbClr val="141A21"/>
                </a:solidFill>
                <a:latin typeface="IBM Plex Sans"/>
              </a:rPr>
              <a:t> Prognosefehler · </a:t>
            </a:r>
            <a:r>
              <a:rPr sz="1200" b="1" i="0" lang="de-DE">
                <a:solidFill>
                  <a:srgbClr val="00718E"/>
                </a:solidFill>
                <a:latin typeface="Geist Mono"/>
              </a:rPr>
              <a:t>Fälle/Monat</a:t>
            </a:r>
            <a:r>
              <a:rPr sz="1200" b="1" i="0" lang="de-DE">
                <a:solidFill>
                  <a:srgbClr val="141A21"/>
                </a:solidFill>
                <a:latin typeface="IBM Plex Sans"/>
              </a:rPr>
              <a:t> Prüfvolumen · </a:t>
            </a:r>
            <a:r>
              <a:rPr sz="1200" b="1" i="0" lang="de-DE">
                <a:solidFill>
                  <a:srgbClr val="00718E"/>
                </a:solidFill>
                <a:latin typeface="Geist Mono"/>
              </a:rPr>
              <a:t>Stunden</a:t>
            </a:r>
            <a:r>
              <a:rPr sz="1200" b="1" i="0" lang="de-DE">
                <a:solidFill>
                  <a:srgbClr val="141A21"/>
                </a:solidFill>
                <a:latin typeface="IBM Plex Sans"/>
              </a:rPr>
              <a:t> Prüfzeit</a:t>
            </a:r>
          </a:p>
        </p:txBody>
      </p:sp>
      <p:sp>
        <p:nvSpPr>
          <p:cNvPr id="19" name="Rounded Rectangle 18"/>
          <p:cNvSpPr/>
          <p:nvPr/>
        </p:nvSpPr>
        <p:spPr>
          <a:xfrm>
            <a:off x="8503920" y="1362075"/>
            <a:ext cx="3002280" cy="849630"/>
          </a:xfrm>
          <a:prstGeom prst="roundRect">
            <a:avLst>
              <a:gd name="adj" fmla="val 11210"/>
            </a:avLst>
          </a:prstGeom>
          <a:solidFill>
            <a:srgbClr val="FFFFFF"/>
          </a:solidFill>
          <a:ln w="9525">
            <a:solidFill>
              <a:srgbClr val="D2DAE2"/>
            </a:solidFill>
          </a:ln>
          <a:effectLst/>
        </p:spPr>
        <p:txBody>
          <a:bodyPr rtlCol="0" anchor="ctr"/>
          <a:lstStyle/>
          <a:p>
            <a:pPr algn="ctr"/>
          </a:p>
        </p:txBody>
      </p:sp>
      <p:grpSp>
        <p:nvGrpSpPr>
          <p:cNvPr id="20" name="Scheibe target"/>
          <p:cNvGrpSpPr/>
          <p:nvPr/>
        </p:nvGrpSpPr>
        <p:grpSpPr>
          <a:xfrm>
            <a:off x="8672989" y="1632109"/>
            <a:ext cx="309562" cy="309562"/>
            <a:chOff x="8672989" y="1632109"/>
            <a:chExt cx="309562" cy="309562"/>
          </a:xfrm>
        </p:grpSpPr>
        <p:sp>
          <p:nvSpPr>
            <p:cNvPr id="21" name="Oval 20"/>
            <p:cNvSpPr/>
            <p:nvPr/>
          </p:nvSpPr>
          <p:spPr>
            <a:xfrm>
              <a:off x="8672989" y="1632109"/>
              <a:ext cx="309562" cy="309562"/>
            </a:xfrm>
            <a:prstGeom prst="ellipse">
              <a:avLst/>
            </a:prstGeom>
            <a:solidFill>
              <a:srgbClr val="FFFFFF"/>
            </a:solidFill>
            <a:ln w="14287">
              <a:solidFill>
                <a:srgbClr val="B4BFCB"/>
              </a:solidFill>
            </a:ln>
            <a:effectLst/>
          </p:spPr>
          <p:txBody>
            <a:bodyPr rtlCol="0" anchor="ctr"/>
            <a:lstStyle/>
            <a:p>
              <a:pPr algn="ctr"/>
            </a:p>
          </p:txBody>
        </p:sp>
        <p:pic>
          <p:nvPicPr>
            <p:cNvPr id="22" name="Picture 21" descr="target__084878.png"/>
            <p:cNvPicPr>
              <a:picLocks noChangeAspect="1"/>
            </p:cNvPicPr>
            <p:nvPr/>
          </p:nvPicPr>
          <p:blipFill>
            <a:blip r:embed="rId5"/>
            <a:stretch>
              <a:fillRect/>
            </a:stretch>
          </p:blipFill>
          <p:spPr>
            <a:xfrm>
              <a:off x="8743569" y="1702689"/>
              <a:ext cx="168402" cy="168402"/>
            </a:xfrm>
            <a:prstGeom prst="rect">
              <a:avLst/>
            </a:prstGeom>
          </p:spPr>
        </p:pic>
      </p:grpSp>
      <p:sp>
        <p:nvSpPr>
          <p:cNvPr id="23" name="TextBox 22"/>
          <p:cNvSpPr txBox="1"/>
          <p:nvPr/>
        </p:nvSpPr>
        <p:spPr>
          <a:xfrm>
            <a:off x="9103995" y="1485900"/>
            <a:ext cx="224028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08 Impact</a:t>
            </a:r>
          </a:p>
        </p:txBody>
      </p:sp>
      <p:sp>
        <p:nvSpPr>
          <p:cNvPr id="24" name="TextBox 23"/>
          <p:cNvSpPr txBox="1"/>
          <p:nvPr/>
        </p:nvSpPr>
        <p:spPr>
          <a:xfrm>
            <a:off x="9103995" y="1676400"/>
            <a:ext cx="2259330" cy="419100"/>
          </a:xfrm>
          <a:prstGeom prst="rect">
            <a:avLst/>
          </a:prstGeom>
          <a:noFill/>
        </p:spPr>
        <p:txBody>
          <a:bodyPr wrap="square" lIns="0" rIns="0" tIns="0" bIns="0" anchor="t">
            <a:noAutofit/>
          </a:bodyPr>
          <a:lstStyle/>
          <a:p>
            <a:pPr algn="l">
              <a:lnSpc>
                <a:spcPts val="1620"/>
              </a:lnSpc>
            </a:pPr>
            <a:r>
              <a:rPr sz="1200" b="1" i="0" lang="de-DE">
                <a:solidFill>
                  <a:srgbClr val="141A21"/>
                </a:solidFill>
                <a:latin typeface="IBM Plex Sans"/>
              </a:rPr>
              <a:t>−15,9 % RMSE · 9,5 Hinweise/Monat</a:t>
            </a:r>
          </a:p>
        </p:txBody>
      </p:sp>
      <p:pic>
        <p:nvPicPr>
          <p:cNvPr id="25" name="Icon arrow-right" descr="arrow-right__6CC0D2.png"/>
          <p:cNvPicPr>
            <a:picLocks noChangeAspect="1"/>
          </p:cNvPicPr>
          <p:nvPr/>
        </p:nvPicPr>
        <p:blipFill>
          <a:blip r:embed="rId6"/>
          <a:stretch>
            <a:fillRect/>
          </a:stretch>
        </p:blipFill>
        <p:spPr>
          <a:xfrm>
            <a:off x="3783330" y="1663065"/>
            <a:ext cx="247650" cy="247650"/>
          </a:xfrm>
          <a:prstGeom prst="rect">
            <a:avLst/>
          </a:prstGeom>
        </p:spPr>
      </p:pic>
      <p:pic>
        <p:nvPicPr>
          <p:cNvPr id="26" name="Icon arrow-right" descr="arrow-right__6CC0D2.png"/>
          <p:cNvPicPr>
            <a:picLocks noChangeAspect="1"/>
          </p:cNvPicPr>
          <p:nvPr/>
        </p:nvPicPr>
        <p:blipFill>
          <a:blip r:embed="rId6"/>
          <a:stretch>
            <a:fillRect/>
          </a:stretch>
        </p:blipFill>
        <p:spPr>
          <a:xfrm>
            <a:off x="8161020" y="1663065"/>
            <a:ext cx="247650" cy="247650"/>
          </a:xfrm>
          <a:prstGeom prst="rect">
            <a:avLst/>
          </a:prstGeom>
        </p:spPr>
      </p:pic>
      <p:grpSp>
        <p:nvGrpSpPr>
          <p:cNvPr id="27" name="Scheibe chart-spline"/>
          <p:cNvGrpSpPr/>
          <p:nvPr/>
        </p:nvGrpSpPr>
        <p:grpSpPr>
          <a:xfrm>
            <a:off x="2457450" y="2440305"/>
            <a:ext cx="266700" cy="266700"/>
            <a:chOff x="2457450" y="2440305"/>
            <a:chExt cx="266700" cy="266700"/>
          </a:xfrm>
        </p:grpSpPr>
        <p:sp>
          <p:nvSpPr>
            <p:cNvPr id="28" name="Oval 27"/>
            <p:cNvSpPr/>
            <p:nvPr/>
          </p:nvSpPr>
          <p:spPr>
            <a:xfrm>
              <a:off x="2457450" y="2440305"/>
              <a:ext cx="266700" cy="266700"/>
            </a:xfrm>
            <a:prstGeom prst="ellipse">
              <a:avLst/>
            </a:prstGeom>
            <a:solidFill>
              <a:srgbClr val="084878"/>
            </a:solidFill>
            <a:ln>
              <a:noFill/>
            </a:ln>
            <a:effectLst/>
          </p:spPr>
          <p:txBody>
            <a:bodyPr rtlCol="0" anchor="ctr"/>
            <a:lstStyle/>
            <a:p>
              <a:pPr algn="ctr"/>
            </a:p>
          </p:txBody>
        </p:sp>
        <p:pic>
          <p:nvPicPr>
            <p:cNvPr id="29" name="Picture 28" descr="chart-spline__FFFFFF.png"/>
            <p:cNvPicPr>
              <a:picLocks noChangeAspect="1"/>
            </p:cNvPicPr>
            <p:nvPr/>
          </p:nvPicPr>
          <p:blipFill>
            <a:blip r:embed="rId7"/>
            <a:stretch>
              <a:fillRect/>
            </a:stretch>
          </p:blipFill>
          <p:spPr>
            <a:xfrm>
              <a:off x="2521458" y="2504313"/>
              <a:ext cx="138684" cy="138684"/>
            </a:xfrm>
            <a:prstGeom prst="rect">
              <a:avLst/>
            </a:prstGeom>
          </p:spPr>
        </p:pic>
      </p:grpSp>
      <p:sp>
        <p:nvSpPr>
          <p:cNvPr id="30" name="TextBox 29"/>
          <p:cNvSpPr txBox="1"/>
          <p:nvPr/>
        </p:nvSpPr>
        <p:spPr>
          <a:xfrm>
            <a:off x="2819400" y="2383155"/>
            <a:ext cx="4000500" cy="190500"/>
          </a:xfrm>
          <a:prstGeom prst="rect">
            <a:avLst/>
          </a:prstGeom>
          <a:noFill/>
        </p:spPr>
        <p:txBody>
          <a:bodyPr wrap="none" lIns="0" rIns="0" tIns="0" bIns="0" anchor="t">
            <a:noAutofit/>
          </a:bodyPr>
          <a:lstStyle/>
          <a:p>
            <a:pPr algn="l">
              <a:lnSpc>
                <a:spcPts val="1500"/>
              </a:lnSpc>
            </a:pPr>
            <a:r>
              <a:rPr sz="1200" b="1" i="0" lang="de-DE">
                <a:solidFill>
                  <a:srgbClr val="141A21"/>
                </a:solidFill>
                <a:latin typeface="IBM Plex Sans"/>
              </a:rPr>
              <a:t>Stufe 1 · Prognose</a:t>
            </a:r>
          </a:p>
        </p:txBody>
      </p:sp>
      <p:sp>
        <p:nvSpPr>
          <p:cNvPr id="31" name="TextBox 30"/>
          <p:cNvSpPr txBox="1"/>
          <p:nvPr/>
        </p:nvSpPr>
        <p:spPr>
          <a:xfrm>
            <a:off x="2819400" y="2592705"/>
            <a:ext cx="400050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 Beschaffung (Stefan Lechtenberg)</a:t>
            </a:r>
          </a:p>
        </p:txBody>
      </p:sp>
      <p:grpSp>
        <p:nvGrpSpPr>
          <p:cNvPr id="32" name="Scheibe flag"/>
          <p:cNvGrpSpPr/>
          <p:nvPr/>
        </p:nvGrpSpPr>
        <p:grpSpPr>
          <a:xfrm>
            <a:off x="7067550" y="2440305"/>
            <a:ext cx="266700" cy="266700"/>
            <a:chOff x="7067550" y="2440305"/>
            <a:chExt cx="266700" cy="266700"/>
          </a:xfrm>
        </p:grpSpPr>
        <p:sp>
          <p:nvSpPr>
            <p:cNvPr id="33" name="Oval 32"/>
            <p:cNvSpPr/>
            <p:nvPr/>
          </p:nvSpPr>
          <p:spPr>
            <a:xfrm>
              <a:off x="7067550" y="2440305"/>
              <a:ext cx="266700" cy="266700"/>
            </a:xfrm>
            <a:prstGeom prst="ellipse">
              <a:avLst/>
            </a:prstGeom>
            <a:solidFill>
              <a:srgbClr val="A86505"/>
            </a:solidFill>
            <a:ln>
              <a:noFill/>
            </a:ln>
            <a:effectLst/>
          </p:spPr>
          <p:txBody>
            <a:bodyPr rtlCol="0" anchor="ctr"/>
            <a:lstStyle/>
            <a:p>
              <a:pPr algn="ctr"/>
            </a:p>
          </p:txBody>
        </p:sp>
        <p:pic>
          <p:nvPicPr>
            <p:cNvPr id="34" name="Picture 33" descr="flag__FFFFFF.png"/>
            <p:cNvPicPr>
              <a:picLocks noChangeAspect="1"/>
            </p:cNvPicPr>
            <p:nvPr/>
          </p:nvPicPr>
          <p:blipFill>
            <a:blip r:embed="rId8"/>
            <a:stretch>
              <a:fillRect/>
            </a:stretch>
          </p:blipFill>
          <p:spPr>
            <a:xfrm>
              <a:off x="7131558" y="2504313"/>
              <a:ext cx="138684" cy="138684"/>
            </a:xfrm>
            <a:prstGeom prst="rect">
              <a:avLst/>
            </a:prstGeom>
          </p:spPr>
        </p:pic>
      </p:grpSp>
      <p:sp>
        <p:nvSpPr>
          <p:cNvPr id="35" name="TextBox 34"/>
          <p:cNvSpPr txBox="1"/>
          <p:nvPr/>
        </p:nvSpPr>
        <p:spPr>
          <a:xfrm>
            <a:off x="7429500" y="2383155"/>
            <a:ext cx="4000500" cy="190500"/>
          </a:xfrm>
          <a:prstGeom prst="rect">
            <a:avLst/>
          </a:prstGeom>
          <a:noFill/>
        </p:spPr>
        <p:txBody>
          <a:bodyPr wrap="none" lIns="0" rIns="0" tIns="0" bIns="0" anchor="t">
            <a:noAutofit/>
          </a:bodyPr>
          <a:lstStyle/>
          <a:p>
            <a:pPr algn="l">
              <a:lnSpc>
                <a:spcPts val="1500"/>
              </a:lnSpc>
            </a:pPr>
            <a:r>
              <a:rPr sz="1200" b="1" i="0" lang="de-DE">
                <a:solidFill>
                  <a:srgbClr val="141A21"/>
                </a:solidFill>
                <a:latin typeface="IBM Plex Sans"/>
              </a:rPr>
              <a:t>Stufe 2 · Prüfhinweis</a:t>
            </a:r>
          </a:p>
        </p:txBody>
      </p:sp>
      <p:sp>
        <p:nvSpPr>
          <p:cNvPr id="36" name="TextBox 35"/>
          <p:cNvSpPr txBox="1"/>
          <p:nvPr/>
        </p:nvSpPr>
        <p:spPr>
          <a:xfrm>
            <a:off x="7429500" y="2592705"/>
            <a:ext cx="400050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 Netzmanagement (Anke Bürger)</a:t>
            </a:r>
          </a:p>
        </p:txBody>
      </p:sp>
      <p:sp>
        <p:nvSpPr>
          <p:cNvPr id="37" name="TextBox 36"/>
          <p:cNvSpPr txBox="1"/>
          <p:nvPr/>
        </p:nvSpPr>
        <p:spPr>
          <a:xfrm>
            <a:off x="723900" y="3080385"/>
            <a:ext cx="156210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Zu viel</a:t>
            </a:r>
          </a:p>
        </p:txBody>
      </p:sp>
      <p:sp>
        <p:nvSpPr>
          <p:cNvPr id="38" name="TextBox 37"/>
          <p:cNvSpPr txBox="1"/>
          <p:nvPr/>
        </p:nvSpPr>
        <p:spPr>
          <a:xfrm>
            <a:off x="723900" y="3299460"/>
            <a:ext cx="1562100" cy="352425"/>
          </a:xfrm>
          <a:prstGeom prst="rect">
            <a:avLst/>
          </a:prstGeom>
          <a:noFill/>
        </p:spPr>
        <p:txBody>
          <a:bodyPr wrap="square" lIns="0" rIns="0" tIns="0" bIns="0" anchor="t">
            <a:noAutofit/>
          </a:bodyPr>
          <a:lstStyle/>
          <a:p>
            <a:pPr algn="l">
              <a:lnSpc>
                <a:spcPts val="1364"/>
              </a:lnSpc>
            </a:pPr>
            <a:r>
              <a:rPr sz="1050" b="0" i="0" lang="de-DE">
                <a:solidFill>
                  <a:srgbClr val="657383"/>
                </a:solidFill>
                <a:latin typeface="IBM Plex Sans"/>
              </a:rPr>
              <a:t>Prognose zu hoch · Fehlalarm</a:t>
            </a:r>
          </a:p>
        </p:txBody>
      </p:sp>
      <p:sp>
        <p:nvSpPr>
          <p:cNvPr id="39" name="TextBox 38"/>
          <p:cNvSpPr txBox="1"/>
          <p:nvPr/>
        </p:nvSpPr>
        <p:spPr>
          <a:xfrm>
            <a:off x="723900" y="4246245"/>
            <a:ext cx="156210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Zu wenig</a:t>
            </a:r>
          </a:p>
        </p:txBody>
      </p:sp>
      <p:sp>
        <p:nvSpPr>
          <p:cNvPr id="40" name="TextBox 39"/>
          <p:cNvSpPr txBox="1"/>
          <p:nvPr/>
        </p:nvSpPr>
        <p:spPr>
          <a:xfrm>
            <a:off x="723900" y="4465320"/>
            <a:ext cx="1562100" cy="352425"/>
          </a:xfrm>
          <a:prstGeom prst="rect">
            <a:avLst/>
          </a:prstGeom>
          <a:noFill/>
        </p:spPr>
        <p:txBody>
          <a:bodyPr wrap="square" lIns="0" rIns="0" tIns="0" bIns="0" anchor="t">
            <a:noAutofit/>
          </a:bodyPr>
          <a:lstStyle/>
          <a:p>
            <a:pPr algn="l">
              <a:lnSpc>
                <a:spcPts val="1364"/>
              </a:lnSpc>
            </a:pPr>
            <a:r>
              <a:rPr sz="1050" b="0" i="0" lang="de-DE">
                <a:solidFill>
                  <a:srgbClr val="657383"/>
                </a:solidFill>
                <a:latin typeface="IBM Plex Sans"/>
              </a:rPr>
              <a:t>Prognose zu niedrig · übersehen</a:t>
            </a:r>
          </a:p>
        </p:txBody>
      </p:sp>
      <p:sp>
        <p:nvSpPr>
          <p:cNvPr id="41" name="Rounded Rectangle 40"/>
          <p:cNvSpPr/>
          <p:nvPr/>
        </p:nvSpPr>
        <p:spPr>
          <a:xfrm>
            <a:off x="2419350" y="2878455"/>
            <a:ext cx="4476750" cy="969645"/>
          </a:xfrm>
          <a:prstGeom prst="roundRect">
            <a:avLst>
              <a:gd name="adj" fmla="val 9823"/>
            </a:avLst>
          </a:prstGeom>
          <a:solidFill>
            <a:srgbClr val="FFFFFF"/>
          </a:solidFill>
          <a:ln w="9525">
            <a:solidFill>
              <a:srgbClr val="D2DAE2"/>
            </a:solidFill>
          </a:ln>
          <a:effectLst/>
        </p:spPr>
        <p:txBody>
          <a:bodyPr rtlCol="0" anchor="ctr"/>
          <a:lstStyle/>
          <a:p>
            <a:pPr algn="ctr"/>
          </a:p>
        </p:txBody>
      </p:sp>
      <p:grpSp>
        <p:nvGrpSpPr>
          <p:cNvPr id="42" name="Scheibe trending-up"/>
          <p:cNvGrpSpPr/>
          <p:nvPr/>
        </p:nvGrpSpPr>
        <p:grpSpPr>
          <a:xfrm>
            <a:off x="2581275" y="3021330"/>
            <a:ext cx="342900" cy="342900"/>
            <a:chOff x="2581275" y="3021330"/>
            <a:chExt cx="342900" cy="342900"/>
          </a:xfrm>
        </p:grpSpPr>
        <p:sp>
          <p:nvSpPr>
            <p:cNvPr id="43" name="Oval 42"/>
            <p:cNvSpPr/>
            <p:nvPr/>
          </p:nvSpPr>
          <p:spPr>
            <a:xfrm>
              <a:off x="2581275" y="3021330"/>
              <a:ext cx="342900" cy="342900"/>
            </a:xfrm>
            <a:prstGeom prst="ellipse">
              <a:avLst/>
            </a:prstGeom>
            <a:solidFill>
              <a:srgbClr val="084878"/>
            </a:solidFill>
            <a:ln>
              <a:noFill/>
            </a:ln>
            <a:effectLst/>
          </p:spPr>
          <p:txBody>
            <a:bodyPr rtlCol="0" anchor="ctr"/>
            <a:lstStyle/>
            <a:p>
              <a:pPr algn="ctr"/>
            </a:p>
          </p:txBody>
        </p:sp>
        <p:pic>
          <p:nvPicPr>
            <p:cNvPr id="44" name="Picture 43" descr="trending-up__FFFFFF.png"/>
            <p:cNvPicPr>
              <a:picLocks noChangeAspect="1"/>
            </p:cNvPicPr>
            <p:nvPr/>
          </p:nvPicPr>
          <p:blipFill>
            <a:blip r:embed="rId9"/>
            <a:stretch>
              <a:fillRect/>
            </a:stretch>
          </p:blipFill>
          <p:spPr>
            <a:xfrm>
              <a:off x="2663571" y="3103626"/>
              <a:ext cx="178308" cy="178308"/>
            </a:xfrm>
            <a:prstGeom prst="rect">
              <a:avLst/>
            </a:prstGeom>
          </p:spPr>
        </p:pic>
      </p:grpSp>
      <p:sp>
        <p:nvSpPr>
          <p:cNvPr id="45" name="TextBox 44"/>
          <p:cNvSpPr txBox="1"/>
          <p:nvPr/>
        </p:nvSpPr>
        <p:spPr>
          <a:xfrm>
            <a:off x="3057525" y="3021330"/>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Prognose zu hoch</a:t>
            </a:r>
          </a:p>
        </p:txBody>
      </p:sp>
      <p:sp>
        <p:nvSpPr>
          <p:cNvPr id="46" name="TextBox 45"/>
          <p:cNvSpPr txBox="1"/>
          <p:nvPr/>
        </p:nvSpPr>
        <p:spPr>
          <a:xfrm>
            <a:off x="3057525" y="3249930"/>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Überschuss am Spotmarkt verkaufen.</a:t>
            </a:r>
          </a:p>
        </p:txBody>
      </p:sp>
      <p:pic>
        <p:nvPicPr>
          <p:cNvPr id="47" name="Icon arrow-right" descr="arrow-right__00718E.png"/>
          <p:cNvPicPr>
            <a:picLocks noChangeAspect="1"/>
          </p:cNvPicPr>
          <p:nvPr/>
        </p:nvPicPr>
        <p:blipFill>
          <a:blip r:embed="rId10"/>
          <a:stretch>
            <a:fillRect/>
          </a:stretch>
        </p:blipFill>
        <p:spPr>
          <a:xfrm>
            <a:off x="3057525" y="3534251"/>
            <a:ext cx="142875" cy="142875"/>
          </a:xfrm>
          <a:prstGeom prst="rect">
            <a:avLst/>
          </a:prstGeom>
        </p:spPr>
      </p:pic>
      <p:sp>
        <p:nvSpPr>
          <p:cNvPr id="48" name="TextBox 47"/>
          <p:cNvSpPr txBox="1"/>
          <p:nvPr/>
        </p:nvSpPr>
        <p:spPr>
          <a:xfrm>
            <a:off x="3257550" y="3506152"/>
            <a:ext cx="3476625" cy="200025"/>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RMSE 2025 9.188 statt 10.922 kWh</a:t>
            </a:r>
          </a:p>
        </p:txBody>
      </p:sp>
      <p:sp>
        <p:nvSpPr>
          <p:cNvPr id="49" name="Rounded Rectangle 48"/>
          <p:cNvSpPr/>
          <p:nvPr/>
        </p:nvSpPr>
        <p:spPr>
          <a:xfrm>
            <a:off x="7029450" y="2878455"/>
            <a:ext cx="4476750" cy="969645"/>
          </a:xfrm>
          <a:prstGeom prst="roundRect">
            <a:avLst>
              <a:gd name="adj" fmla="val 9823"/>
            </a:avLst>
          </a:prstGeom>
          <a:solidFill>
            <a:srgbClr val="FFFFFF"/>
          </a:solidFill>
          <a:ln w="9525">
            <a:solidFill>
              <a:srgbClr val="D2DAE2"/>
            </a:solidFill>
          </a:ln>
          <a:effectLst/>
        </p:spPr>
        <p:txBody>
          <a:bodyPr rtlCol="0" anchor="ctr"/>
          <a:lstStyle/>
          <a:p>
            <a:pPr algn="ctr"/>
          </a:p>
        </p:txBody>
      </p:sp>
      <p:grpSp>
        <p:nvGrpSpPr>
          <p:cNvPr id="50" name="Scheibe bell-ring"/>
          <p:cNvGrpSpPr/>
          <p:nvPr/>
        </p:nvGrpSpPr>
        <p:grpSpPr>
          <a:xfrm>
            <a:off x="7191375" y="3021330"/>
            <a:ext cx="342900" cy="342900"/>
            <a:chOff x="7191375" y="3021330"/>
            <a:chExt cx="342900" cy="342900"/>
          </a:xfrm>
        </p:grpSpPr>
        <p:sp>
          <p:nvSpPr>
            <p:cNvPr id="51" name="Oval 50"/>
            <p:cNvSpPr/>
            <p:nvPr/>
          </p:nvSpPr>
          <p:spPr>
            <a:xfrm>
              <a:off x="7191375" y="3021330"/>
              <a:ext cx="342900" cy="342900"/>
            </a:xfrm>
            <a:prstGeom prst="ellipse">
              <a:avLst/>
            </a:prstGeom>
            <a:solidFill>
              <a:srgbClr val="A86505"/>
            </a:solidFill>
            <a:ln>
              <a:noFill/>
            </a:ln>
            <a:effectLst/>
          </p:spPr>
          <p:txBody>
            <a:bodyPr rtlCol="0" anchor="ctr"/>
            <a:lstStyle/>
            <a:p>
              <a:pPr algn="ctr"/>
            </a:p>
          </p:txBody>
        </p:sp>
        <p:pic>
          <p:nvPicPr>
            <p:cNvPr id="52" name="Picture 51" descr="bell-ring__FFFFFF.png"/>
            <p:cNvPicPr>
              <a:picLocks noChangeAspect="1"/>
            </p:cNvPicPr>
            <p:nvPr/>
          </p:nvPicPr>
          <p:blipFill>
            <a:blip r:embed="rId11"/>
            <a:stretch>
              <a:fillRect/>
            </a:stretch>
          </p:blipFill>
          <p:spPr>
            <a:xfrm>
              <a:off x="7273671" y="3103626"/>
              <a:ext cx="178308" cy="178308"/>
            </a:xfrm>
            <a:prstGeom prst="rect">
              <a:avLst/>
            </a:prstGeom>
          </p:spPr>
        </p:pic>
      </p:grpSp>
      <p:sp>
        <p:nvSpPr>
          <p:cNvPr id="53" name="TextBox 52"/>
          <p:cNvSpPr txBox="1"/>
          <p:nvPr/>
        </p:nvSpPr>
        <p:spPr>
          <a:xfrm>
            <a:off x="7667625" y="3021330"/>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Fehlalarm</a:t>
            </a:r>
          </a:p>
        </p:txBody>
      </p:sp>
      <p:sp>
        <p:nvSpPr>
          <p:cNvPr id="54" name="TextBox 53"/>
          <p:cNvSpPr txBox="1"/>
          <p:nvPr/>
        </p:nvSpPr>
        <p:spPr>
          <a:xfrm>
            <a:off x="7667625" y="3249930"/>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Prüfzeit ohne Befund.</a:t>
            </a:r>
          </a:p>
        </p:txBody>
      </p:sp>
      <p:pic>
        <p:nvPicPr>
          <p:cNvPr id="55" name="Icon arrow-right" descr="arrow-right__00718E.png"/>
          <p:cNvPicPr>
            <a:picLocks noChangeAspect="1"/>
          </p:cNvPicPr>
          <p:nvPr/>
        </p:nvPicPr>
        <p:blipFill>
          <a:blip r:embed="rId10"/>
          <a:stretch>
            <a:fillRect/>
          </a:stretch>
        </p:blipFill>
        <p:spPr>
          <a:xfrm>
            <a:off x="7667625" y="3534251"/>
            <a:ext cx="142875" cy="142875"/>
          </a:xfrm>
          <a:prstGeom prst="rect">
            <a:avLst/>
          </a:prstGeom>
        </p:spPr>
      </p:pic>
      <p:sp>
        <p:nvSpPr>
          <p:cNvPr id="56" name="TextBox 55"/>
          <p:cNvSpPr txBox="1"/>
          <p:nvPr/>
        </p:nvSpPr>
        <p:spPr>
          <a:xfrm>
            <a:off x="7867650" y="3506152"/>
            <a:ext cx="3476625" cy="200025"/>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q99 = 9,5 statt 33,3 Fälle/Monat (q95)</a:t>
            </a:r>
          </a:p>
        </p:txBody>
      </p:sp>
      <p:sp>
        <p:nvSpPr>
          <p:cNvPr id="57" name="Rounded Rectangle 56"/>
          <p:cNvSpPr/>
          <p:nvPr/>
        </p:nvSpPr>
        <p:spPr>
          <a:xfrm>
            <a:off x="2419350" y="3944302"/>
            <a:ext cx="4476750" cy="1169670"/>
          </a:xfrm>
          <a:prstGeom prst="roundRect">
            <a:avLst>
              <a:gd name="adj" fmla="val 8143"/>
            </a:avLst>
          </a:prstGeom>
          <a:solidFill>
            <a:srgbClr val="FFFFFF"/>
          </a:solidFill>
          <a:ln w="9525">
            <a:solidFill>
              <a:srgbClr val="D2DAE2"/>
            </a:solidFill>
          </a:ln>
          <a:effectLst/>
        </p:spPr>
        <p:txBody>
          <a:bodyPr rtlCol="0" anchor="ctr"/>
          <a:lstStyle/>
          <a:p>
            <a:pPr algn="ctr"/>
          </a:p>
        </p:txBody>
      </p:sp>
      <p:grpSp>
        <p:nvGrpSpPr>
          <p:cNvPr id="58" name="Scheibe trending-down"/>
          <p:cNvGrpSpPr/>
          <p:nvPr/>
        </p:nvGrpSpPr>
        <p:grpSpPr>
          <a:xfrm>
            <a:off x="2581275" y="4087178"/>
            <a:ext cx="342900" cy="342900"/>
            <a:chOff x="2581275" y="4087178"/>
            <a:chExt cx="342900" cy="342900"/>
          </a:xfrm>
        </p:grpSpPr>
        <p:sp>
          <p:nvSpPr>
            <p:cNvPr id="59" name="Oval 58"/>
            <p:cNvSpPr/>
            <p:nvPr/>
          </p:nvSpPr>
          <p:spPr>
            <a:xfrm>
              <a:off x="2581275" y="4087178"/>
              <a:ext cx="342900" cy="342900"/>
            </a:xfrm>
            <a:prstGeom prst="ellipse">
              <a:avLst/>
            </a:prstGeom>
            <a:solidFill>
              <a:srgbClr val="084878"/>
            </a:solidFill>
            <a:ln>
              <a:noFill/>
            </a:ln>
            <a:effectLst/>
          </p:spPr>
          <p:txBody>
            <a:bodyPr rtlCol="0" anchor="ctr"/>
            <a:lstStyle/>
            <a:p>
              <a:pPr algn="ctr"/>
            </a:p>
          </p:txBody>
        </p:sp>
        <p:pic>
          <p:nvPicPr>
            <p:cNvPr id="60" name="Picture 59" descr="trending-down__FFFFFF.png"/>
            <p:cNvPicPr>
              <a:picLocks noChangeAspect="1"/>
            </p:cNvPicPr>
            <p:nvPr/>
          </p:nvPicPr>
          <p:blipFill>
            <a:blip r:embed="rId12"/>
            <a:stretch>
              <a:fillRect/>
            </a:stretch>
          </p:blipFill>
          <p:spPr>
            <a:xfrm>
              <a:off x="2663571" y="4169474"/>
              <a:ext cx="178308" cy="178308"/>
            </a:xfrm>
            <a:prstGeom prst="rect">
              <a:avLst/>
            </a:prstGeom>
          </p:spPr>
        </p:pic>
      </p:grpSp>
      <p:sp>
        <p:nvSpPr>
          <p:cNvPr id="61" name="TextBox 60"/>
          <p:cNvSpPr txBox="1"/>
          <p:nvPr/>
        </p:nvSpPr>
        <p:spPr>
          <a:xfrm>
            <a:off x="3057525" y="4087178"/>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Prognose zu niedrig</a:t>
            </a:r>
          </a:p>
        </p:txBody>
      </p:sp>
      <p:sp>
        <p:nvSpPr>
          <p:cNvPr id="62" name="TextBox 61"/>
          <p:cNvSpPr txBox="1"/>
          <p:nvPr/>
        </p:nvSpPr>
        <p:spPr>
          <a:xfrm>
            <a:off x="3057525" y="4315778"/>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Fehlmenge am Spotmarkt zukaufen.</a:t>
            </a:r>
          </a:p>
        </p:txBody>
      </p:sp>
      <p:pic>
        <p:nvPicPr>
          <p:cNvPr id="63" name="Icon arrow-right" descr="arrow-right__00718E.png"/>
          <p:cNvPicPr>
            <a:picLocks noChangeAspect="1"/>
          </p:cNvPicPr>
          <p:nvPr/>
        </p:nvPicPr>
        <p:blipFill>
          <a:blip r:embed="rId10"/>
          <a:stretch>
            <a:fillRect/>
          </a:stretch>
        </p:blipFill>
        <p:spPr>
          <a:xfrm>
            <a:off x="3057525" y="4600099"/>
            <a:ext cx="142875" cy="142875"/>
          </a:xfrm>
          <a:prstGeom prst="rect">
            <a:avLst/>
          </a:prstGeom>
        </p:spPr>
      </p:pic>
      <p:sp>
        <p:nvSpPr>
          <p:cNvPr id="64" name="TextBox 63"/>
          <p:cNvSpPr txBox="1"/>
          <p:nvPr/>
        </p:nvSpPr>
        <p:spPr>
          <a:xfrm>
            <a:off x="3257550" y="4572000"/>
            <a:ext cx="3476625" cy="200025"/>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RMSE bestraft große Fehler stärker</a:t>
            </a:r>
          </a:p>
        </p:txBody>
      </p:sp>
      <p:sp>
        <p:nvSpPr>
          <p:cNvPr id="65" name="Rounded Rectangle 64"/>
          <p:cNvSpPr/>
          <p:nvPr/>
        </p:nvSpPr>
        <p:spPr>
          <a:xfrm>
            <a:off x="7029450" y="3944302"/>
            <a:ext cx="4476750" cy="1169670"/>
          </a:xfrm>
          <a:prstGeom prst="roundRect">
            <a:avLst>
              <a:gd name="adj" fmla="val 8143"/>
            </a:avLst>
          </a:prstGeom>
          <a:solidFill>
            <a:srgbClr val="FFFFFF"/>
          </a:solidFill>
          <a:ln w="9525">
            <a:solidFill>
              <a:srgbClr val="D2DAE2"/>
            </a:solidFill>
          </a:ln>
          <a:effectLst/>
        </p:spPr>
        <p:txBody>
          <a:bodyPr rtlCol="0" anchor="ctr"/>
          <a:lstStyle/>
          <a:p>
            <a:pPr algn="ctr"/>
          </a:p>
        </p:txBody>
      </p:sp>
      <p:grpSp>
        <p:nvGrpSpPr>
          <p:cNvPr id="66" name="Scheibe eye-off"/>
          <p:cNvGrpSpPr/>
          <p:nvPr/>
        </p:nvGrpSpPr>
        <p:grpSpPr>
          <a:xfrm>
            <a:off x="7191375" y="4087178"/>
            <a:ext cx="342900" cy="342900"/>
            <a:chOff x="7191375" y="4087178"/>
            <a:chExt cx="342900" cy="342900"/>
          </a:xfrm>
        </p:grpSpPr>
        <p:sp>
          <p:nvSpPr>
            <p:cNvPr id="67" name="Oval 66"/>
            <p:cNvSpPr/>
            <p:nvPr/>
          </p:nvSpPr>
          <p:spPr>
            <a:xfrm>
              <a:off x="7191375" y="4087178"/>
              <a:ext cx="342900" cy="342900"/>
            </a:xfrm>
            <a:prstGeom prst="ellipse">
              <a:avLst/>
            </a:prstGeom>
            <a:solidFill>
              <a:srgbClr val="A86505"/>
            </a:solidFill>
            <a:ln>
              <a:noFill/>
            </a:ln>
            <a:effectLst/>
          </p:spPr>
          <p:txBody>
            <a:bodyPr rtlCol="0" anchor="ctr"/>
            <a:lstStyle/>
            <a:p>
              <a:pPr algn="ctr"/>
            </a:p>
          </p:txBody>
        </p:sp>
        <p:pic>
          <p:nvPicPr>
            <p:cNvPr id="68" name="Picture 67" descr="eye-off__FFFFFF.png"/>
            <p:cNvPicPr>
              <a:picLocks noChangeAspect="1"/>
            </p:cNvPicPr>
            <p:nvPr/>
          </p:nvPicPr>
          <p:blipFill>
            <a:blip r:embed="rId13"/>
            <a:stretch>
              <a:fillRect/>
            </a:stretch>
          </p:blipFill>
          <p:spPr>
            <a:xfrm>
              <a:off x="7273671" y="4169474"/>
              <a:ext cx="178308" cy="178308"/>
            </a:xfrm>
            <a:prstGeom prst="rect">
              <a:avLst/>
            </a:prstGeom>
          </p:spPr>
        </p:pic>
      </p:grpSp>
      <p:sp>
        <p:nvSpPr>
          <p:cNvPr id="69" name="TextBox 68"/>
          <p:cNvSpPr txBox="1"/>
          <p:nvPr/>
        </p:nvSpPr>
        <p:spPr>
          <a:xfrm>
            <a:off x="7667625" y="4087178"/>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Übersehen</a:t>
            </a:r>
          </a:p>
        </p:txBody>
      </p:sp>
      <p:sp>
        <p:nvSpPr>
          <p:cNvPr id="70" name="TextBox 69"/>
          <p:cNvSpPr txBox="1"/>
          <p:nvPr/>
        </p:nvSpPr>
        <p:spPr>
          <a:xfrm>
            <a:off x="7667625" y="4315778"/>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Fällt wie heute erst in der Quartalsauswertung auf.</a:t>
            </a:r>
          </a:p>
        </p:txBody>
      </p:sp>
      <p:pic>
        <p:nvPicPr>
          <p:cNvPr id="71" name="Icon arrow-right" descr="arrow-right__00718E.png"/>
          <p:cNvPicPr>
            <a:picLocks noChangeAspect="1"/>
          </p:cNvPicPr>
          <p:nvPr/>
        </p:nvPicPr>
        <p:blipFill>
          <a:blip r:embed="rId10"/>
          <a:stretch>
            <a:fillRect/>
          </a:stretch>
        </p:blipFill>
        <p:spPr>
          <a:xfrm>
            <a:off x="7667625" y="4699635"/>
            <a:ext cx="142875" cy="142875"/>
          </a:xfrm>
          <a:prstGeom prst="rect">
            <a:avLst/>
          </a:prstGeom>
        </p:spPr>
      </p:pic>
      <p:sp>
        <p:nvSpPr>
          <p:cNvPr id="72" name="TextBox 71"/>
          <p:cNvSpPr txBox="1"/>
          <p:nvPr/>
        </p:nvSpPr>
        <p:spPr>
          <a:xfrm>
            <a:off x="7867650" y="4572000"/>
            <a:ext cx="3476625" cy="400050"/>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Stichprobe unauffälliger Fälle misst den Recall</a:t>
            </a:r>
          </a:p>
        </p:txBody>
      </p:sp>
      <p:sp>
        <p:nvSpPr>
          <p:cNvPr id="73" name="TextBox 72"/>
          <p:cNvSpPr txBox="1"/>
          <p:nvPr/>
        </p:nvSpPr>
        <p:spPr>
          <a:xfrm>
            <a:off x="685800" y="5265420"/>
            <a:ext cx="10820400" cy="171450"/>
          </a:xfrm>
          <a:prstGeom prst="rect">
            <a:avLst/>
          </a:prstGeom>
          <a:noFill/>
        </p:spPr>
        <p:txBody>
          <a:bodyPr wrap="square" lIns="0" rIns="0" tIns="0" bIns="0" anchor="t">
            <a:noAutofit/>
          </a:bodyPr>
          <a:lstStyle/>
          <a:p>
            <a:pPr algn="l">
              <a:lnSpc>
                <a:spcPts val="1350"/>
              </a:lnSpc>
            </a:pPr>
            <a:r>
              <a:rPr sz="1050" b="0" i="0" lang="de-DE">
                <a:solidFill>
                  <a:srgbClr val="657383"/>
                </a:solidFill>
                <a:latin typeface="IBM Plex Sans"/>
              </a:rPr>
              <a:t>Euro-Beträge sind nicht belegt: Spotmarkt-Kosten, Prüfzeit und Bestätigungsquote misst der Pilot (Bericht, Canvas-Feld 08).</a:t>
            </a:r>
          </a:p>
        </p:txBody>
      </p:sp>
      <p:cxnSp>
        <p:nvCxnSpPr>
          <p:cNvPr id="74"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5" name="Logo" descr="image.png"/>
          <p:cNvPicPr>
            <a:picLocks noChangeAspect="1"/>
          </p:cNvPicPr>
          <p:nvPr/>
        </p:nvPicPr>
        <p:blipFill>
          <a:blip r:embed="rId14"/>
          <a:stretch>
            <a:fillRect/>
          </a:stretch>
        </p:blipFill>
        <p:spPr>
          <a:xfrm>
            <a:off x="685800" y="6400800"/>
            <a:ext cx="715863" cy="247650"/>
          </a:xfrm>
          <a:prstGeom prst="rect">
            <a:avLst/>
          </a:prstGeom>
        </p:spPr>
      </p:pic>
      <p:sp>
        <p:nvSpPr>
          <p:cNvPr id="76" name="TextBox 75"/>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77" name="Connector 76"/>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78" name="Scheibe gem"/>
          <p:cNvGrpSpPr/>
          <p:nvPr/>
        </p:nvGrpSpPr>
        <p:grpSpPr>
          <a:xfrm>
            <a:off x="4523899" y="6426994"/>
            <a:ext cx="195262" cy="195262"/>
            <a:chOff x="4523899" y="6426994"/>
            <a:chExt cx="195262" cy="195262"/>
          </a:xfrm>
        </p:grpSpPr>
        <p:sp>
          <p:nvSpPr>
            <p:cNvPr id="79" name="Oval 78"/>
            <p:cNvSpPr/>
            <p:nvPr/>
          </p:nvSpPr>
          <p:spPr>
            <a:xfrm>
              <a:off x="4523899"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80" name="Picture 79" descr="gem__084878.png"/>
            <p:cNvPicPr>
              <a:picLocks noChangeAspect="1"/>
            </p:cNvPicPr>
            <p:nvPr/>
          </p:nvPicPr>
          <p:blipFill>
            <a:blip r:embed="rId4"/>
            <a:stretch>
              <a:fillRect/>
            </a:stretch>
          </p:blipFill>
          <p:spPr>
            <a:xfrm>
              <a:off x="4567047" y="6470142"/>
              <a:ext cx="108966" cy="108966"/>
            </a:xfrm>
            <a:prstGeom prst="rect">
              <a:avLst/>
            </a:prstGeom>
          </p:spPr>
        </p:pic>
      </p:grpSp>
      <p:sp>
        <p:nvSpPr>
          <p:cNvPr id="81" name="TextBox 80"/>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01</a:t>
            </a:r>
          </a:p>
        </p:txBody>
      </p:sp>
      <p:sp>
        <p:nvSpPr>
          <p:cNvPr id="82" name="TextBox 81"/>
          <p:cNvSpPr txBox="1"/>
          <p:nvPr/>
        </p:nvSpPr>
        <p:spPr>
          <a:xfrm>
            <a:off x="5000625" y="6438900"/>
            <a:ext cx="67398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Mehrwert</a:t>
            </a:r>
          </a:p>
        </p:txBody>
      </p:sp>
      <p:grpSp>
        <p:nvGrpSpPr>
          <p:cNvPr id="83" name="Scheibe target"/>
          <p:cNvGrpSpPr/>
          <p:nvPr/>
        </p:nvGrpSpPr>
        <p:grpSpPr>
          <a:xfrm>
            <a:off x="5700808" y="6426994"/>
            <a:ext cx="195262" cy="195262"/>
            <a:chOff x="5700808" y="6426994"/>
            <a:chExt cx="195262" cy="195262"/>
          </a:xfrm>
        </p:grpSpPr>
        <p:sp>
          <p:nvSpPr>
            <p:cNvPr id="84" name="Oval 83"/>
            <p:cNvSpPr/>
            <p:nvPr/>
          </p:nvSpPr>
          <p:spPr>
            <a:xfrm>
              <a:off x="5700808"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85" name="Picture 84" descr="target__084878.png"/>
            <p:cNvPicPr>
              <a:picLocks noChangeAspect="1"/>
            </p:cNvPicPr>
            <p:nvPr/>
          </p:nvPicPr>
          <p:blipFill>
            <a:blip r:embed="rId5"/>
            <a:stretch>
              <a:fillRect/>
            </a:stretch>
          </p:blipFill>
          <p:spPr>
            <a:xfrm>
              <a:off x="5743956" y="6470142"/>
              <a:ext cx="108966" cy="108966"/>
            </a:xfrm>
            <a:prstGeom prst="rect">
              <a:avLst/>
            </a:prstGeom>
          </p:spPr>
        </p:pic>
      </p:grpSp>
      <p:sp>
        <p:nvSpPr>
          <p:cNvPr id="86" name="TextBox 85"/>
          <p:cNvSpPr txBox="1"/>
          <p:nvPr/>
        </p:nvSpPr>
        <p:spPr>
          <a:xfrm>
            <a:off x="5960364"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08</a:t>
            </a:r>
          </a:p>
        </p:txBody>
      </p:sp>
      <p:sp>
        <p:nvSpPr>
          <p:cNvPr id="87" name="TextBox 86"/>
          <p:cNvSpPr txBox="1"/>
          <p:nvPr/>
        </p:nvSpPr>
        <p:spPr>
          <a:xfrm>
            <a:off x="6177534" y="6438900"/>
            <a:ext cx="525970"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Impact</a:t>
            </a:r>
          </a:p>
        </p:txBody>
      </p:sp>
      <p:sp>
        <p:nvSpPr>
          <p:cNvPr id="88" name="TextBox 87"/>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89"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plit links"/>
          <p:cNvSpPr/>
          <p:nvPr/>
        </p:nvSpPr>
        <p:spPr>
          <a:xfrm>
            <a:off x="0" y="0"/>
            <a:ext cx="4876800" cy="6219825"/>
          </a:xfrm>
          <a:prstGeom prst="rect">
            <a:avLst/>
          </a:prstGeom>
          <a:solidFill>
            <a:srgbClr val="063659"/>
          </a:solidFill>
          <a:ln>
            <a:noFill/>
          </a:ln>
          <a:effectLst/>
        </p:spPr>
        <p:txBody>
          <a:bodyPr rtlCol="0" anchor="ctr"/>
          <a:lstStyle/>
          <a:p>
            <a:pPr algn="ctr"/>
          </a:p>
        </p:txBody>
      </p:sp>
      <p:sp>
        <p:nvSpPr>
          <p:cNvPr id="3" name="Ring"/>
          <p:cNvSpPr/>
          <p:nvPr/>
        </p:nvSpPr>
        <p:spPr>
          <a:xfrm>
            <a:off x="2790825" y="0"/>
            <a:ext cx="2085975" cy="2181225"/>
          </a:xfrm>
          <a:custGeom>
            <a:avLst/>
            <a:gdLst/>
            <a:ahLst/>
            <a:cxnLst/>
            <a:rect l="l" t="t" r="r" b="b"/>
            <a:pathLst>
              <a:path w="2085975" h="2181225">
                <a:moveTo>
                  <a:pt x="2085975" y="2178945"/>
                </a:moveTo>
                <a:lnTo>
                  <a:pt x="2077559" y="2179330"/>
                </a:lnTo>
                <a:lnTo>
                  <a:pt x="2060200" y="2180012"/>
                </a:lnTo>
                <a:lnTo>
                  <a:pt x="2042836" y="2180543"/>
                </a:lnTo>
                <a:lnTo>
                  <a:pt x="2025468" y="2180922"/>
                </a:lnTo>
                <a:lnTo>
                  <a:pt x="2008097" y="2181149"/>
                </a:lnTo>
                <a:lnTo>
                  <a:pt x="1990725" y="2181225"/>
                </a:lnTo>
                <a:lnTo>
                  <a:pt x="1973353" y="2181149"/>
                </a:lnTo>
                <a:lnTo>
                  <a:pt x="1955982" y="2180922"/>
                </a:lnTo>
                <a:lnTo>
                  <a:pt x="1938614" y="2180543"/>
                </a:lnTo>
                <a:lnTo>
                  <a:pt x="1921250" y="2180012"/>
                </a:lnTo>
                <a:lnTo>
                  <a:pt x="1903891" y="2179330"/>
                </a:lnTo>
                <a:lnTo>
                  <a:pt x="1886539" y="2178497"/>
                </a:lnTo>
                <a:lnTo>
                  <a:pt x="1869194" y="2177512"/>
                </a:lnTo>
                <a:lnTo>
                  <a:pt x="1851859" y="2176376"/>
                </a:lnTo>
                <a:lnTo>
                  <a:pt x="1834535" y="2175088"/>
                </a:lnTo>
                <a:lnTo>
                  <a:pt x="1817222" y="2173650"/>
                </a:lnTo>
                <a:lnTo>
                  <a:pt x="1799922" y="2172060"/>
                </a:lnTo>
                <a:lnTo>
                  <a:pt x="1782638" y="2170320"/>
                </a:lnTo>
                <a:lnTo>
                  <a:pt x="1765369" y="2168428"/>
                </a:lnTo>
                <a:lnTo>
                  <a:pt x="1748117" y="2166386"/>
                </a:lnTo>
                <a:lnTo>
                  <a:pt x="1730883" y="2164194"/>
                </a:lnTo>
                <a:lnTo>
                  <a:pt x="1713670" y="2161851"/>
                </a:lnTo>
                <a:lnTo>
                  <a:pt x="1696477" y="2159359"/>
                </a:lnTo>
                <a:lnTo>
                  <a:pt x="1679307" y="2156716"/>
                </a:lnTo>
                <a:lnTo>
                  <a:pt x="1662161" y="2153923"/>
                </a:lnTo>
                <a:lnTo>
                  <a:pt x="1645039" y="2150981"/>
                </a:lnTo>
                <a:lnTo>
                  <a:pt x="1627944" y="2147890"/>
                </a:lnTo>
                <a:lnTo>
                  <a:pt x="1610877" y="2144650"/>
                </a:lnTo>
                <a:lnTo>
                  <a:pt x="1593838" y="2141261"/>
                </a:lnTo>
                <a:lnTo>
                  <a:pt x="1576830" y="2137723"/>
                </a:lnTo>
                <a:lnTo>
                  <a:pt x="1559853" y="2134037"/>
                </a:lnTo>
                <a:lnTo>
                  <a:pt x="1542909" y="2130203"/>
                </a:lnTo>
                <a:lnTo>
                  <a:pt x="1525999" y="2126221"/>
                </a:lnTo>
                <a:lnTo>
                  <a:pt x="1509125" y="2122092"/>
                </a:lnTo>
                <a:lnTo>
                  <a:pt x="1492287" y="2117816"/>
                </a:lnTo>
                <a:lnTo>
                  <a:pt x="1475487" y="2113393"/>
                </a:lnTo>
                <a:lnTo>
                  <a:pt x="1458727" y="2108823"/>
                </a:lnTo>
                <a:lnTo>
                  <a:pt x="1442007" y="2104108"/>
                </a:lnTo>
                <a:lnTo>
                  <a:pt x="1425329" y="2099246"/>
                </a:lnTo>
                <a:lnTo>
                  <a:pt x="1408693" y="2094240"/>
                </a:lnTo>
                <a:lnTo>
                  <a:pt x="1392102" y="2089088"/>
                </a:lnTo>
                <a:lnTo>
                  <a:pt x="1375557" y="2083792"/>
                </a:lnTo>
                <a:lnTo>
                  <a:pt x="1359059" y="2078352"/>
                </a:lnTo>
                <a:lnTo>
                  <a:pt x="1342608" y="2072767"/>
                </a:lnTo>
                <a:lnTo>
                  <a:pt x="1326207" y="2067040"/>
                </a:lnTo>
                <a:lnTo>
                  <a:pt x="1309857" y="2061170"/>
                </a:lnTo>
                <a:lnTo>
                  <a:pt x="1293558" y="2055157"/>
                </a:lnTo>
                <a:lnTo>
                  <a:pt x="1277313" y="2049002"/>
                </a:lnTo>
                <a:lnTo>
                  <a:pt x="1261122" y="2042706"/>
                </a:lnTo>
                <a:lnTo>
                  <a:pt x="1244986" y="2036268"/>
                </a:lnTo>
                <a:lnTo>
                  <a:pt x="1228908" y="2029690"/>
                </a:lnTo>
                <a:lnTo>
                  <a:pt x="1212887" y="2022972"/>
                </a:lnTo>
                <a:lnTo>
                  <a:pt x="1196925" y="2016114"/>
                </a:lnTo>
                <a:lnTo>
                  <a:pt x="1181024" y="2009118"/>
                </a:lnTo>
                <a:lnTo>
                  <a:pt x="1165185" y="2001983"/>
                </a:lnTo>
                <a:lnTo>
                  <a:pt x="1149408" y="1994710"/>
                </a:lnTo>
                <a:lnTo>
                  <a:pt x="1133696" y="1987299"/>
                </a:lnTo>
                <a:lnTo>
                  <a:pt x="1118049" y="1979752"/>
                </a:lnTo>
                <a:lnTo>
                  <a:pt x="1102468" y="1972068"/>
                </a:lnTo>
                <a:lnTo>
                  <a:pt x="1086955" y="1964249"/>
                </a:lnTo>
                <a:lnTo>
                  <a:pt x="1071510" y="1956295"/>
                </a:lnTo>
                <a:lnTo>
                  <a:pt x="1056136" y="1948206"/>
                </a:lnTo>
                <a:lnTo>
                  <a:pt x="1040833" y="1939983"/>
                </a:lnTo>
                <a:lnTo>
                  <a:pt x="1025602" y="1931627"/>
                </a:lnTo>
                <a:lnTo>
                  <a:pt x="1010445" y="1923139"/>
                </a:lnTo>
                <a:lnTo>
                  <a:pt x="995363" y="1914518"/>
                </a:lnTo>
                <a:lnTo>
                  <a:pt x="980356" y="1905767"/>
                </a:lnTo>
                <a:lnTo>
                  <a:pt x="965426" y="1896884"/>
                </a:lnTo>
                <a:lnTo>
                  <a:pt x="950574" y="1887872"/>
                </a:lnTo>
                <a:lnTo>
                  <a:pt x="935801" y="1878731"/>
                </a:lnTo>
                <a:lnTo>
                  <a:pt x="921109" y="1869460"/>
                </a:lnTo>
                <a:lnTo>
                  <a:pt x="906498" y="1860062"/>
                </a:lnTo>
                <a:lnTo>
                  <a:pt x="891970" y="1850537"/>
                </a:lnTo>
                <a:lnTo>
                  <a:pt x="877526" y="1840886"/>
                </a:lnTo>
                <a:lnTo>
                  <a:pt x="863166" y="1831109"/>
                </a:lnTo>
                <a:lnTo>
                  <a:pt x="848892" y="1821206"/>
                </a:lnTo>
                <a:lnTo>
                  <a:pt x="834705" y="1811180"/>
                </a:lnTo>
                <a:lnTo>
                  <a:pt x="820606" y="1801030"/>
                </a:lnTo>
                <a:lnTo>
                  <a:pt x="806596" y="1790758"/>
                </a:lnTo>
                <a:lnTo>
                  <a:pt x="792677" y="1780364"/>
                </a:lnTo>
                <a:lnTo>
                  <a:pt x="778848" y="1769848"/>
                </a:lnTo>
                <a:lnTo>
                  <a:pt x="765112" y="1759213"/>
                </a:lnTo>
                <a:lnTo>
                  <a:pt x="751470" y="1748458"/>
                </a:lnTo>
                <a:lnTo>
                  <a:pt x="737921" y="1737584"/>
                </a:lnTo>
                <a:lnTo>
                  <a:pt x="724468" y="1726592"/>
                </a:lnTo>
                <a:lnTo>
                  <a:pt x="711112" y="1715484"/>
                </a:lnTo>
                <a:lnTo>
                  <a:pt x="697853" y="1704259"/>
                </a:lnTo>
                <a:lnTo>
                  <a:pt x="684692" y="1692919"/>
                </a:lnTo>
                <a:lnTo>
                  <a:pt x="671631" y="1681465"/>
                </a:lnTo>
                <a:lnTo>
                  <a:pt x="658670" y="1669897"/>
                </a:lnTo>
                <a:lnTo>
                  <a:pt x="645811" y="1658216"/>
                </a:lnTo>
                <a:lnTo>
                  <a:pt x="633054" y="1646424"/>
                </a:lnTo>
                <a:lnTo>
                  <a:pt x="620400" y="1634521"/>
                </a:lnTo>
                <a:lnTo>
                  <a:pt x="607851" y="1622508"/>
                </a:lnTo>
                <a:lnTo>
                  <a:pt x="595407" y="1610386"/>
                </a:lnTo>
                <a:lnTo>
                  <a:pt x="583070" y="1598155"/>
                </a:lnTo>
                <a:lnTo>
                  <a:pt x="570839" y="1585818"/>
                </a:lnTo>
                <a:lnTo>
                  <a:pt x="558717" y="1573374"/>
                </a:lnTo>
                <a:lnTo>
                  <a:pt x="546704" y="1560825"/>
                </a:lnTo>
                <a:lnTo>
                  <a:pt x="534801" y="1548171"/>
                </a:lnTo>
                <a:lnTo>
                  <a:pt x="523009" y="1535414"/>
                </a:lnTo>
                <a:lnTo>
                  <a:pt x="511328" y="1522555"/>
                </a:lnTo>
                <a:lnTo>
                  <a:pt x="499760" y="1509594"/>
                </a:lnTo>
                <a:lnTo>
                  <a:pt x="488306" y="1496533"/>
                </a:lnTo>
                <a:lnTo>
                  <a:pt x="476966" y="1483372"/>
                </a:lnTo>
                <a:lnTo>
                  <a:pt x="465741" y="1470113"/>
                </a:lnTo>
                <a:lnTo>
                  <a:pt x="454633" y="1456757"/>
                </a:lnTo>
                <a:lnTo>
                  <a:pt x="443641" y="1443304"/>
                </a:lnTo>
                <a:lnTo>
                  <a:pt x="432767" y="1429755"/>
                </a:lnTo>
                <a:lnTo>
                  <a:pt x="422012" y="1416113"/>
                </a:lnTo>
                <a:lnTo>
                  <a:pt x="411377" y="1402377"/>
                </a:lnTo>
                <a:lnTo>
                  <a:pt x="400861" y="1388548"/>
                </a:lnTo>
                <a:lnTo>
                  <a:pt x="390467" y="1374629"/>
                </a:lnTo>
                <a:lnTo>
                  <a:pt x="380195" y="1360619"/>
                </a:lnTo>
                <a:lnTo>
                  <a:pt x="370045" y="1346520"/>
                </a:lnTo>
                <a:lnTo>
                  <a:pt x="360019" y="1332333"/>
                </a:lnTo>
                <a:lnTo>
                  <a:pt x="350116" y="1318059"/>
                </a:lnTo>
                <a:lnTo>
                  <a:pt x="340339" y="1303699"/>
                </a:lnTo>
                <a:lnTo>
                  <a:pt x="330688" y="1289255"/>
                </a:lnTo>
                <a:lnTo>
                  <a:pt x="321163" y="1274727"/>
                </a:lnTo>
                <a:lnTo>
                  <a:pt x="311765" y="1260116"/>
                </a:lnTo>
                <a:lnTo>
                  <a:pt x="302494" y="1245424"/>
                </a:lnTo>
                <a:lnTo>
                  <a:pt x="293353" y="1230651"/>
                </a:lnTo>
                <a:lnTo>
                  <a:pt x="284341" y="1215799"/>
                </a:lnTo>
                <a:lnTo>
                  <a:pt x="275458" y="1200869"/>
                </a:lnTo>
                <a:lnTo>
                  <a:pt x="266707" y="1185862"/>
                </a:lnTo>
                <a:lnTo>
                  <a:pt x="258086" y="1170780"/>
                </a:lnTo>
                <a:lnTo>
                  <a:pt x="249598" y="1155623"/>
                </a:lnTo>
                <a:lnTo>
                  <a:pt x="241242" y="1140392"/>
                </a:lnTo>
                <a:lnTo>
                  <a:pt x="233019" y="1125089"/>
                </a:lnTo>
                <a:lnTo>
                  <a:pt x="224930" y="1109715"/>
                </a:lnTo>
                <a:lnTo>
                  <a:pt x="216976" y="1094270"/>
                </a:lnTo>
                <a:lnTo>
                  <a:pt x="209157" y="1078757"/>
                </a:lnTo>
                <a:lnTo>
                  <a:pt x="201473" y="1063176"/>
                </a:lnTo>
                <a:lnTo>
                  <a:pt x="193926" y="1047529"/>
                </a:lnTo>
                <a:lnTo>
                  <a:pt x="186515" y="1031817"/>
                </a:lnTo>
                <a:lnTo>
                  <a:pt x="179242" y="1016040"/>
                </a:lnTo>
                <a:lnTo>
                  <a:pt x="172107" y="1000201"/>
                </a:lnTo>
                <a:lnTo>
                  <a:pt x="165111" y="984300"/>
                </a:lnTo>
                <a:lnTo>
                  <a:pt x="158253" y="968338"/>
                </a:lnTo>
                <a:lnTo>
                  <a:pt x="151535" y="952317"/>
                </a:lnTo>
                <a:lnTo>
                  <a:pt x="144957" y="936239"/>
                </a:lnTo>
                <a:lnTo>
                  <a:pt x="138519" y="920103"/>
                </a:lnTo>
                <a:lnTo>
                  <a:pt x="132223" y="903912"/>
                </a:lnTo>
                <a:lnTo>
                  <a:pt x="126068" y="887667"/>
                </a:lnTo>
                <a:lnTo>
                  <a:pt x="120055" y="871368"/>
                </a:lnTo>
                <a:lnTo>
                  <a:pt x="114185" y="855018"/>
                </a:lnTo>
                <a:lnTo>
                  <a:pt x="108458" y="838617"/>
                </a:lnTo>
                <a:lnTo>
                  <a:pt x="102873" y="822166"/>
                </a:lnTo>
                <a:lnTo>
                  <a:pt x="97433" y="805668"/>
                </a:lnTo>
                <a:lnTo>
                  <a:pt x="92137" y="789123"/>
                </a:lnTo>
                <a:lnTo>
                  <a:pt x="86985" y="772532"/>
                </a:lnTo>
                <a:lnTo>
                  <a:pt x="81979" y="755896"/>
                </a:lnTo>
                <a:lnTo>
                  <a:pt x="77117" y="739218"/>
                </a:lnTo>
                <a:lnTo>
                  <a:pt x="72402" y="722498"/>
                </a:lnTo>
                <a:lnTo>
                  <a:pt x="67832" y="705738"/>
                </a:lnTo>
                <a:lnTo>
                  <a:pt x="63409" y="688938"/>
                </a:lnTo>
                <a:lnTo>
                  <a:pt x="59133" y="672100"/>
                </a:lnTo>
                <a:lnTo>
                  <a:pt x="55004" y="655226"/>
                </a:lnTo>
                <a:lnTo>
                  <a:pt x="51022" y="638316"/>
                </a:lnTo>
                <a:lnTo>
                  <a:pt x="47188" y="621372"/>
                </a:lnTo>
                <a:lnTo>
                  <a:pt x="43502" y="604395"/>
                </a:lnTo>
                <a:lnTo>
                  <a:pt x="39964" y="587387"/>
                </a:lnTo>
                <a:lnTo>
                  <a:pt x="36575" y="570348"/>
                </a:lnTo>
                <a:lnTo>
                  <a:pt x="33335" y="553281"/>
                </a:lnTo>
                <a:lnTo>
                  <a:pt x="30244" y="536186"/>
                </a:lnTo>
                <a:lnTo>
                  <a:pt x="27302" y="519064"/>
                </a:lnTo>
                <a:lnTo>
                  <a:pt x="24509" y="501918"/>
                </a:lnTo>
                <a:lnTo>
                  <a:pt x="21866" y="484748"/>
                </a:lnTo>
                <a:lnTo>
                  <a:pt x="19374" y="467555"/>
                </a:lnTo>
                <a:lnTo>
                  <a:pt x="17031" y="450342"/>
                </a:lnTo>
                <a:lnTo>
                  <a:pt x="14839" y="433108"/>
                </a:lnTo>
                <a:lnTo>
                  <a:pt x="12797" y="415856"/>
                </a:lnTo>
                <a:lnTo>
                  <a:pt x="10905" y="398587"/>
                </a:lnTo>
                <a:lnTo>
                  <a:pt x="9165" y="381303"/>
                </a:lnTo>
                <a:lnTo>
                  <a:pt x="7575" y="364003"/>
                </a:lnTo>
                <a:lnTo>
                  <a:pt x="6137" y="346690"/>
                </a:lnTo>
                <a:lnTo>
                  <a:pt x="4849" y="329366"/>
                </a:lnTo>
                <a:lnTo>
                  <a:pt x="3713" y="312031"/>
                </a:lnTo>
                <a:lnTo>
                  <a:pt x="2728" y="294686"/>
                </a:lnTo>
                <a:lnTo>
                  <a:pt x="1895" y="277334"/>
                </a:lnTo>
                <a:lnTo>
                  <a:pt x="1213" y="259975"/>
                </a:lnTo>
                <a:lnTo>
                  <a:pt x="682" y="242611"/>
                </a:lnTo>
                <a:lnTo>
                  <a:pt x="303" y="225243"/>
                </a:lnTo>
                <a:lnTo>
                  <a:pt x="76" y="207872"/>
                </a:lnTo>
                <a:lnTo>
                  <a:pt x="0" y="190500"/>
                </a:lnTo>
                <a:lnTo>
                  <a:pt x="76" y="173128"/>
                </a:lnTo>
                <a:lnTo>
                  <a:pt x="303" y="155757"/>
                </a:lnTo>
                <a:lnTo>
                  <a:pt x="682" y="138389"/>
                </a:lnTo>
                <a:lnTo>
                  <a:pt x="1213" y="121025"/>
                </a:lnTo>
                <a:lnTo>
                  <a:pt x="1895" y="103666"/>
                </a:lnTo>
                <a:lnTo>
                  <a:pt x="2728" y="86314"/>
                </a:lnTo>
                <a:lnTo>
                  <a:pt x="3713" y="68969"/>
                </a:lnTo>
                <a:lnTo>
                  <a:pt x="4849" y="51634"/>
                </a:lnTo>
                <a:lnTo>
                  <a:pt x="6137" y="34310"/>
                </a:lnTo>
                <a:lnTo>
                  <a:pt x="7575" y="16997"/>
                </a:lnTo>
                <a:lnTo>
                  <a:pt x="9136" y="0"/>
                </a:lnTo>
              </a:path>
            </a:pathLst>
          </a:custGeom>
          <a:noFill/>
          <a:ln w="19050">
            <a:solidFill>
              <a:srgbClr val="6CC0D2">
                <a:alpha val="20000"/>
              </a:srgbClr>
            </a:solidFill>
          </a:ln>
          <a:effectLst/>
        </p:spPr>
        <p:txBody>
          <a:bodyPr rtlCol="0" anchor="ctr"/>
          <a:lstStyle/>
          <a:p>
            <a:pPr algn="ctr"/>
          </a:p>
        </p:txBody>
      </p:sp>
      <p:sp>
        <p:nvSpPr>
          <p:cNvPr id="4" name="Ring"/>
          <p:cNvSpPr/>
          <p:nvPr/>
        </p:nvSpPr>
        <p:spPr>
          <a:xfrm>
            <a:off x="3362325" y="0"/>
            <a:ext cx="1514475" cy="1609725"/>
          </a:xfrm>
          <a:custGeom>
            <a:avLst/>
            <a:gdLst/>
            <a:ahLst/>
            <a:cxnLst/>
            <a:rect l="l" t="t" r="r" b="b"/>
            <a:pathLst>
              <a:path w="1514475" h="1609725">
                <a:moveTo>
                  <a:pt x="1514475" y="1595948"/>
                </a:moveTo>
                <a:lnTo>
                  <a:pt x="1508237" y="1596840"/>
                </a:lnTo>
                <a:lnTo>
                  <a:pt x="1496788" y="1598398"/>
                </a:lnTo>
                <a:lnTo>
                  <a:pt x="1485327" y="1599856"/>
                </a:lnTo>
                <a:lnTo>
                  <a:pt x="1473853" y="1601214"/>
                </a:lnTo>
                <a:lnTo>
                  <a:pt x="1462368" y="1602472"/>
                </a:lnTo>
                <a:lnTo>
                  <a:pt x="1450872" y="1603630"/>
                </a:lnTo>
                <a:lnTo>
                  <a:pt x="1439367" y="1604687"/>
                </a:lnTo>
                <a:lnTo>
                  <a:pt x="1427853" y="1605644"/>
                </a:lnTo>
                <a:lnTo>
                  <a:pt x="1416331" y="1606500"/>
                </a:lnTo>
                <a:lnTo>
                  <a:pt x="1404802" y="1607256"/>
                </a:lnTo>
                <a:lnTo>
                  <a:pt x="1393266" y="1607911"/>
                </a:lnTo>
                <a:lnTo>
                  <a:pt x="1381726" y="1608465"/>
                </a:lnTo>
                <a:lnTo>
                  <a:pt x="1370181" y="1608918"/>
                </a:lnTo>
                <a:lnTo>
                  <a:pt x="1358633" y="1609271"/>
                </a:lnTo>
                <a:lnTo>
                  <a:pt x="1347082" y="1609523"/>
                </a:lnTo>
                <a:lnTo>
                  <a:pt x="1335529" y="1609675"/>
                </a:lnTo>
                <a:lnTo>
                  <a:pt x="1323975" y="1609725"/>
                </a:lnTo>
                <a:lnTo>
                  <a:pt x="1312421" y="1609675"/>
                </a:lnTo>
                <a:lnTo>
                  <a:pt x="1300868" y="1609523"/>
                </a:lnTo>
                <a:lnTo>
                  <a:pt x="1289317" y="1609271"/>
                </a:lnTo>
                <a:lnTo>
                  <a:pt x="1277769" y="1608918"/>
                </a:lnTo>
                <a:lnTo>
                  <a:pt x="1266224" y="1608465"/>
                </a:lnTo>
                <a:lnTo>
                  <a:pt x="1254684" y="1607911"/>
                </a:lnTo>
                <a:lnTo>
                  <a:pt x="1243148" y="1607256"/>
                </a:lnTo>
                <a:lnTo>
                  <a:pt x="1231619" y="1606500"/>
                </a:lnTo>
                <a:lnTo>
                  <a:pt x="1220097" y="1605644"/>
                </a:lnTo>
                <a:lnTo>
                  <a:pt x="1208583" y="1604687"/>
                </a:lnTo>
                <a:lnTo>
                  <a:pt x="1197078" y="1603630"/>
                </a:lnTo>
                <a:lnTo>
                  <a:pt x="1185582" y="1602472"/>
                </a:lnTo>
                <a:lnTo>
                  <a:pt x="1174097" y="1601214"/>
                </a:lnTo>
                <a:lnTo>
                  <a:pt x="1162623" y="1599856"/>
                </a:lnTo>
                <a:lnTo>
                  <a:pt x="1151162" y="1598398"/>
                </a:lnTo>
                <a:lnTo>
                  <a:pt x="1139713" y="1596840"/>
                </a:lnTo>
                <a:lnTo>
                  <a:pt x="1128279" y="1595182"/>
                </a:lnTo>
                <a:lnTo>
                  <a:pt x="1116860" y="1593425"/>
                </a:lnTo>
                <a:lnTo>
                  <a:pt x="1105456" y="1591567"/>
                </a:lnTo>
                <a:lnTo>
                  <a:pt x="1094069" y="1589611"/>
                </a:lnTo>
                <a:lnTo>
                  <a:pt x="1082700" y="1587555"/>
                </a:lnTo>
                <a:lnTo>
                  <a:pt x="1071349" y="1585400"/>
                </a:lnTo>
                <a:lnTo>
                  <a:pt x="1060017" y="1583146"/>
                </a:lnTo>
                <a:lnTo>
                  <a:pt x="1048705" y="1580793"/>
                </a:lnTo>
                <a:lnTo>
                  <a:pt x="1037414" y="1578342"/>
                </a:lnTo>
                <a:lnTo>
                  <a:pt x="1026145" y="1575792"/>
                </a:lnTo>
                <a:lnTo>
                  <a:pt x="1014899" y="1573143"/>
                </a:lnTo>
                <a:lnTo>
                  <a:pt x="1003676" y="1570397"/>
                </a:lnTo>
                <a:lnTo>
                  <a:pt x="992478" y="1567553"/>
                </a:lnTo>
                <a:lnTo>
                  <a:pt x="981305" y="1564612"/>
                </a:lnTo>
                <a:lnTo>
                  <a:pt x="970158" y="1561573"/>
                </a:lnTo>
                <a:lnTo>
                  <a:pt x="959038" y="1558436"/>
                </a:lnTo>
                <a:lnTo>
                  <a:pt x="947946" y="1555203"/>
                </a:lnTo>
                <a:lnTo>
                  <a:pt x="936882" y="1551874"/>
                </a:lnTo>
                <a:lnTo>
                  <a:pt x="925848" y="1548447"/>
                </a:lnTo>
                <a:lnTo>
                  <a:pt x="914844" y="1544925"/>
                </a:lnTo>
                <a:lnTo>
                  <a:pt x="903872" y="1541307"/>
                </a:lnTo>
                <a:lnTo>
                  <a:pt x="892931" y="1537593"/>
                </a:lnTo>
                <a:lnTo>
                  <a:pt x="882023" y="1533784"/>
                </a:lnTo>
                <a:lnTo>
                  <a:pt x="871149" y="1529880"/>
                </a:lnTo>
                <a:lnTo>
                  <a:pt x="860309" y="1525881"/>
                </a:lnTo>
                <a:lnTo>
                  <a:pt x="849505" y="1521787"/>
                </a:lnTo>
                <a:lnTo>
                  <a:pt x="838737" y="1517600"/>
                </a:lnTo>
                <a:lnTo>
                  <a:pt x="828005" y="1513318"/>
                </a:lnTo>
                <a:lnTo>
                  <a:pt x="817312" y="1508943"/>
                </a:lnTo>
                <a:lnTo>
                  <a:pt x="806657" y="1504475"/>
                </a:lnTo>
                <a:lnTo>
                  <a:pt x="796041" y="1499915"/>
                </a:lnTo>
                <a:lnTo>
                  <a:pt x="785466" y="1495261"/>
                </a:lnTo>
                <a:lnTo>
                  <a:pt x="774932" y="1490516"/>
                </a:lnTo>
                <a:lnTo>
                  <a:pt x="764439" y="1485679"/>
                </a:lnTo>
                <a:lnTo>
                  <a:pt x="753989" y="1480750"/>
                </a:lnTo>
                <a:lnTo>
                  <a:pt x="743583" y="1475731"/>
                </a:lnTo>
                <a:lnTo>
                  <a:pt x="733220" y="1470621"/>
                </a:lnTo>
                <a:lnTo>
                  <a:pt x="722903" y="1465420"/>
                </a:lnTo>
                <a:lnTo>
                  <a:pt x="712631" y="1460130"/>
                </a:lnTo>
                <a:lnTo>
                  <a:pt x="702406" y="1454751"/>
                </a:lnTo>
                <a:lnTo>
                  <a:pt x="692229" y="1449282"/>
                </a:lnTo>
                <a:lnTo>
                  <a:pt x="682099" y="1443725"/>
                </a:lnTo>
                <a:lnTo>
                  <a:pt x="672019" y="1438079"/>
                </a:lnTo>
                <a:lnTo>
                  <a:pt x="661987" y="1432346"/>
                </a:lnTo>
                <a:lnTo>
                  <a:pt x="652007" y="1426525"/>
                </a:lnTo>
                <a:lnTo>
                  <a:pt x="642077" y="1420618"/>
                </a:lnTo>
                <a:lnTo>
                  <a:pt x="632200" y="1414624"/>
                </a:lnTo>
                <a:lnTo>
                  <a:pt x="622375" y="1408544"/>
                </a:lnTo>
                <a:lnTo>
                  <a:pt x="612604" y="1402379"/>
                </a:lnTo>
                <a:lnTo>
                  <a:pt x="602887" y="1396129"/>
                </a:lnTo>
                <a:lnTo>
                  <a:pt x="593224" y="1389794"/>
                </a:lnTo>
                <a:lnTo>
                  <a:pt x="583618" y="1383375"/>
                </a:lnTo>
                <a:lnTo>
                  <a:pt x="574067" y="1376872"/>
                </a:lnTo>
                <a:lnTo>
                  <a:pt x="564574" y="1370287"/>
                </a:lnTo>
                <a:lnTo>
                  <a:pt x="555139" y="1363619"/>
                </a:lnTo>
                <a:lnTo>
                  <a:pt x="545762" y="1356868"/>
                </a:lnTo>
                <a:lnTo>
                  <a:pt x="536445" y="1350036"/>
                </a:lnTo>
                <a:lnTo>
                  <a:pt x="527187" y="1343123"/>
                </a:lnTo>
                <a:lnTo>
                  <a:pt x="517990" y="1336130"/>
                </a:lnTo>
                <a:lnTo>
                  <a:pt x="508855" y="1329057"/>
                </a:lnTo>
                <a:lnTo>
                  <a:pt x="499781" y="1321904"/>
                </a:lnTo>
                <a:lnTo>
                  <a:pt x="490771" y="1314672"/>
                </a:lnTo>
                <a:lnTo>
                  <a:pt x="481823" y="1307362"/>
                </a:lnTo>
                <a:lnTo>
                  <a:pt x="472940" y="1299974"/>
                </a:lnTo>
                <a:lnTo>
                  <a:pt x="464122" y="1292508"/>
                </a:lnTo>
                <a:lnTo>
                  <a:pt x="455369" y="1284967"/>
                </a:lnTo>
                <a:lnTo>
                  <a:pt x="446683" y="1277349"/>
                </a:lnTo>
                <a:lnTo>
                  <a:pt x="438063" y="1269655"/>
                </a:lnTo>
                <a:lnTo>
                  <a:pt x="429510" y="1261887"/>
                </a:lnTo>
                <a:lnTo>
                  <a:pt x="421026" y="1254044"/>
                </a:lnTo>
                <a:lnTo>
                  <a:pt x="412611" y="1246128"/>
                </a:lnTo>
                <a:lnTo>
                  <a:pt x="404265" y="1238138"/>
                </a:lnTo>
                <a:lnTo>
                  <a:pt x="395989" y="1230076"/>
                </a:lnTo>
                <a:lnTo>
                  <a:pt x="387783" y="1221942"/>
                </a:lnTo>
                <a:lnTo>
                  <a:pt x="379649" y="1213736"/>
                </a:lnTo>
                <a:lnTo>
                  <a:pt x="371587" y="1205460"/>
                </a:lnTo>
                <a:lnTo>
                  <a:pt x="363597" y="1197114"/>
                </a:lnTo>
                <a:lnTo>
                  <a:pt x="355681" y="1188699"/>
                </a:lnTo>
                <a:lnTo>
                  <a:pt x="347838" y="1180215"/>
                </a:lnTo>
                <a:lnTo>
                  <a:pt x="340070" y="1171662"/>
                </a:lnTo>
                <a:lnTo>
                  <a:pt x="332376" y="1163042"/>
                </a:lnTo>
                <a:lnTo>
                  <a:pt x="324758" y="1154356"/>
                </a:lnTo>
                <a:lnTo>
                  <a:pt x="317217" y="1145603"/>
                </a:lnTo>
                <a:lnTo>
                  <a:pt x="309751" y="1136785"/>
                </a:lnTo>
                <a:lnTo>
                  <a:pt x="302363" y="1127902"/>
                </a:lnTo>
                <a:lnTo>
                  <a:pt x="295053" y="1118954"/>
                </a:lnTo>
                <a:lnTo>
                  <a:pt x="287821" y="1109944"/>
                </a:lnTo>
                <a:lnTo>
                  <a:pt x="280668" y="1100870"/>
                </a:lnTo>
                <a:lnTo>
                  <a:pt x="273595" y="1091735"/>
                </a:lnTo>
                <a:lnTo>
                  <a:pt x="266602" y="1082538"/>
                </a:lnTo>
                <a:lnTo>
                  <a:pt x="259689" y="1073280"/>
                </a:lnTo>
                <a:lnTo>
                  <a:pt x="252857" y="1063963"/>
                </a:lnTo>
                <a:lnTo>
                  <a:pt x="246106" y="1054586"/>
                </a:lnTo>
                <a:lnTo>
                  <a:pt x="239438" y="1045151"/>
                </a:lnTo>
                <a:lnTo>
                  <a:pt x="232853" y="1035658"/>
                </a:lnTo>
                <a:lnTo>
                  <a:pt x="226350" y="1026107"/>
                </a:lnTo>
                <a:lnTo>
                  <a:pt x="219931" y="1016501"/>
                </a:lnTo>
                <a:lnTo>
                  <a:pt x="213596" y="1006838"/>
                </a:lnTo>
                <a:lnTo>
                  <a:pt x="207346" y="997121"/>
                </a:lnTo>
                <a:lnTo>
                  <a:pt x="201181" y="987350"/>
                </a:lnTo>
                <a:lnTo>
                  <a:pt x="195101" y="977525"/>
                </a:lnTo>
                <a:lnTo>
                  <a:pt x="189107" y="967648"/>
                </a:lnTo>
                <a:lnTo>
                  <a:pt x="183200" y="957718"/>
                </a:lnTo>
                <a:lnTo>
                  <a:pt x="177379" y="947737"/>
                </a:lnTo>
                <a:lnTo>
                  <a:pt x="171646" y="937706"/>
                </a:lnTo>
                <a:lnTo>
                  <a:pt x="166000" y="927626"/>
                </a:lnTo>
                <a:lnTo>
                  <a:pt x="160443" y="917496"/>
                </a:lnTo>
                <a:lnTo>
                  <a:pt x="154974" y="907319"/>
                </a:lnTo>
                <a:lnTo>
                  <a:pt x="149595" y="897094"/>
                </a:lnTo>
                <a:lnTo>
                  <a:pt x="144305" y="886822"/>
                </a:lnTo>
                <a:lnTo>
                  <a:pt x="139104" y="876505"/>
                </a:lnTo>
                <a:lnTo>
                  <a:pt x="133994" y="866142"/>
                </a:lnTo>
                <a:lnTo>
                  <a:pt x="128975" y="855736"/>
                </a:lnTo>
                <a:lnTo>
                  <a:pt x="124046" y="845286"/>
                </a:lnTo>
                <a:lnTo>
                  <a:pt x="119209" y="834793"/>
                </a:lnTo>
                <a:lnTo>
                  <a:pt x="114464" y="824259"/>
                </a:lnTo>
                <a:lnTo>
                  <a:pt x="109810" y="813684"/>
                </a:lnTo>
                <a:lnTo>
                  <a:pt x="105250" y="803068"/>
                </a:lnTo>
                <a:lnTo>
                  <a:pt x="100782" y="792413"/>
                </a:lnTo>
                <a:lnTo>
                  <a:pt x="96407" y="781720"/>
                </a:lnTo>
                <a:lnTo>
                  <a:pt x="92125" y="770988"/>
                </a:lnTo>
                <a:lnTo>
                  <a:pt x="87938" y="760220"/>
                </a:lnTo>
                <a:lnTo>
                  <a:pt x="83844" y="749416"/>
                </a:lnTo>
                <a:lnTo>
                  <a:pt x="79845" y="738576"/>
                </a:lnTo>
                <a:lnTo>
                  <a:pt x="75941" y="727702"/>
                </a:lnTo>
                <a:lnTo>
                  <a:pt x="72132" y="716794"/>
                </a:lnTo>
                <a:lnTo>
                  <a:pt x="68418" y="705853"/>
                </a:lnTo>
                <a:lnTo>
                  <a:pt x="64800" y="694881"/>
                </a:lnTo>
                <a:lnTo>
                  <a:pt x="61278" y="683877"/>
                </a:lnTo>
                <a:lnTo>
                  <a:pt x="57851" y="672843"/>
                </a:lnTo>
                <a:lnTo>
                  <a:pt x="54522" y="661779"/>
                </a:lnTo>
                <a:lnTo>
                  <a:pt x="51289" y="650687"/>
                </a:lnTo>
                <a:lnTo>
                  <a:pt x="48152" y="639567"/>
                </a:lnTo>
                <a:lnTo>
                  <a:pt x="45113" y="628420"/>
                </a:lnTo>
                <a:lnTo>
                  <a:pt x="42172" y="617247"/>
                </a:lnTo>
                <a:lnTo>
                  <a:pt x="39328" y="606049"/>
                </a:lnTo>
                <a:lnTo>
                  <a:pt x="36582" y="594826"/>
                </a:lnTo>
                <a:lnTo>
                  <a:pt x="33933" y="583580"/>
                </a:lnTo>
                <a:lnTo>
                  <a:pt x="31383" y="572311"/>
                </a:lnTo>
                <a:lnTo>
                  <a:pt x="28932" y="561020"/>
                </a:lnTo>
                <a:lnTo>
                  <a:pt x="26579" y="549708"/>
                </a:lnTo>
                <a:lnTo>
                  <a:pt x="24325" y="538376"/>
                </a:lnTo>
                <a:lnTo>
                  <a:pt x="22170" y="527025"/>
                </a:lnTo>
                <a:lnTo>
                  <a:pt x="20114" y="515656"/>
                </a:lnTo>
                <a:lnTo>
                  <a:pt x="18158" y="504269"/>
                </a:lnTo>
                <a:lnTo>
                  <a:pt x="16300" y="492865"/>
                </a:lnTo>
                <a:lnTo>
                  <a:pt x="14543" y="481446"/>
                </a:lnTo>
                <a:lnTo>
                  <a:pt x="12885" y="470012"/>
                </a:lnTo>
                <a:lnTo>
                  <a:pt x="11327" y="458563"/>
                </a:lnTo>
                <a:lnTo>
                  <a:pt x="9869" y="447102"/>
                </a:lnTo>
                <a:lnTo>
                  <a:pt x="8511" y="435628"/>
                </a:lnTo>
                <a:lnTo>
                  <a:pt x="7253" y="424143"/>
                </a:lnTo>
                <a:lnTo>
                  <a:pt x="6095" y="412647"/>
                </a:lnTo>
                <a:lnTo>
                  <a:pt x="5038" y="401142"/>
                </a:lnTo>
                <a:lnTo>
                  <a:pt x="4081" y="389628"/>
                </a:lnTo>
                <a:lnTo>
                  <a:pt x="3225" y="378106"/>
                </a:lnTo>
                <a:lnTo>
                  <a:pt x="2469" y="366577"/>
                </a:lnTo>
                <a:lnTo>
                  <a:pt x="1814" y="355041"/>
                </a:lnTo>
                <a:lnTo>
                  <a:pt x="1260" y="343501"/>
                </a:lnTo>
                <a:lnTo>
                  <a:pt x="807" y="331956"/>
                </a:lnTo>
                <a:lnTo>
                  <a:pt x="454" y="320408"/>
                </a:lnTo>
                <a:lnTo>
                  <a:pt x="202" y="308857"/>
                </a:lnTo>
                <a:lnTo>
                  <a:pt x="50" y="297304"/>
                </a:lnTo>
                <a:lnTo>
                  <a:pt x="0" y="285750"/>
                </a:lnTo>
                <a:lnTo>
                  <a:pt x="50" y="274196"/>
                </a:lnTo>
                <a:lnTo>
                  <a:pt x="202" y="262643"/>
                </a:lnTo>
                <a:lnTo>
                  <a:pt x="454" y="251092"/>
                </a:lnTo>
                <a:lnTo>
                  <a:pt x="807" y="239544"/>
                </a:lnTo>
                <a:lnTo>
                  <a:pt x="1260" y="227999"/>
                </a:lnTo>
                <a:lnTo>
                  <a:pt x="1814" y="216459"/>
                </a:lnTo>
                <a:lnTo>
                  <a:pt x="2469" y="204923"/>
                </a:lnTo>
                <a:lnTo>
                  <a:pt x="3225" y="193394"/>
                </a:lnTo>
                <a:lnTo>
                  <a:pt x="4081" y="181872"/>
                </a:lnTo>
                <a:lnTo>
                  <a:pt x="5038" y="170358"/>
                </a:lnTo>
                <a:lnTo>
                  <a:pt x="6095" y="158853"/>
                </a:lnTo>
                <a:lnTo>
                  <a:pt x="7253" y="147357"/>
                </a:lnTo>
                <a:lnTo>
                  <a:pt x="8511" y="135872"/>
                </a:lnTo>
                <a:lnTo>
                  <a:pt x="9869" y="124398"/>
                </a:lnTo>
                <a:lnTo>
                  <a:pt x="11327" y="112937"/>
                </a:lnTo>
                <a:lnTo>
                  <a:pt x="12885" y="101488"/>
                </a:lnTo>
                <a:lnTo>
                  <a:pt x="14543" y="90054"/>
                </a:lnTo>
                <a:lnTo>
                  <a:pt x="16300" y="78635"/>
                </a:lnTo>
                <a:lnTo>
                  <a:pt x="18158" y="67231"/>
                </a:lnTo>
                <a:lnTo>
                  <a:pt x="20114" y="55844"/>
                </a:lnTo>
                <a:lnTo>
                  <a:pt x="22170" y="44475"/>
                </a:lnTo>
                <a:lnTo>
                  <a:pt x="24325" y="33124"/>
                </a:lnTo>
                <a:lnTo>
                  <a:pt x="26579" y="21792"/>
                </a:lnTo>
                <a:lnTo>
                  <a:pt x="28932" y="10480"/>
                </a:lnTo>
                <a:lnTo>
                  <a:pt x="31204" y="0"/>
                </a:lnTo>
              </a:path>
            </a:pathLst>
          </a:custGeom>
          <a:noFill/>
          <a:ln w="19050">
            <a:solidFill>
              <a:srgbClr val="6CC0D2">
                <a:alpha val="12000"/>
              </a:srgbClr>
            </a:solidFill>
          </a:ln>
          <a:effectLst/>
        </p:spPr>
        <p:txBody>
          <a:bodyPr rtlCol="0" anchor="ctr"/>
          <a:lstStyle/>
          <a:p>
            <a:pPr algn="ctr"/>
          </a:p>
        </p:txBody>
      </p:sp>
      <p:sp>
        <p:nvSpPr>
          <p:cNvPr id="5" name="TextBox 4"/>
          <p:cNvSpPr txBox="1"/>
          <p:nvPr/>
        </p:nvSpPr>
        <p:spPr>
          <a:xfrm>
            <a:off x="533400" y="381000"/>
            <a:ext cx="3886200" cy="822960"/>
          </a:xfrm>
          <a:prstGeom prst="rect">
            <a:avLst/>
          </a:prstGeom>
          <a:noFill/>
        </p:spPr>
        <p:txBody>
          <a:bodyPr wrap="none" lIns="0" rIns="0" tIns="0" bIns="0" anchor="t">
            <a:noAutofit/>
          </a:bodyPr>
          <a:lstStyle/>
          <a:p>
            <a:pPr algn="l">
              <a:lnSpc>
                <a:spcPts val="6480"/>
              </a:lnSpc>
            </a:pPr>
            <a:r>
              <a:rPr sz="7200" b="1" i="0" lang="de-DE">
                <a:solidFill>
                  <a:srgbClr val="397B96"/>
                </a:solidFill>
                <a:latin typeface="Geist Mono"/>
              </a:rPr>
              <a:t>04</a:t>
            </a:r>
          </a:p>
        </p:txBody>
      </p:sp>
      <p:sp>
        <p:nvSpPr>
          <p:cNvPr id="6" name="Titel"/>
          <p:cNvSpPr txBox="1"/>
          <p:nvPr/>
        </p:nvSpPr>
        <p:spPr>
          <a:xfrm>
            <a:off x="533400" y="1299210"/>
            <a:ext cx="4000500" cy="400050"/>
          </a:xfrm>
          <a:prstGeom prst="rect">
            <a:avLst/>
          </a:prstGeom>
          <a:noFill/>
        </p:spPr>
        <p:txBody>
          <a:bodyPr wrap="square" lIns="0" rIns="0" tIns="0" bIns="0" anchor="t">
            <a:noAutofit/>
          </a:bodyPr>
          <a:lstStyle/>
          <a:p>
            <a:pPr algn="l">
              <a:lnSpc>
                <a:spcPts val="3135"/>
              </a:lnSpc>
            </a:pPr>
            <a:r>
              <a:rPr sz="2850" b="1" i="0" lang="de-DE" spc="-57">
                <a:solidFill>
                  <a:srgbClr val="FFFFFF"/>
                </a:solidFill>
                <a:latin typeface="IBM Plex Sans"/>
              </a:rPr>
              <a:t>Methodik und Modell</a:t>
            </a:r>
          </a:p>
        </p:txBody>
      </p:sp>
      <p:sp>
        <p:nvSpPr>
          <p:cNvPr id="7" name="Hook"/>
          <p:cNvSpPr/>
          <p:nvPr/>
        </p:nvSpPr>
        <p:spPr>
          <a:xfrm>
            <a:off x="533400" y="3209925"/>
            <a:ext cx="3886200" cy="2705100"/>
          </a:xfrm>
          <a:prstGeom prst="roundRect">
            <a:avLst>
              <a:gd name="adj" fmla="val 4225"/>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8" name="Scheibe gauge"/>
          <p:cNvGrpSpPr/>
          <p:nvPr/>
        </p:nvGrpSpPr>
        <p:grpSpPr>
          <a:xfrm>
            <a:off x="714375" y="3371850"/>
            <a:ext cx="323850" cy="323850"/>
            <a:chOff x="714375" y="3371850"/>
            <a:chExt cx="323850" cy="323850"/>
          </a:xfrm>
        </p:grpSpPr>
        <p:sp>
          <p:nvSpPr>
            <p:cNvPr id="9" name="Oval 8"/>
            <p:cNvSpPr/>
            <p:nvPr/>
          </p:nvSpPr>
          <p:spPr>
            <a:xfrm>
              <a:off x="714375" y="3371850"/>
              <a:ext cx="323850" cy="323850"/>
            </a:xfrm>
            <a:prstGeom prst="ellipse">
              <a:avLst/>
            </a:prstGeom>
            <a:solidFill>
              <a:srgbClr val="6CC0D2"/>
            </a:solidFill>
            <a:ln>
              <a:noFill/>
            </a:ln>
            <a:effectLst/>
          </p:spPr>
          <p:txBody>
            <a:bodyPr rtlCol="0" anchor="ctr"/>
            <a:lstStyle/>
            <a:p>
              <a:pPr algn="ctr"/>
            </a:p>
          </p:txBody>
        </p:sp>
        <p:pic>
          <p:nvPicPr>
            <p:cNvPr id="10" name="Picture 9" descr="gauge__04263F.png"/>
            <p:cNvPicPr>
              <a:picLocks noChangeAspect="1"/>
            </p:cNvPicPr>
            <p:nvPr/>
          </p:nvPicPr>
          <p:blipFill>
            <a:blip r:embed="rId3"/>
            <a:stretch>
              <a:fillRect/>
            </a:stretch>
          </p:blipFill>
          <p:spPr>
            <a:xfrm>
              <a:off x="792099" y="3449574"/>
              <a:ext cx="168402" cy="168402"/>
            </a:xfrm>
            <a:prstGeom prst="rect">
              <a:avLst/>
            </a:prstGeom>
          </p:spPr>
        </p:pic>
      </p:grpSp>
      <p:sp>
        <p:nvSpPr>
          <p:cNvPr id="11" name="TextBox 10"/>
          <p:cNvSpPr txBox="1"/>
          <p:nvPr/>
        </p:nvSpPr>
        <p:spPr>
          <a:xfrm>
            <a:off x="1133475" y="3429000"/>
            <a:ext cx="3143250" cy="209550"/>
          </a:xfrm>
          <a:prstGeom prst="rect">
            <a:avLst/>
          </a:prstGeom>
          <a:noFill/>
        </p:spPr>
        <p:txBody>
          <a:bodyPr wrap="none" lIns="0" rIns="0" tIns="0" bIns="0" anchor="t">
            <a:noAutofit/>
          </a:bodyPr>
          <a:lstStyle/>
          <a:p>
            <a:pPr algn="l">
              <a:lnSpc>
                <a:spcPts val="1650"/>
              </a:lnSpc>
            </a:pPr>
            <a:r>
              <a:rPr sz="1275" b="0" i="0" lang="de-DE">
                <a:solidFill>
                  <a:srgbClr val="6CC0D2"/>
                </a:solidFill>
                <a:latin typeface="Geist Mono"/>
              </a:rPr>
              <a:t>ZL-00147 · August 2025</a:t>
            </a:r>
          </a:p>
        </p:txBody>
      </p:sp>
      <p:sp>
        <p:nvSpPr>
          <p:cNvPr id="12" name="TextBox 11"/>
          <p:cNvSpPr txBox="1"/>
          <p:nvPr/>
        </p:nvSpPr>
        <p:spPr>
          <a:xfrm>
            <a:off x="714375" y="3810000"/>
            <a:ext cx="3524250" cy="171450"/>
          </a:xfrm>
          <a:prstGeom prst="rect">
            <a:avLst/>
          </a:prstGeom>
          <a:noFill/>
        </p:spPr>
        <p:txBody>
          <a:bodyPr wrap="square" lIns="0" rIns="0" tIns="0" bIns="0" anchor="t">
            <a:noAutofit/>
          </a:bodyPr>
          <a:lstStyle/>
          <a:p>
            <a:pPr algn="l">
              <a:lnSpc>
                <a:spcPts val="1350"/>
              </a:lnSpc>
            </a:pPr>
            <a:r>
              <a:rPr sz="1050" b="0" i="0" lang="de-DE">
                <a:solidFill>
                  <a:srgbClr val="9CC3E0"/>
                </a:solidFill>
                <a:latin typeface="IBM Plex Sans"/>
              </a:rPr>
              <a:t>gemessen</a:t>
            </a:r>
          </a:p>
        </p:txBody>
      </p:sp>
      <p:grpSp>
        <p:nvGrpSpPr>
          <p:cNvPr id="13" name="Zählwerk 23.563"/>
          <p:cNvGrpSpPr/>
          <p:nvPr/>
        </p:nvGrpSpPr>
        <p:grpSpPr>
          <a:xfrm>
            <a:off x="657225" y="4038600"/>
            <a:ext cx="2181225" cy="552450"/>
            <a:chOff x="657225" y="4038600"/>
            <a:chExt cx="2181225" cy="552450"/>
          </a:xfrm>
        </p:grpSpPr>
        <p:sp>
          <p:nvSpPr>
            <p:cNvPr id="14" name="Rounded Rectangle 13"/>
            <p:cNvSpPr/>
            <p:nvPr/>
          </p:nvSpPr>
          <p:spPr>
            <a:xfrm>
              <a:off x="714375" y="4038600"/>
              <a:ext cx="352425" cy="55245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15" name="TextBox 14"/>
            <p:cNvSpPr txBox="1"/>
            <p:nvPr/>
          </p:nvSpPr>
          <p:spPr>
            <a:xfrm>
              <a:off x="657225" y="4038600"/>
              <a:ext cx="466725"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2</a:t>
              </a:r>
            </a:p>
          </p:txBody>
        </p:sp>
        <p:sp>
          <p:nvSpPr>
            <p:cNvPr id="16" name="Rounded Rectangle 15"/>
            <p:cNvSpPr/>
            <p:nvPr/>
          </p:nvSpPr>
          <p:spPr>
            <a:xfrm>
              <a:off x="1095375" y="4038600"/>
              <a:ext cx="352425" cy="55245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17" name="TextBox 16"/>
            <p:cNvSpPr txBox="1"/>
            <p:nvPr/>
          </p:nvSpPr>
          <p:spPr>
            <a:xfrm>
              <a:off x="1038225" y="4038600"/>
              <a:ext cx="466725"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3</a:t>
              </a:r>
            </a:p>
          </p:txBody>
        </p:sp>
        <p:sp>
          <p:nvSpPr>
            <p:cNvPr id="18" name="TextBox 17"/>
            <p:cNvSpPr txBox="1"/>
            <p:nvPr/>
          </p:nvSpPr>
          <p:spPr>
            <a:xfrm>
              <a:off x="1285875" y="4038600"/>
              <a:ext cx="542925" cy="552450"/>
            </a:xfrm>
            <a:prstGeom prst="rect">
              <a:avLst/>
            </a:prstGeom>
            <a:noFill/>
          </p:spPr>
          <p:txBody>
            <a:bodyPr wrap="none" lIns="0" rIns="0" tIns="0" bIns="0" anchor="ctr">
              <a:noAutofit/>
            </a:bodyPr>
            <a:lstStyle/>
            <a:p>
              <a:pPr algn="ctr">
                <a:lnSpc>
                  <a:spcPts val="3750"/>
                </a:lnSpc>
              </a:pPr>
              <a:r>
                <a:rPr sz="3750" b="1" i="0" lang="de-DE">
                  <a:solidFill>
                    <a:srgbClr val="6CC0D2"/>
                  </a:solidFill>
                  <a:latin typeface="Geist Mono"/>
                </a:rPr>
                <a:t>.</a:t>
              </a:r>
            </a:p>
          </p:txBody>
        </p:sp>
        <p:sp>
          <p:nvSpPr>
            <p:cNvPr id="19" name="Rounded Rectangle 18"/>
            <p:cNvSpPr/>
            <p:nvPr/>
          </p:nvSpPr>
          <p:spPr>
            <a:xfrm>
              <a:off x="1666875" y="4038600"/>
              <a:ext cx="352425" cy="55245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20" name="TextBox 19"/>
            <p:cNvSpPr txBox="1"/>
            <p:nvPr/>
          </p:nvSpPr>
          <p:spPr>
            <a:xfrm>
              <a:off x="1609725" y="4038600"/>
              <a:ext cx="466725"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5</a:t>
              </a:r>
            </a:p>
          </p:txBody>
        </p:sp>
        <p:sp>
          <p:nvSpPr>
            <p:cNvPr id="21" name="Rounded Rectangle 20"/>
            <p:cNvSpPr/>
            <p:nvPr/>
          </p:nvSpPr>
          <p:spPr>
            <a:xfrm>
              <a:off x="2047875" y="4038600"/>
              <a:ext cx="352425" cy="55245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22" name="TextBox 21"/>
            <p:cNvSpPr txBox="1"/>
            <p:nvPr/>
          </p:nvSpPr>
          <p:spPr>
            <a:xfrm>
              <a:off x="1990725" y="4038600"/>
              <a:ext cx="466725"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6</a:t>
              </a:r>
            </a:p>
          </p:txBody>
        </p:sp>
        <p:sp>
          <p:nvSpPr>
            <p:cNvPr id="23" name="Rounded Rectangle 22"/>
            <p:cNvSpPr/>
            <p:nvPr/>
          </p:nvSpPr>
          <p:spPr>
            <a:xfrm>
              <a:off x="2428875" y="4038600"/>
              <a:ext cx="352425" cy="55245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24" name="TextBox 23"/>
            <p:cNvSpPr txBox="1"/>
            <p:nvPr/>
          </p:nvSpPr>
          <p:spPr>
            <a:xfrm>
              <a:off x="2371725" y="4038600"/>
              <a:ext cx="466725"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3</a:t>
              </a:r>
            </a:p>
          </p:txBody>
        </p:sp>
      </p:grpSp>
      <p:sp>
        <p:nvSpPr>
          <p:cNvPr id="25" name="TextBox 24"/>
          <p:cNvSpPr txBox="1"/>
          <p:nvPr/>
        </p:nvSpPr>
        <p:spPr>
          <a:xfrm>
            <a:off x="2876550" y="4257675"/>
            <a:ext cx="666750" cy="276225"/>
          </a:xfrm>
          <a:prstGeom prst="rect">
            <a:avLst/>
          </a:prstGeom>
          <a:noFill/>
        </p:spPr>
        <p:txBody>
          <a:bodyPr wrap="none" lIns="0" rIns="0" tIns="0" bIns="0" anchor="t">
            <a:noAutofit/>
          </a:bodyPr>
          <a:lstStyle/>
          <a:p>
            <a:pPr algn="l">
              <a:lnSpc>
                <a:spcPts val="2175"/>
              </a:lnSpc>
            </a:pPr>
            <a:r>
              <a:rPr sz="1650" b="0" i="0" lang="de-DE">
                <a:solidFill>
                  <a:srgbClr val="BBD7EA"/>
                </a:solidFill>
                <a:latin typeface="IBM Plex Sans"/>
              </a:rPr>
              <a:t>kWh</a:t>
            </a:r>
          </a:p>
        </p:txBody>
      </p:sp>
      <p:sp>
        <p:nvSpPr>
          <p:cNvPr id="26" name="TextBox 25"/>
          <p:cNvSpPr txBox="1"/>
          <p:nvPr/>
        </p:nvSpPr>
        <p:spPr>
          <a:xfrm>
            <a:off x="714375" y="4686300"/>
            <a:ext cx="3619500" cy="209550"/>
          </a:xfrm>
          <a:prstGeom prst="rect">
            <a:avLst/>
          </a:prstGeom>
          <a:noFill/>
        </p:spPr>
        <p:txBody>
          <a:bodyPr wrap="square" lIns="0" rIns="0" tIns="0" bIns="0" anchor="t">
            <a:noAutofit/>
          </a:bodyPr>
          <a:lstStyle/>
          <a:p>
            <a:pPr algn="l">
              <a:lnSpc>
                <a:spcPts val="1650"/>
              </a:lnSpc>
            </a:pPr>
            <a:r>
              <a:rPr sz="1275" b="0" i="0" lang="de-DE">
                <a:solidFill>
                  <a:srgbClr val="BBD7EA"/>
                </a:solidFill>
                <a:latin typeface="IBM Plex Sans"/>
              </a:rPr>
              <a:t>erwartet </a:t>
            </a:r>
            <a:r>
              <a:rPr sz="1275" b="1" i="0" lang="de-DE">
                <a:solidFill>
                  <a:srgbClr val="FFFFFF"/>
                </a:solidFill>
                <a:latin typeface="Geist Mono"/>
              </a:rPr>
              <a:t>7.304 kWh</a:t>
            </a:r>
            <a:r>
              <a:rPr sz="1275" b="0" i="0" lang="de-DE">
                <a:solidFill>
                  <a:srgbClr val="BBD7EA"/>
                </a:solidFill>
                <a:latin typeface="IBM Plex Sans"/>
              </a:rPr>
              <a:t> · gut das Dreifache</a:t>
            </a:r>
          </a:p>
        </p:txBody>
      </p:sp>
      <p:sp>
        <p:nvSpPr>
          <p:cNvPr id="27" name="Rounded Rectangle 26"/>
          <p:cNvSpPr/>
          <p:nvPr/>
        </p:nvSpPr>
        <p:spPr>
          <a:xfrm>
            <a:off x="714375" y="5010150"/>
            <a:ext cx="3524250" cy="333375"/>
          </a:xfrm>
          <a:prstGeom prst="roundRect">
            <a:avLst>
              <a:gd name="adj" fmla="val 22857"/>
            </a:avLst>
          </a:prstGeom>
          <a:solidFill>
            <a:srgbClr val="FFFFFF">
              <a:alpha val="5000"/>
            </a:srgbClr>
          </a:solidFill>
          <a:ln>
            <a:noFill/>
          </a:ln>
          <a:effectLst/>
        </p:spPr>
        <p:txBody>
          <a:bodyPr rtlCol="0" anchor="ctr"/>
          <a:lstStyle/>
          <a:p>
            <a:pPr algn="ctr"/>
          </a:p>
        </p:txBody>
      </p:sp>
      <p:pic>
        <p:nvPicPr>
          <p:cNvPr id="28" name="Icon calendar-range" descr="calendar-range__BBD7EA.png"/>
          <p:cNvPicPr>
            <a:picLocks noChangeAspect="1"/>
          </p:cNvPicPr>
          <p:nvPr/>
        </p:nvPicPr>
        <p:blipFill>
          <a:blip r:embed="rId4"/>
          <a:stretch>
            <a:fillRect/>
          </a:stretch>
        </p:blipFill>
        <p:spPr>
          <a:xfrm>
            <a:off x="828675" y="5091112"/>
            <a:ext cx="171450" cy="171450"/>
          </a:xfrm>
          <a:prstGeom prst="rect">
            <a:avLst/>
          </a:prstGeom>
        </p:spPr>
      </p:pic>
      <p:sp>
        <p:nvSpPr>
          <p:cNvPr id="29" name="TextBox 28"/>
          <p:cNvSpPr txBox="1"/>
          <p:nvPr/>
        </p:nvSpPr>
        <p:spPr>
          <a:xfrm>
            <a:off x="1095375" y="5083969"/>
            <a:ext cx="3095625" cy="185738"/>
          </a:xfrm>
          <a:prstGeom prst="rect">
            <a:avLst/>
          </a:prstGeom>
          <a:noFill/>
        </p:spPr>
        <p:txBody>
          <a:bodyPr wrap="none" lIns="0" rIns="0" tIns="0" bIns="0" anchor="t">
            <a:noAutofit/>
          </a:bodyPr>
          <a:lstStyle/>
          <a:p>
            <a:pPr algn="l">
              <a:lnSpc>
                <a:spcPts val="1462"/>
              </a:lnSpc>
            </a:pPr>
            <a:r>
              <a:rPr sz="1125" b="0" i="0" lang="de-DE">
                <a:solidFill>
                  <a:srgbClr val="BBD7EA"/>
                </a:solidFill>
                <a:latin typeface="IBM Plex Sans"/>
              </a:rPr>
              <a:t>Bisher: fällt erst in der Quartalsauswertung auf</a:t>
            </a:r>
          </a:p>
        </p:txBody>
      </p:sp>
      <p:sp>
        <p:nvSpPr>
          <p:cNvPr id="30" name="Rounded Rectangle 29"/>
          <p:cNvSpPr/>
          <p:nvPr/>
        </p:nvSpPr>
        <p:spPr>
          <a:xfrm>
            <a:off x="714375" y="5419725"/>
            <a:ext cx="3524250" cy="333375"/>
          </a:xfrm>
          <a:prstGeom prst="roundRect">
            <a:avLst>
              <a:gd name="adj" fmla="val 22857"/>
            </a:avLst>
          </a:prstGeom>
          <a:solidFill>
            <a:srgbClr val="00718E"/>
          </a:solidFill>
          <a:ln>
            <a:noFill/>
          </a:ln>
          <a:effectLst/>
        </p:spPr>
        <p:txBody>
          <a:bodyPr rtlCol="0" anchor="ctr"/>
          <a:lstStyle/>
          <a:p>
            <a:pPr algn="ctr"/>
          </a:p>
        </p:txBody>
      </p:sp>
      <p:pic>
        <p:nvPicPr>
          <p:cNvPr id="31" name="Icon flag" descr="flag__FFFFFF.png"/>
          <p:cNvPicPr>
            <a:picLocks noChangeAspect="1"/>
          </p:cNvPicPr>
          <p:nvPr/>
        </p:nvPicPr>
        <p:blipFill>
          <a:blip r:embed="rId5"/>
          <a:stretch>
            <a:fillRect/>
          </a:stretch>
        </p:blipFill>
        <p:spPr>
          <a:xfrm>
            <a:off x="828675" y="5500688"/>
            <a:ext cx="171450" cy="171450"/>
          </a:xfrm>
          <a:prstGeom prst="rect">
            <a:avLst/>
          </a:prstGeom>
        </p:spPr>
      </p:pic>
      <p:sp>
        <p:nvSpPr>
          <p:cNvPr id="32" name="TextBox 31"/>
          <p:cNvSpPr txBox="1"/>
          <p:nvPr/>
        </p:nvSpPr>
        <p:spPr>
          <a:xfrm>
            <a:off x="1095375" y="5493544"/>
            <a:ext cx="3095625" cy="185738"/>
          </a:xfrm>
          <a:prstGeom prst="rect">
            <a:avLst/>
          </a:prstGeom>
          <a:noFill/>
        </p:spPr>
        <p:txBody>
          <a:bodyPr wrap="none" lIns="0" rIns="0" tIns="0" bIns="0" anchor="t">
            <a:noAutofit/>
          </a:bodyPr>
          <a:lstStyle/>
          <a:p>
            <a:pPr algn="l">
              <a:lnSpc>
                <a:spcPts val="1462"/>
              </a:lnSpc>
            </a:pPr>
            <a:r>
              <a:rPr sz="1125" b="0" i="0" lang="de-DE">
                <a:solidFill>
                  <a:srgbClr val="FFFFFF"/>
                </a:solidFill>
                <a:latin typeface="IBM Plex Sans"/>
              </a:rPr>
              <a:t>Neu: Prüfhinweis direkt nach Monatsende</a:t>
            </a:r>
          </a:p>
        </p:txBody>
      </p:sp>
      <p:grpSp>
        <p:nvGrpSpPr>
          <p:cNvPr id="33" name="Leitfrage-Scheibe"/>
          <p:cNvGrpSpPr/>
          <p:nvPr/>
        </p:nvGrpSpPr>
        <p:grpSpPr>
          <a:xfrm>
            <a:off x="5334000" y="342900"/>
            <a:ext cx="304800" cy="304800"/>
            <a:chOff x="5334000" y="342900"/>
            <a:chExt cx="304800" cy="304800"/>
          </a:xfrm>
        </p:grpSpPr>
        <p:sp>
          <p:nvSpPr>
            <p:cNvPr id="34" name="Oval 33"/>
            <p:cNvSpPr/>
            <p:nvPr/>
          </p:nvSpPr>
          <p:spPr>
            <a:xfrm>
              <a:off x="5334000" y="342900"/>
              <a:ext cx="304800" cy="304800"/>
            </a:xfrm>
            <a:prstGeom prst="ellipse">
              <a:avLst/>
            </a:prstGeom>
            <a:solidFill>
              <a:srgbClr val="00718E"/>
            </a:solidFill>
            <a:ln>
              <a:noFill/>
            </a:ln>
            <a:effectLst/>
          </p:spPr>
          <p:txBody>
            <a:bodyPr rtlCol="0" anchor="ctr"/>
            <a:lstStyle/>
            <a:p>
              <a:pPr algn="ctr"/>
            </a:p>
          </p:txBody>
        </p:sp>
        <p:pic>
          <p:nvPicPr>
            <p:cNvPr id="35" name="Picture 34" descr="route__FFFFFF.png"/>
            <p:cNvPicPr>
              <a:picLocks noChangeAspect="1"/>
            </p:cNvPicPr>
            <p:nvPr/>
          </p:nvPicPr>
          <p:blipFill>
            <a:blip r:embed="rId6"/>
            <a:stretch>
              <a:fillRect/>
            </a:stretch>
          </p:blipFill>
          <p:spPr>
            <a:xfrm>
              <a:off x="5407152" y="416052"/>
              <a:ext cx="158496" cy="158496"/>
            </a:xfrm>
            <a:prstGeom prst="rect">
              <a:avLst/>
            </a:prstGeom>
          </p:spPr>
        </p:pic>
      </p:grpSp>
      <p:sp>
        <p:nvSpPr>
          <p:cNvPr id="36" name="Leitfrage"/>
          <p:cNvSpPr txBox="1"/>
          <p:nvPr/>
        </p:nvSpPr>
        <p:spPr>
          <a:xfrm>
            <a:off x="5753100" y="366712"/>
            <a:ext cx="5905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wird aus Daten ein Prüfhinweis?</a:t>
            </a:r>
          </a:p>
        </p:txBody>
      </p:sp>
      <p:sp>
        <p:nvSpPr>
          <p:cNvPr id="37" name="Faden"/>
          <p:cNvSpPr/>
          <p:nvPr/>
        </p:nvSpPr>
        <p:spPr>
          <a:xfrm>
            <a:off x="5514975" y="1219200"/>
            <a:ext cx="19050" cy="3248025"/>
          </a:xfrm>
          <a:prstGeom prst="rect">
            <a:avLst/>
          </a:prstGeom>
          <a:solidFill>
            <a:srgbClr val="D2DAE2"/>
          </a:solidFill>
          <a:ln>
            <a:noFill/>
          </a:ln>
          <a:effectLst/>
        </p:spPr>
        <p:txBody>
          <a:bodyPr rtlCol="0" anchor="ctr"/>
          <a:lstStyle/>
          <a:p>
            <a:pPr algn="ctr"/>
          </a:p>
        </p:txBody>
      </p:sp>
      <p:sp>
        <p:nvSpPr>
          <p:cNvPr id="38" name="TextBox 37"/>
          <p:cNvSpPr txBox="1"/>
          <p:nvPr/>
        </p:nvSpPr>
        <p:spPr>
          <a:xfrm>
            <a:off x="5867400" y="819150"/>
            <a:ext cx="3810000" cy="171450"/>
          </a:xfrm>
          <a:prstGeom prst="rect">
            <a:avLst/>
          </a:prstGeom>
          <a:noFill/>
        </p:spPr>
        <p:txBody>
          <a:bodyPr wrap="none" lIns="0" rIns="0" tIns="0" bIns="0" anchor="t">
            <a:noAutofit/>
          </a:bodyPr>
          <a:lstStyle/>
          <a:p>
            <a:pPr algn="l">
              <a:lnSpc>
                <a:spcPts val="1350"/>
              </a:lnSpc>
            </a:pPr>
            <a:r>
              <a:rPr sz="975" b="1" i="0" lang="de-DE" cap="all" spc="78">
                <a:solidFill>
                  <a:srgbClr val="084878"/>
                </a:solidFill>
                <a:latin typeface="IBM Plex Sans"/>
              </a:rPr>
              <a:t>Vor Monatsbeginn · Prognose</a:t>
            </a:r>
          </a:p>
        </p:txBody>
      </p:sp>
      <p:sp>
        <p:nvSpPr>
          <p:cNvPr id="39" name="TextBox 38"/>
          <p:cNvSpPr txBox="1"/>
          <p:nvPr/>
        </p:nvSpPr>
        <p:spPr>
          <a:xfrm>
            <a:off x="8240078" y="828675"/>
            <a:ext cx="2857500" cy="161925"/>
          </a:xfrm>
          <a:prstGeom prst="rect">
            <a:avLst/>
          </a:prstGeom>
          <a:noFill/>
        </p:spPr>
        <p:txBody>
          <a:bodyPr wrap="none" lIns="0" rIns="0" tIns="0" bIns="0" anchor="t">
            <a:noAutofit/>
          </a:bodyPr>
          <a:lstStyle/>
          <a:p>
            <a:pPr algn="l">
              <a:lnSpc>
                <a:spcPts val="1275"/>
              </a:lnSpc>
            </a:pPr>
            <a:r>
              <a:rPr sz="975" b="0" i="0" lang="de-DE">
                <a:solidFill>
                  <a:srgbClr val="657383"/>
                </a:solidFill>
                <a:latin typeface="IBM Plex Sans"/>
              </a:rPr>
              <a:t>→ Beschaffung (S. Lechtenberg)</a:t>
            </a:r>
          </a:p>
        </p:txBody>
      </p:sp>
      <p:sp>
        <p:nvSpPr>
          <p:cNvPr id="40" name="TextBox 39"/>
          <p:cNvSpPr txBox="1"/>
          <p:nvPr/>
        </p:nvSpPr>
        <p:spPr>
          <a:xfrm>
            <a:off x="5867400" y="2924175"/>
            <a:ext cx="3810000" cy="171450"/>
          </a:xfrm>
          <a:prstGeom prst="rect">
            <a:avLst/>
          </a:prstGeom>
          <a:noFill/>
        </p:spPr>
        <p:txBody>
          <a:bodyPr wrap="none" lIns="0" rIns="0" tIns="0" bIns="0" anchor="t">
            <a:noAutofit/>
          </a:bodyPr>
          <a:lstStyle/>
          <a:p>
            <a:pPr algn="l">
              <a:lnSpc>
                <a:spcPts val="1350"/>
              </a:lnSpc>
            </a:pPr>
            <a:r>
              <a:rPr sz="975" b="1" i="0" lang="de-DE" cap="all" spc="78">
                <a:solidFill>
                  <a:srgbClr val="00718E"/>
                </a:solidFill>
                <a:latin typeface="IBM Plex Sans"/>
              </a:rPr>
              <a:t>Nach Monatsende · Prüfung</a:t>
            </a:r>
          </a:p>
        </p:txBody>
      </p:sp>
      <p:sp>
        <p:nvSpPr>
          <p:cNvPr id="41" name="TextBox 40"/>
          <p:cNvSpPr txBox="1"/>
          <p:nvPr/>
        </p:nvSpPr>
        <p:spPr>
          <a:xfrm>
            <a:off x="8076629" y="2933700"/>
            <a:ext cx="2857500" cy="161925"/>
          </a:xfrm>
          <a:prstGeom prst="rect">
            <a:avLst/>
          </a:prstGeom>
          <a:noFill/>
        </p:spPr>
        <p:txBody>
          <a:bodyPr wrap="none" lIns="0" rIns="0" tIns="0" bIns="0" anchor="t">
            <a:noAutofit/>
          </a:bodyPr>
          <a:lstStyle/>
          <a:p>
            <a:pPr algn="l">
              <a:lnSpc>
                <a:spcPts val="1275"/>
              </a:lnSpc>
            </a:pPr>
            <a:r>
              <a:rPr sz="975" b="0" i="0" lang="de-DE">
                <a:solidFill>
                  <a:srgbClr val="657383"/>
                </a:solidFill>
                <a:latin typeface="IBM Plex Sans"/>
              </a:rPr>
              <a:t>→ Netzmanagement (A. Bürger)</a:t>
            </a:r>
          </a:p>
        </p:txBody>
      </p:sp>
      <p:grpSp>
        <p:nvGrpSpPr>
          <p:cNvPr id="42" name="Scheibe history"/>
          <p:cNvGrpSpPr/>
          <p:nvPr/>
        </p:nvGrpSpPr>
        <p:grpSpPr>
          <a:xfrm>
            <a:off x="5334000" y="1104900"/>
            <a:ext cx="381000" cy="381000"/>
            <a:chOff x="5334000" y="1104900"/>
            <a:chExt cx="381000" cy="381000"/>
          </a:xfrm>
        </p:grpSpPr>
        <p:sp>
          <p:nvSpPr>
            <p:cNvPr id="43" name="Oval 42"/>
            <p:cNvSpPr/>
            <p:nvPr/>
          </p:nvSpPr>
          <p:spPr>
            <a:xfrm>
              <a:off x="5334000" y="1104900"/>
              <a:ext cx="381000" cy="381000"/>
            </a:xfrm>
            <a:prstGeom prst="ellipse">
              <a:avLst/>
            </a:prstGeom>
            <a:solidFill>
              <a:srgbClr val="084878"/>
            </a:solidFill>
            <a:ln>
              <a:noFill/>
            </a:ln>
            <a:effectLst/>
          </p:spPr>
          <p:txBody>
            <a:bodyPr rtlCol="0" anchor="ctr"/>
            <a:lstStyle/>
            <a:p>
              <a:pPr algn="ctr"/>
            </a:p>
          </p:txBody>
        </p:sp>
        <p:pic>
          <p:nvPicPr>
            <p:cNvPr id="44" name="Picture 43" descr="history__FFFFFF.png"/>
            <p:cNvPicPr>
              <a:picLocks noChangeAspect="1"/>
            </p:cNvPicPr>
            <p:nvPr/>
          </p:nvPicPr>
          <p:blipFill>
            <a:blip r:embed="rId7"/>
            <a:stretch>
              <a:fillRect/>
            </a:stretch>
          </p:blipFill>
          <p:spPr>
            <a:xfrm>
              <a:off x="5425440" y="1196340"/>
              <a:ext cx="198120" cy="198120"/>
            </a:xfrm>
            <a:prstGeom prst="rect">
              <a:avLst/>
            </a:prstGeom>
          </p:spPr>
        </p:pic>
      </p:grpSp>
      <p:sp>
        <p:nvSpPr>
          <p:cNvPr id="45" name="TextBox 44"/>
          <p:cNvSpPr txBox="1"/>
          <p:nvPr/>
        </p:nvSpPr>
        <p:spPr>
          <a:xfrm>
            <a:off x="5867400" y="1093470"/>
            <a:ext cx="2857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1</a:t>
            </a:r>
          </a:p>
        </p:txBody>
      </p:sp>
      <p:sp>
        <p:nvSpPr>
          <p:cNvPr id="46" name="TextBox 45"/>
          <p:cNvSpPr txBox="1"/>
          <p:nvPr/>
        </p:nvSpPr>
        <p:spPr>
          <a:xfrm>
            <a:off x="6041517" y="1093470"/>
            <a:ext cx="53340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Vergangenheit</a:t>
            </a:r>
          </a:p>
        </p:txBody>
      </p:sp>
      <p:sp>
        <p:nvSpPr>
          <p:cNvPr id="47" name="TextBox 46"/>
          <p:cNvSpPr txBox="1"/>
          <p:nvPr/>
        </p:nvSpPr>
        <p:spPr>
          <a:xfrm>
            <a:off x="5867400" y="1312545"/>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Nur Informationen, die vor dem Prognosemonat bekannt sind.</a:t>
            </a:r>
          </a:p>
        </p:txBody>
      </p:sp>
      <p:grpSp>
        <p:nvGrpSpPr>
          <p:cNvPr id="48" name="Scheibe trees"/>
          <p:cNvGrpSpPr/>
          <p:nvPr/>
        </p:nvGrpSpPr>
        <p:grpSpPr>
          <a:xfrm>
            <a:off x="5334000" y="1638300"/>
            <a:ext cx="381000" cy="381000"/>
            <a:chOff x="5334000" y="1638300"/>
            <a:chExt cx="381000" cy="381000"/>
          </a:xfrm>
        </p:grpSpPr>
        <p:sp>
          <p:nvSpPr>
            <p:cNvPr id="49" name="Oval 48"/>
            <p:cNvSpPr/>
            <p:nvPr/>
          </p:nvSpPr>
          <p:spPr>
            <a:xfrm>
              <a:off x="5334000" y="1638300"/>
              <a:ext cx="381000" cy="381000"/>
            </a:xfrm>
            <a:prstGeom prst="ellipse">
              <a:avLst/>
            </a:prstGeom>
            <a:solidFill>
              <a:srgbClr val="084878"/>
            </a:solidFill>
            <a:ln>
              <a:noFill/>
            </a:ln>
            <a:effectLst/>
          </p:spPr>
          <p:txBody>
            <a:bodyPr rtlCol="0" anchor="ctr"/>
            <a:lstStyle/>
            <a:p>
              <a:pPr algn="ctr"/>
            </a:p>
          </p:txBody>
        </p:sp>
        <p:pic>
          <p:nvPicPr>
            <p:cNvPr id="50" name="Picture 49" descr="trees__FFFFFF.png"/>
            <p:cNvPicPr>
              <a:picLocks noChangeAspect="1"/>
            </p:cNvPicPr>
            <p:nvPr/>
          </p:nvPicPr>
          <p:blipFill>
            <a:blip r:embed="rId8"/>
            <a:stretch>
              <a:fillRect/>
            </a:stretch>
          </p:blipFill>
          <p:spPr>
            <a:xfrm>
              <a:off x="5425440" y="1729740"/>
              <a:ext cx="198120" cy="198120"/>
            </a:xfrm>
            <a:prstGeom prst="rect">
              <a:avLst/>
            </a:prstGeom>
          </p:spPr>
        </p:pic>
      </p:grpSp>
      <p:sp>
        <p:nvSpPr>
          <p:cNvPr id="51" name="TextBox 50"/>
          <p:cNvSpPr txBox="1"/>
          <p:nvPr/>
        </p:nvSpPr>
        <p:spPr>
          <a:xfrm>
            <a:off x="5867400" y="1626870"/>
            <a:ext cx="2857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2</a:t>
            </a:r>
          </a:p>
        </p:txBody>
      </p:sp>
      <p:sp>
        <p:nvSpPr>
          <p:cNvPr id="52" name="TextBox 51"/>
          <p:cNvSpPr txBox="1"/>
          <p:nvPr/>
        </p:nvSpPr>
        <p:spPr>
          <a:xfrm>
            <a:off x="6041517" y="1626870"/>
            <a:ext cx="53340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Modell</a:t>
            </a:r>
          </a:p>
        </p:txBody>
      </p:sp>
      <p:sp>
        <p:nvSpPr>
          <p:cNvPr id="53" name="TextBox 52"/>
          <p:cNvSpPr txBox="1"/>
          <p:nvPr/>
        </p:nvSpPr>
        <p:spPr>
          <a:xfrm>
            <a:off x="5867400" y="1845945"/>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Random Forest schätzt die Vollaststunden (VLS) des Folgemonats.</a:t>
            </a:r>
          </a:p>
        </p:txBody>
      </p:sp>
      <p:grpSp>
        <p:nvGrpSpPr>
          <p:cNvPr id="54" name="Scheibe calculator"/>
          <p:cNvGrpSpPr/>
          <p:nvPr/>
        </p:nvGrpSpPr>
        <p:grpSpPr>
          <a:xfrm>
            <a:off x="5334000" y="2171700"/>
            <a:ext cx="381000" cy="381000"/>
            <a:chOff x="5334000" y="2171700"/>
            <a:chExt cx="381000" cy="381000"/>
          </a:xfrm>
        </p:grpSpPr>
        <p:sp>
          <p:nvSpPr>
            <p:cNvPr id="55" name="Oval 54"/>
            <p:cNvSpPr/>
            <p:nvPr/>
          </p:nvSpPr>
          <p:spPr>
            <a:xfrm>
              <a:off x="5334000" y="2171700"/>
              <a:ext cx="381000" cy="381000"/>
            </a:xfrm>
            <a:prstGeom prst="ellipse">
              <a:avLst/>
            </a:prstGeom>
            <a:solidFill>
              <a:srgbClr val="084878"/>
            </a:solidFill>
            <a:ln>
              <a:noFill/>
            </a:ln>
            <a:effectLst/>
          </p:spPr>
          <p:txBody>
            <a:bodyPr rtlCol="0" anchor="ctr"/>
            <a:lstStyle/>
            <a:p>
              <a:pPr algn="ctr"/>
            </a:p>
          </p:txBody>
        </p:sp>
        <p:pic>
          <p:nvPicPr>
            <p:cNvPr id="56" name="Picture 55" descr="calculator__FFFFFF.png"/>
            <p:cNvPicPr>
              <a:picLocks noChangeAspect="1"/>
            </p:cNvPicPr>
            <p:nvPr/>
          </p:nvPicPr>
          <p:blipFill>
            <a:blip r:embed="rId9"/>
            <a:stretch>
              <a:fillRect/>
            </a:stretch>
          </p:blipFill>
          <p:spPr>
            <a:xfrm>
              <a:off x="5425440" y="2263140"/>
              <a:ext cx="198120" cy="198120"/>
            </a:xfrm>
            <a:prstGeom prst="rect">
              <a:avLst/>
            </a:prstGeom>
          </p:spPr>
        </p:pic>
      </p:grpSp>
      <p:sp>
        <p:nvSpPr>
          <p:cNvPr id="57" name="TextBox 56"/>
          <p:cNvSpPr txBox="1"/>
          <p:nvPr/>
        </p:nvSpPr>
        <p:spPr>
          <a:xfrm>
            <a:off x="5867400" y="2160270"/>
            <a:ext cx="2857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3</a:t>
            </a:r>
          </a:p>
        </p:txBody>
      </p:sp>
      <p:sp>
        <p:nvSpPr>
          <p:cNvPr id="58" name="TextBox 57"/>
          <p:cNvSpPr txBox="1"/>
          <p:nvPr/>
        </p:nvSpPr>
        <p:spPr>
          <a:xfrm>
            <a:off x="6041517" y="2160270"/>
            <a:ext cx="53340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Rückrechnung</a:t>
            </a:r>
          </a:p>
        </p:txBody>
      </p:sp>
      <p:sp>
        <p:nvSpPr>
          <p:cNvPr id="59" name="TextBox 58"/>
          <p:cNvSpPr txBox="1"/>
          <p:nvPr/>
        </p:nvSpPr>
        <p:spPr>
          <a:xfrm>
            <a:off x="5867400" y="2379345"/>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Prognose-VLS × Vertragsleistung = Prognose in kWh.</a:t>
            </a:r>
          </a:p>
        </p:txBody>
      </p:sp>
      <p:grpSp>
        <p:nvGrpSpPr>
          <p:cNvPr id="60" name="Scheibe gauge"/>
          <p:cNvGrpSpPr/>
          <p:nvPr/>
        </p:nvGrpSpPr>
        <p:grpSpPr>
          <a:xfrm>
            <a:off x="5334000" y="3209925"/>
            <a:ext cx="381000" cy="381000"/>
            <a:chOff x="5334000" y="3209925"/>
            <a:chExt cx="381000" cy="381000"/>
          </a:xfrm>
        </p:grpSpPr>
        <p:sp>
          <p:nvSpPr>
            <p:cNvPr id="61" name="Oval 60"/>
            <p:cNvSpPr/>
            <p:nvPr/>
          </p:nvSpPr>
          <p:spPr>
            <a:xfrm>
              <a:off x="5334000" y="3209925"/>
              <a:ext cx="381000" cy="381000"/>
            </a:xfrm>
            <a:prstGeom prst="ellipse">
              <a:avLst/>
            </a:prstGeom>
            <a:solidFill>
              <a:srgbClr val="00718E"/>
            </a:solidFill>
            <a:ln>
              <a:noFill/>
            </a:ln>
            <a:effectLst/>
          </p:spPr>
          <p:txBody>
            <a:bodyPr rtlCol="0" anchor="ctr"/>
            <a:lstStyle/>
            <a:p>
              <a:pPr algn="ctr"/>
            </a:p>
          </p:txBody>
        </p:sp>
        <p:pic>
          <p:nvPicPr>
            <p:cNvPr id="62" name="Picture 61" descr="gauge__FFFFFF.png"/>
            <p:cNvPicPr>
              <a:picLocks noChangeAspect="1"/>
            </p:cNvPicPr>
            <p:nvPr/>
          </p:nvPicPr>
          <p:blipFill>
            <a:blip r:embed="rId10"/>
            <a:stretch>
              <a:fillRect/>
            </a:stretch>
          </p:blipFill>
          <p:spPr>
            <a:xfrm>
              <a:off x="5425440" y="3301365"/>
              <a:ext cx="198120" cy="198120"/>
            </a:xfrm>
            <a:prstGeom prst="rect">
              <a:avLst/>
            </a:prstGeom>
          </p:spPr>
        </p:pic>
      </p:grpSp>
      <p:sp>
        <p:nvSpPr>
          <p:cNvPr id="63" name="TextBox 62"/>
          <p:cNvSpPr txBox="1"/>
          <p:nvPr/>
        </p:nvSpPr>
        <p:spPr>
          <a:xfrm>
            <a:off x="5867400" y="3198495"/>
            <a:ext cx="2857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4</a:t>
            </a:r>
          </a:p>
        </p:txBody>
      </p:sp>
      <p:sp>
        <p:nvSpPr>
          <p:cNvPr id="64" name="TextBox 63"/>
          <p:cNvSpPr txBox="1"/>
          <p:nvPr/>
        </p:nvSpPr>
        <p:spPr>
          <a:xfrm>
            <a:off x="6041517" y="3198495"/>
            <a:ext cx="53340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Istwert</a:t>
            </a:r>
          </a:p>
        </p:txBody>
      </p:sp>
      <p:sp>
        <p:nvSpPr>
          <p:cNvPr id="65" name="TextBox 64"/>
          <p:cNvSpPr txBox="1"/>
          <p:nvPr/>
        </p:nvSpPr>
        <p:spPr>
          <a:xfrm>
            <a:off x="5867400" y="3417570"/>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Nach Monatsende kommt der gemessene Verbrauch.</a:t>
            </a:r>
          </a:p>
        </p:txBody>
      </p:sp>
      <p:grpSp>
        <p:nvGrpSpPr>
          <p:cNvPr id="66" name="Scheibe diff"/>
          <p:cNvGrpSpPr/>
          <p:nvPr/>
        </p:nvGrpSpPr>
        <p:grpSpPr>
          <a:xfrm>
            <a:off x="5334000" y="3743325"/>
            <a:ext cx="381000" cy="381000"/>
            <a:chOff x="5334000" y="3743325"/>
            <a:chExt cx="381000" cy="381000"/>
          </a:xfrm>
        </p:grpSpPr>
        <p:sp>
          <p:nvSpPr>
            <p:cNvPr id="67" name="Oval 66"/>
            <p:cNvSpPr/>
            <p:nvPr/>
          </p:nvSpPr>
          <p:spPr>
            <a:xfrm>
              <a:off x="5334000" y="3743325"/>
              <a:ext cx="381000" cy="381000"/>
            </a:xfrm>
            <a:prstGeom prst="ellipse">
              <a:avLst/>
            </a:prstGeom>
            <a:solidFill>
              <a:srgbClr val="00718E"/>
            </a:solidFill>
            <a:ln>
              <a:noFill/>
            </a:ln>
            <a:effectLst/>
          </p:spPr>
          <p:txBody>
            <a:bodyPr rtlCol="0" anchor="ctr"/>
            <a:lstStyle/>
            <a:p>
              <a:pPr algn="ctr"/>
            </a:p>
          </p:txBody>
        </p:sp>
        <p:pic>
          <p:nvPicPr>
            <p:cNvPr id="68" name="Picture 67" descr="diff__FFFFFF.png"/>
            <p:cNvPicPr>
              <a:picLocks noChangeAspect="1"/>
            </p:cNvPicPr>
            <p:nvPr/>
          </p:nvPicPr>
          <p:blipFill>
            <a:blip r:embed="rId11"/>
            <a:stretch>
              <a:fillRect/>
            </a:stretch>
          </p:blipFill>
          <p:spPr>
            <a:xfrm>
              <a:off x="5425440" y="3834765"/>
              <a:ext cx="198120" cy="198120"/>
            </a:xfrm>
            <a:prstGeom prst="rect">
              <a:avLst/>
            </a:prstGeom>
          </p:spPr>
        </p:pic>
      </p:grpSp>
      <p:sp>
        <p:nvSpPr>
          <p:cNvPr id="69" name="TextBox 68"/>
          <p:cNvSpPr txBox="1"/>
          <p:nvPr/>
        </p:nvSpPr>
        <p:spPr>
          <a:xfrm>
            <a:off x="5867400" y="3731895"/>
            <a:ext cx="2857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5</a:t>
            </a:r>
          </a:p>
        </p:txBody>
      </p:sp>
      <p:sp>
        <p:nvSpPr>
          <p:cNvPr id="70" name="TextBox 69"/>
          <p:cNvSpPr txBox="1"/>
          <p:nvPr/>
        </p:nvSpPr>
        <p:spPr>
          <a:xfrm>
            <a:off x="6041517" y="3731895"/>
            <a:ext cx="53340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Residuum</a:t>
            </a:r>
          </a:p>
        </p:txBody>
      </p:sp>
      <p:sp>
        <p:nvSpPr>
          <p:cNvPr id="71" name="TextBox 70"/>
          <p:cNvSpPr txBox="1"/>
          <p:nvPr/>
        </p:nvSpPr>
        <p:spPr>
          <a:xfrm>
            <a:off x="5867400" y="3950970"/>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Ist minus Prognose, bezogen auf die Anschlussgröße.</a:t>
            </a:r>
          </a:p>
        </p:txBody>
      </p:sp>
      <p:grpSp>
        <p:nvGrpSpPr>
          <p:cNvPr id="72" name="Scheibe flag"/>
          <p:cNvGrpSpPr/>
          <p:nvPr/>
        </p:nvGrpSpPr>
        <p:grpSpPr>
          <a:xfrm>
            <a:off x="5334000" y="4276725"/>
            <a:ext cx="381000" cy="381000"/>
            <a:chOff x="5334000" y="4276725"/>
            <a:chExt cx="381000" cy="381000"/>
          </a:xfrm>
        </p:grpSpPr>
        <p:sp>
          <p:nvSpPr>
            <p:cNvPr id="73" name="Oval 72"/>
            <p:cNvSpPr/>
            <p:nvPr/>
          </p:nvSpPr>
          <p:spPr>
            <a:xfrm>
              <a:off x="5334000" y="4276725"/>
              <a:ext cx="381000" cy="381000"/>
            </a:xfrm>
            <a:prstGeom prst="ellipse">
              <a:avLst/>
            </a:prstGeom>
            <a:solidFill>
              <a:srgbClr val="00718E"/>
            </a:solidFill>
            <a:ln>
              <a:noFill/>
            </a:ln>
            <a:effectLst/>
          </p:spPr>
          <p:txBody>
            <a:bodyPr rtlCol="0" anchor="ctr"/>
            <a:lstStyle/>
            <a:p>
              <a:pPr algn="ctr"/>
            </a:p>
          </p:txBody>
        </p:sp>
        <p:pic>
          <p:nvPicPr>
            <p:cNvPr id="74" name="Picture 73" descr="flag__FFFFFF.png"/>
            <p:cNvPicPr>
              <a:picLocks noChangeAspect="1"/>
            </p:cNvPicPr>
            <p:nvPr/>
          </p:nvPicPr>
          <p:blipFill>
            <a:blip r:embed="rId5"/>
            <a:stretch>
              <a:fillRect/>
            </a:stretch>
          </p:blipFill>
          <p:spPr>
            <a:xfrm>
              <a:off x="5425440" y="4368165"/>
              <a:ext cx="198120" cy="198120"/>
            </a:xfrm>
            <a:prstGeom prst="rect">
              <a:avLst/>
            </a:prstGeom>
          </p:spPr>
        </p:pic>
      </p:grpSp>
      <p:sp>
        <p:nvSpPr>
          <p:cNvPr id="75" name="TextBox 74"/>
          <p:cNvSpPr txBox="1"/>
          <p:nvPr/>
        </p:nvSpPr>
        <p:spPr>
          <a:xfrm>
            <a:off x="5867400" y="4265295"/>
            <a:ext cx="2857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6</a:t>
            </a:r>
          </a:p>
        </p:txBody>
      </p:sp>
      <p:sp>
        <p:nvSpPr>
          <p:cNvPr id="76" name="TextBox 75"/>
          <p:cNvSpPr txBox="1"/>
          <p:nvPr/>
        </p:nvSpPr>
        <p:spPr>
          <a:xfrm>
            <a:off x="6041517" y="4265295"/>
            <a:ext cx="53340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Prüfhinweis</a:t>
            </a:r>
          </a:p>
        </p:txBody>
      </p:sp>
      <p:sp>
        <p:nvSpPr>
          <p:cNvPr id="77" name="TextBox 76"/>
          <p:cNvSpPr txBox="1"/>
          <p:nvPr/>
        </p:nvSpPr>
        <p:spPr>
          <a:xfrm>
            <a:off x="5867400" y="4484370"/>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Nur über der Schwelle prüft ein Mensch · Export ins Dashboard (JSON).</a:t>
            </a:r>
          </a:p>
        </p:txBody>
      </p:sp>
      <p:pic>
        <p:nvPicPr>
          <p:cNvPr id="78" name="Icon calendar-days" descr="calendar-days__657383.png"/>
          <p:cNvPicPr>
            <a:picLocks noChangeAspect="1"/>
          </p:cNvPicPr>
          <p:nvPr/>
        </p:nvPicPr>
        <p:blipFill>
          <a:blip r:embed="rId12"/>
          <a:stretch>
            <a:fillRect/>
          </a:stretch>
        </p:blipFill>
        <p:spPr>
          <a:xfrm>
            <a:off x="5867400" y="2671762"/>
            <a:ext cx="152400" cy="152400"/>
          </a:xfrm>
          <a:prstGeom prst="rect">
            <a:avLst/>
          </a:prstGeom>
        </p:spPr>
      </p:pic>
      <p:sp>
        <p:nvSpPr>
          <p:cNvPr id="79" name="TextBox 78"/>
          <p:cNvSpPr txBox="1"/>
          <p:nvPr/>
        </p:nvSpPr>
        <p:spPr>
          <a:xfrm>
            <a:off x="6096000" y="2667000"/>
            <a:ext cx="190500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Monat läuft</a:t>
            </a:r>
          </a:p>
        </p:txBody>
      </p:sp>
      <p:cxnSp>
        <p:nvCxnSpPr>
          <p:cNvPr id="80" name="Connector 79"/>
          <p:cNvCxnSpPr/>
          <p:nvPr/>
        </p:nvCxnSpPr>
        <p:spPr>
          <a:xfrm>
            <a:off x="7128129" y="2747962"/>
            <a:ext cx="4530471" cy="0"/>
          </a:xfrm>
          <a:prstGeom prst="line">
            <a:avLst/>
          </a:prstGeom>
          <a:ln w="19050">
            <a:solidFill>
              <a:srgbClr val="B4BFCB"/>
            </a:solidFill>
            <a:prstDash val="dash"/>
          </a:ln>
        </p:spPr>
        <p:style>
          <a:lnRef idx="2">
            <a:schemeClr val="accent1"/>
          </a:lnRef>
          <a:fillRef idx="0">
            <a:schemeClr val="accent1"/>
          </a:fillRef>
          <a:effectRef idx="1">
            <a:schemeClr val="accent1"/>
          </a:effectRef>
          <a:fontRef idx="minor">
            <a:schemeClr val="tx1"/>
          </a:fontRef>
        </p:style>
      </p:cxnSp>
      <p:pic>
        <p:nvPicPr>
          <p:cNvPr id="81" name="Icon quote" descr="quote__00718E.png"/>
          <p:cNvPicPr>
            <a:picLocks noChangeAspect="1"/>
          </p:cNvPicPr>
          <p:nvPr/>
        </p:nvPicPr>
        <p:blipFill>
          <a:blip r:embed="rId13"/>
          <a:stretch>
            <a:fillRect/>
          </a:stretch>
        </p:blipFill>
        <p:spPr>
          <a:xfrm>
            <a:off x="5334000" y="5924550"/>
            <a:ext cx="152400" cy="152400"/>
          </a:xfrm>
          <a:prstGeom prst="rect">
            <a:avLst/>
          </a:prstGeom>
        </p:spPr>
      </p:pic>
      <p:sp>
        <p:nvSpPr>
          <p:cNvPr id="82" name="TextBox 81"/>
          <p:cNvSpPr txBox="1"/>
          <p:nvPr/>
        </p:nvSpPr>
        <p:spPr>
          <a:xfrm>
            <a:off x="5562600" y="5915025"/>
            <a:ext cx="609600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User Story Henrik Maaß: reproduzierbarer Workflow mit dokumentierter Schwelle</a:t>
            </a:r>
          </a:p>
        </p:txBody>
      </p:sp>
      <p:cxnSp>
        <p:nvCxnSpPr>
          <p:cNvPr id="83"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84" name="Logo" descr="image.png"/>
          <p:cNvPicPr>
            <a:picLocks noChangeAspect="1"/>
          </p:cNvPicPr>
          <p:nvPr/>
        </p:nvPicPr>
        <p:blipFill>
          <a:blip r:embed="rId14"/>
          <a:stretch>
            <a:fillRect/>
          </a:stretch>
        </p:blipFill>
        <p:spPr>
          <a:xfrm>
            <a:off x="685800" y="6400800"/>
            <a:ext cx="715863" cy="247650"/>
          </a:xfrm>
          <a:prstGeom prst="rect">
            <a:avLst/>
          </a:prstGeom>
        </p:spPr>
      </p:pic>
      <p:sp>
        <p:nvSpPr>
          <p:cNvPr id="85" name="TextBox 84"/>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86" name="Connector 85"/>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87" name="Scheibe chart-spline"/>
          <p:cNvGrpSpPr/>
          <p:nvPr/>
        </p:nvGrpSpPr>
        <p:grpSpPr>
          <a:xfrm>
            <a:off x="4516755" y="6419850"/>
            <a:ext cx="209550" cy="209550"/>
            <a:chOff x="4516755" y="6419850"/>
            <a:chExt cx="209550" cy="209550"/>
          </a:xfrm>
        </p:grpSpPr>
        <p:sp>
          <p:nvSpPr>
            <p:cNvPr id="88" name="Oval 87"/>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89" name="Picture 88" descr="chart-spline__FFFFFF.png"/>
            <p:cNvPicPr>
              <a:picLocks noChangeAspect="1"/>
            </p:cNvPicPr>
            <p:nvPr/>
          </p:nvPicPr>
          <p:blipFill>
            <a:blip r:embed="rId15"/>
            <a:stretch>
              <a:fillRect/>
            </a:stretch>
          </p:blipFill>
          <p:spPr>
            <a:xfrm>
              <a:off x="4567047" y="6470142"/>
              <a:ext cx="108966" cy="108966"/>
            </a:xfrm>
            <a:prstGeom prst="rect">
              <a:avLst/>
            </a:prstGeom>
          </p:spPr>
        </p:pic>
      </p:grpSp>
      <p:sp>
        <p:nvSpPr>
          <p:cNvPr id="90" name="TextBox 89"/>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91" name="TextBox 90"/>
          <p:cNvSpPr txBox="1"/>
          <p:nvPr/>
        </p:nvSpPr>
        <p:spPr>
          <a:xfrm>
            <a:off x="5000625" y="6438900"/>
            <a:ext cx="77933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Vorhersage</a:t>
            </a:r>
          </a:p>
        </p:txBody>
      </p:sp>
      <p:grpSp>
        <p:nvGrpSpPr>
          <p:cNvPr id="92" name="Scheibe calendar-clock"/>
          <p:cNvGrpSpPr/>
          <p:nvPr/>
        </p:nvGrpSpPr>
        <p:grpSpPr>
          <a:xfrm>
            <a:off x="5799010" y="6419850"/>
            <a:ext cx="209550" cy="209550"/>
            <a:chOff x="5799010" y="6419850"/>
            <a:chExt cx="209550" cy="209550"/>
          </a:xfrm>
        </p:grpSpPr>
        <p:sp>
          <p:nvSpPr>
            <p:cNvPr id="93" name="Oval 92"/>
            <p:cNvSpPr/>
            <p:nvPr/>
          </p:nvSpPr>
          <p:spPr>
            <a:xfrm>
              <a:off x="5799010" y="6419850"/>
              <a:ext cx="209550" cy="209550"/>
            </a:xfrm>
            <a:prstGeom prst="ellipse">
              <a:avLst/>
            </a:prstGeom>
            <a:solidFill>
              <a:srgbClr val="00718E"/>
            </a:solidFill>
            <a:ln>
              <a:noFill/>
            </a:ln>
            <a:effectLst/>
          </p:spPr>
          <p:txBody>
            <a:bodyPr rtlCol="0" anchor="ctr"/>
            <a:lstStyle/>
            <a:p>
              <a:pPr algn="ctr"/>
            </a:p>
          </p:txBody>
        </p:sp>
        <p:pic>
          <p:nvPicPr>
            <p:cNvPr id="94" name="Picture 93" descr="calendar-clock__FFFFFF.png"/>
            <p:cNvPicPr>
              <a:picLocks noChangeAspect="1"/>
            </p:cNvPicPr>
            <p:nvPr/>
          </p:nvPicPr>
          <p:blipFill>
            <a:blip r:embed="rId16"/>
            <a:stretch>
              <a:fillRect/>
            </a:stretch>
          </p:blipFill>
          <p:spPr>
            <a:xfrm>
              <a:off x="5849302" y="6470142"/>
              <a:ext cx="108966" cy="108966"/>
            </a:xfrm>
            <a:prstGeom prst="rect">
              <a:avLst/>
            </a:prstGeom>
          </p:spPr>
        </p:pic>
      </p:grpSp>
      <p:sp>
        <p:nvSpPr>
          <p:cNvPr id="95" name="TextBox 94"/>
          <p:cNvSpPr txBox="1"/>
          <p:nvPr/>
        </p:nvSpPr>
        <p:spPr>
          <a:xfrm>
            <a:off x="6065710"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09</a:t>
            </a:r>
          </a:p>
        </p:txBody>
      </p:sp>
      <p:sp>
        <p:nvSpPr>
          <p:cNvPr id="96" name="TextBox 95"/>
          <p:cNvSpPr txBox="1"/>
          <p:nvPr/>
        </p:nvSpPr>
        <p:spPr>
          <a:xfrm>
            <a:off x="6282880" y="6438900"/>
            <a:ext cx="672656"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Zeitpunkt</a:t>
            </a:r>
          </a:p>
        </p:txBody>
      </p:sp>
      <p:sp>
        <p:nvSpPr>
          <p:cNvPr id="97" name="TextBox 96"/>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98"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history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Warum diese Train/Test-Aufteilung?</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Vergangenheit erklärt Zukunft, niemals umgekehrt</a:t>
            </a:r>
          </a:p>
        </p:txBody>
      </p:sp>
      <p:grpSp>
        <p:nvGrpSpPr>
          <p:cNvPr id="7" name="Tracker 1 Vergangenheit aktiv"/>
          <p:cNvGrpSpPr/>
          <p:nvPr/>
        </p:nvGrpSpPr>
        <p:grpSpPr>
          <a:xfrm>
            <a:off x="9505950" y="390525"/>
            <a:ext cx="247650" cy="247650"/>
            <a:chOff x="9505950" y="390525"/>
            <a:chExt cx="247650" cy="247650"/>
          </a:xfrm>
        </p:grpSpPr>
        <p:sp>
          <p:nvSpPr>
            <p:cNvPr id="8" name="Oval 7"/>
            <p:cNvSpPr/>
            <p:nvPr/>
          </p:nvSpPr>
          <p:spPr>
            <a:xfrm>
              <a:off x="9505950" y="390525"/>
              <a:ext cx="247650" cy="247650"/>
            </a:xfrm>
            <a:prstGeom prst="ellipse">
              <a:avLst/>
            </a:prstGeom>
            <a:solidFill>
              <a:srgbClr val="084878"/>
            </a:solidFill>
            <a:ln>
              <a:noFill/>
            </a:ln>
            <a:effectLst/>
          </p:spPr>
          <p:txBody>
            <a:bodyPr rtlCol="0" anchor="ctr"/>
            <a:lstStyle/>
            <a:p>
              <a:pPr algn="ctr"/>
            </a:p>
          </p:txBody>
        </p:sp>
        <p:pic>
          <p:nvPicPr>
            <p:cNvPr id="9" name="Picture 8" descr="history__FFFFFF.png"/>
            <p:cNvPicPr>
              <a:picLocks noChangeAspect="1"/>
            </p:cNvPicPr>
            <p:nvPr/>
          </p:nvPicPr>
          <p:blipFill>
            <a:blip r:embed="rId3"/>
            <a:stretch>
              <a:fillRect/>
            </a:stretch>
          </p:blipFill>
          <p:spPr>
            <a:xfrm>
              <a:off x="9565386" y="449961"/>
              <a:ext cx="128778" cy="128778"/>
            </a:xfrm>
            <a:prstGeom prst="rect">
              <a:avLst/>
            </a:prstGeom>
          </p:spPr>
        </p:pic>
      </p:grpSp>
      <p:grpSp>
        <p:nvGrpSpPr>
          <p:cNvPr id="10" name="Tracker 2 Modell"/>
          <p:cNvGrpSpPr/>
          <p:nvPr/>
        </p:nvGrpSpPr>
        <p:grpSpPr>
          <a:xfrm>
            <a:off x="9817894" y="397669"/>
            <a:ext cx="233362" cy="233362"/>
            <a:chOff x="9817894" y="397669"/>
            <a:chExt cx="233362" cy="233362"/>
          </a:xfrm>
        </p:grpSpPr>
        <p:sp>
          <p:nvSpPr>
            <p:cNvPr id="11" name="Oval 10"/>
            <p:cNvSpPr/>
            <p:nvPr/>
          </p:nvSpPr>
          <p:spPr>
            <a:xfrm>
              <a:off x="9817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2" name="Picture 11" descr="trees__8A96A3.png"/>
            <p:cNvPicPr>
              <a:picLocks noChangeAspect="1"/>
            </p:cNvPicPr>
            <p:nvPr/>
          </p:nvPicPr>
          <p:blipFill>
            <a:blip r:embed="rId4"/>
            <a:stretch>
              <a:fillRect/>
            </a:stretch>
          </p:blipFill>
          <p:spPr>
            <a:xfrm>
              <a:off x="9870186" y="449961"/>
              <a:ext cx="128778" cy="128778"/>
            </a:xfrm>
            <a:prstGeom prst="rect">
              <a:avLst/>
            </a:prstGeom>
          </p:spPr>
        </p:pic>
      </p:grpSp>
      <p:grpSp>
        <p:nvGrpSpPr>
          <p:cNvPr id="13" name="Tracker 3 Rückrechnung"/>
          <p:cNvGrpSpPr/>
          <p:nvPr/>
        </p:nvGrpSpPr>
        <p:grpSpPr>
          <a:xfrm>
            <a:off x="10122694" y="397669"/>
            <a:ext cx="233362" cy="233362"/>
            <a:chOff x="10122694" y="397669"/>
            <a:chExt cx="233362" cy="233362"/>
          </a:xfrm>
        </p:grpSpPr>
        <p:sp>
          <p:nvSpPr>
            <p:cNvPr id="14" name="Oval 13"/>
            <p:cNvSpPr/>
            <p:nvPr/>
          </p:nvSpPr>
          <p:spPr>
            <a:xfrm>
              <a:off x="10122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5" name="Picture 14" descr="calculator__8A96A3.png"/>
            <p:cNvPicPr>
              <a:picLocks noChangeAspect="1"/>
            </p:cNvPicPr>
            <p:nvPr/>
          </p:nvPicPr>
          <p:blipFill>
            <a:blip r:embed="rId5"/>
            <a:stretch>
              <a:fillRect/>
            </a:stretch>
          </p:blipFill>
          <p:spPr>
            <a:xfrm>
              <a:off x="10174986" y="449961"/>
              <a:ext cx="128778" cy="128778"/>
            </a:xfrm>
            <a:prstGeom prst="rect">
              <a:avLst/>
            </a:prstGeom>
          </p:spPr>
        </p:pic>
      </p:grpSp>
      <p:grpSp>
        <p:nvGrpSpPr>
          <p:cNvPr id="16" name="Tracker 4 Istwert"/>
          <p:cNvGrpSpPr/>
          <p:nvPr/>
        </p:nvGrpSpPr>
        <p:grpSpPr>
          <a:xfrm>
            <a:off x="10656094" y="397669"/>
            <a:ext cx="233362" cy="233362"/>
            <a:chOff x="10656094" y="397669"/>
            <a:chExt cx="233362" cy="233362"/>
          </a:xfrm>
        </p:grpSpPr>
        <p:sp>
          <p:nvSpPr>
            <p:cNvPr id="17" name="Oval 16"/>
            <p:cNvSpPr/>
            <p:nvPr/>
          </p:nvSpPr>
          <p:spPr>
            <a:xfrm>
              <a:off x="10656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8" name="Picture 17" descr="gauge__8A96A3.png"/>
            <p:cNvPicPr>
              <a:picLocks noChangeAspect="1"/>
            </p:cNvPicPr>
            <p:nvPr/>
          </p:nvPicPr>
          <p:blipFill>
            <a:blip r:embed="rId6"/>
            <a:stretch>
              <a:fillRect/>
            </a:stretch>
          </p:blipFill>
          <p:spPr>
            <a:xfrm>
              <a:off x="10708386" y="449961"/>
              <a:ext cx="128778" cy="128778"/>
            </a:xfrm>
            <a:prstGeom prst="rect">
              <a:avLst/>
            </a:prstGeom>
          </p:spPr>
        </p:pic>
      </p:grpSp>
      <p:grpSp>
        <p:nvGrpSpPr>
          <p:cNvPr id="19" name="Tracker 5 Residuum"/>
          <p:cNvGrpSpPr/>
          <p:nvPr/>
        </p:nvGrpSpPr>
        <p:grpSpPr>
          <a:xfrm>
            <a:off x="10960894" y="397669"/>
            <a:ext cx="233362" cy="233362"/>
            <a:chOff x="10960894" y="397669"/>
            <a:chExt cx="233362" cy="233362"/>
          </a:xfrm>
        </p:grpSpPr>
        <p:sp>
          <p:nvSpPr>
            <p:cNvPr id="20" name="Oval 19"/>
            <p:cNvSpPr/>
            <p:nvPr/>
          </p:nvSpPr>
          <p:spPr>
            <a:xfrm>
              <a:off x="10960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21" name="Picture 20" descr="diff__8A96A3.png"/>
            <p:cNvPicPr>
              <a:picLocks noChangeAspect="1"/>
            </p:cNvPicPr>
            <p:nvPr/>
          </p:nvPicPr>
          <p:blipFill>
            <a:blip r:embed="rId7"/>
            <a:stretch>
              <a:fillRect/>
            </a:stretch>
          </p:blipFill>
          <p:spPr>
            <a:xfrm>
              <a:off x="11013186" y="449961"/>
              <a:ext cx="128778" cy="128778"/>
            </a:xfrm>
            <a:prstGeom prst="rect">
              <a:avLst/>
            </a:prstGeom>
          </p:spPr>
        </p:pic>
      </p:grpSp>
      <p:grpSp>
        <p:nvGrpSpPr>
          <p:cNvPr id="22" name="Tracker 6 Prüfhinweis"/>
          <p:cNvGrpSpPr/>
          <p:nvPr/>
        </p:nvGrpSpPr>
        <p:grpSpPr>
          <a:xfrm>
            <a:off x="11265694" y="397669"/>
            <a:ext cx="233362" cy="233362"/>
            <a:chOff x="11265694" y="397669"/>
            <a:chExt cx="233362" cy="233362"/>
          </a:xfrm>
        </p:grpSpPr>
        <p:sp>
          <p:nvSpPr>
            <p:cNvPr id="23" name="Oval 22"/>
            <p:cNvSpPr/>
            <p:nvPr/>
          </p:nvSpPr>
          <p:spPr>
            <a:xfrm>
              <a:off x="11265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24" name="Picture 23" descr="flag__8A96A3.png"/>
            <p:cNvPicPr>
              <a:picLocks noChangeAspect="1"/>
            </p:cNvPicPr>
            <p:nvPr/>
          </p:nvPicPr>
          <p:blipFill>
            <a:blip r:embed="rId8"/>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1 · Vergangenheit</a:t>
            </a:r>
          </a:p>
        </p:txBody>
      </p:sp>
      <p:sp>
        <p:nvSpPr>
          <p:cNvPr id="28" name="Rounded Rectangle 27"/>
          <p:cNvSpPr/>
          <p:nvPr/>
        </p:nvSpPr>
        <p:spPr>
          <a:xfrm>
            <a:off x="685800" y="1362075"/>
            <a:ext cx="10820400" cy="2681288"/>
          </a:xfrm>
          <a:prstGeom prst="roundRect">
            <a:avLst>
              <a:gd name="adj" fmla="val 3552"/>
            </a:avLst>
          </a:prstGeom>
          <a:solidFill>
            <a:srgbClr val="FFFFFF"/>
          </a:solidFill>
          <a:ln w="9525">
            <a:solidFill>
              <a:srgbClr val="D2DAE2"/>
            </a:solidFill>
          </a:ln>
          <a:effectLst/>
        </p:spPr>
        <p:txBody>
          <a:bodyPr rtlCol="0" anchor="ctr"/>
          <a:lstStyle/>
          <a:p>
            <a:pPr algn="ctr"/>
          </a:p>
        </p:txBody>
      </p:sp>
      <p:sp>
        <p:nvSpPr>
          <p:cNvPr id="29" name="TextBox 28"/>
          <p:cNvSpPr txBox="1"/>
          <p:nvPr/>
        </p:nvSpPr>
        <p:spPr>
          <a:xfrm>
            <a:off x="3805718" y="1520197"/>
            <a:ext cx="1481080" cy="197758"/>
          </a:xfrm>
          <a:prstGeom prst="rect">
            <a:avLst/>
          </a:prstGeom>
          <a:noFill/>
        </p:spPr>
        <p:txBody>
          <a:bodyPr wrap="none" lIns="0" rIns="0" tIns="0" bIns="0" anchor="t">
            <a:noAutofit/>
          </a:bodyPr>
          <a:lstStyle/>
          <a:p>
            <a:pPr algn="ctr">
              <a:lnSpc>
                <a:spcPts val="1557"/>
              </a:lnSpc>
            </a:pPr>
            <a:r>
              <a:rPr sz="1197" b="1" i="0" lang="de-DE">
                <a:solidFill>
                  <a:srgbClr val="141A21"/>
                </a:solidFill>
                <a:latin typeface="IBM Plex Sans"/>
              </a:rPr>
              <a:t>2024 · Entwicklung</a:t>
            </a:r>
          </a:p>
        </p:txBody>
      </p:sp>
      <p:sp>
        <p:nvSpPr>
          <p:cNvPr id="30" name="TextBox 29"/>
          <p:cNvSpPr txBox="1"/>
          <p:nvPr/>
        </p:nvSpPr>
        <p:spPr>
          <a:xfrm>
            <a:off x="8033946" y="1520197"/>
            <a:ext cx="1961786" cy="197758"/>
          </a:xfrm>
          <a:prstGeom prst="rect">
            <a:avLst/>
          </a:prstGeom>
          <a:noFill/>
        </p:spPr>
        <p:txBody>
          <a:bodyPr wrap="none" lIns="0" rIns="0" tIns="0" bIns="0" anchor="t">
            <a:noAutofit/>
          </a:bodyPr>
          <a:lstStyle/>
          <a:p>
            <a:pPr algn="ctr">
              <a:lnSpc>
                <a:spcPts val="1557"/>
              </a:lnSpc>
            </a:pPr>
            <a:r>
              <a:rPr sz="1197" b="1" i="0" lang="de-DE">
                <a:solidFill>
                  <a:srgbClr val="141A21"/>
                </a:solidFill>
                <a:latin typeface="IBM Plex Sans"/>
              </a:rPr>
              <a:t>2025 · Test im Nachhinein</a:t>
            </a:r>
          </a:p>
        </p:txBody>
      </p:sp>
      <p:sp>
        <p:nvSpPr>
          <p:cNvPr id="31" name="TextBox 30"/>
          <p:cNvSpPr txBox="1"/>
          <p:nvPr/>
        </p:nvSpPr>
        <p:spPr>
          <a:xfrm>
            <a:off x="2416750" y="1739348"/>
            <a:ext cx="1631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32" name="TextBox 31"/>
          <p:cNvSpPr txBox="1"/>
          <p:nvPr/>
        </p:nvSpPr>
        <p:spPr>
          <a:xfrm>
            <a:off x="2786121" y="1739348"/>
            <a:ext cx="169790"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F</a:t>
            </a:r>
          </a:p>
        </p:txBody>
      </p:sp>
      <p:sp>
        <p:nvSpPr>
          <p:cNvPr id="33" name="TextBox 32"/>
          <p:cNvSpPr txBox="1"/>
          <p:nvPr/>
        </p:nvSpPr>
        <p:spPr>
          <a:xfrm>
            <a:off x="3141230" y="1739348"/>
            <a:ext cx="2030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34" name="TextBox 33"/>
          <p:cNvSpPr txBox="1"/>
          <p:nvPr/>
        </p:nvSpPr>
        <p:spPr>
          <a:xfrm>
            <a:off x="3525243" y="1739348"/>
            <a:ext cx="1804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35" name="TextBox 34"/>
          <p:cNvSpPr txBox="1"/>
          <p:nvPr/>
        </p:nvSpPr>
        <p:spPr>
          <a:xfrm>
            <a:off x="3885677" y="1739348"/>
            <a:ext cx="2030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36" name="TextBox 35"/>
          <p:cNvSpPr txBox="1"/>
          <p:nvPr/>
        </p:nvSpPr>
        <p:spPr>
          <a:xfrm>
            <a:off x="4278342" y="1739348"/>
            <a:ext cx="1631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37" name="TextBox 36"/>
          <p:cNvSpPr txBox="1"/>
          <p:nvPr/>
        </p:nvSpPr>
        <p:spPr>
          <a:xfrm>
            <a:off x="4651040" y="1739348"/>
            <a:ext cx="1631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38" name="TextBox 37"/>
          <p:cNvSpPr txBox="1"/>
          <p:nvPr/>
        </p:nvSpPr>
        <p:spPr>
          <a:xfrm>
            <a:off x="5015087" y="1739348"/>
            <a:ext cx="1804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39" name="TextBox 38"/>
          <p:cNvSpPr txBox="1"/>
          <p:nvPr/>
        </p:nvSpPr>
        <p:spPr>
          <a:xfrm>
            <a:off x="5390828" y="1739348"/>
            <a:ext cx="172452"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S</a:t>
            </a:r>
          </a:p>
        </p:txBody>
      </p:sp>
      <p:sp>
        <p:nvSpPr>
          <p:cNvPr id="40" name="TextBox 39"/>
          <p:cNvSpPr txBox="1"/>
          <p:nvPr/>
        </p:nvSpPr>
        <p:spPr>
          <a:xfrm>
            <a:off x="5754875" y="1739348"/>
            <a:ext cx="1897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O</a:t>
            </a:r>
          </a:p>
        </p:txBody>
      </p:sp>
      <p:sp>
        <p:nvSpPr>
          <p:cNvPr id="41" name="TextBox 40"/>
          <p:cNvSpPr txBox="1"/>
          <p:nvPr/>
        </p:nvSpPr>
        <p:spPr>
          <a:xfrm>
            <a:off x="6126623" y="1739348"/>
            <a:ext cx="1897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N</a:t>
            </a:r>
          </a:p>
        </p:txBody>
      </p:sp>
      <p:sp>
        <p:nvSpPr>
          <p:cNvPr id="42" name="TextBox 41"/>
          <p:cNvSpPr txBox="1"/>
          <p:nvPr/>
        </p:nvSpPr>
        <p:spPr>
          <a:xfrm>
            <a:off x="6501983" y="1739348"/>
            <a:ext cx="184431"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D</a:t>
            </a:r>
          </a:p>
        </p:txBody>
      </p:sp>
      <p:sp>
        <p:nvSpPr>
          <p:cNvPr id="43" name="TextBox 42"/>
          <p:cNvSpPr txBox="1"/>
          <p:nvPr/>
        </p:nvSpPr>
        <p:spPr>
          <a:xfrm>
            <a:off x="6885331" y="1739348"/>
            <a:ext cx="1631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44" name="TextBox 43"/>
          <p:cNvSpPr txBox="1"/>
          <p:nvPr/>
        </p:nvSpPr>
        <p:spPr>
          <a:xfrm>
            <a:off x="7254702" y="1739348"/>
            <a:ext cx="169790"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F</a:t>
            </a:r>
          </a:p>
        </p:txBody>
      </p:sp>
      <p:sp>
        <p:nvSpPr>
          <p:cNvPr id="45" name="TextBox 44"/>
          <p:cNvSpPr txBox="1"/>
          <p:nvPr/>
        </p:nvSpPr>
        <p:spPr>
          <a:xfrm>
            <a:off x="7609811" y="1739348"/>
            <a:ext cx="2030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46" name="TextBox 45"/>
          <p:cNvSpPr txBox="1"/>
          <p:nvPr/>
        </p:nvSpPr>
        <p:spPr>
          <a:xfrm>
            <a:off x="7993824" y="1739348"/>
            <a:ext cx="1804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47" name="TextBox 46"/>
          <p:cNvSpPr txBox="1"/>
          <p:nvPr/>
        </p:nvSpPr>
        <p:spPr>
          <a:xfrm>
            <a:off x="8354258" y="1739348"/>
            <a:ext cx="2030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48" name="TextBox 47"/>
          <p:cNvSpPr txBox="1"/>
          <p:nvPr/>
        </p:nvSpPr>
        <p:spPr>
          <a:xfrm>
            <a:off x="8746922" y="1739348"/>
            <a:ext cx="1631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49" name="TextBox 48"/>
          <p:cNvSpPr txBox="1"/>
          <p:nvPr/>
        </p:nvSpPr>
        <p:spPr>
          <a:xfrm>
            <a:off x="9119621" y="1739348"/>
            <a:ext cx="1631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50" name="TextBox 49"/>
          <p:cNvSpPr txBox="1"/>
          <p:nvPr/>
        </p:nvSpPr>
        <p:spPr>
          <a:xfrm>
            <a:off x="9483668" y="1739348"/>
            <a:ext cx="1804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51" name="TextBox 50"/>
          <p:cNvSpPr txBox="1"/>
          <p:nvPr/>
        </p:nvSpPr>
        <p:spPr>
          <a:xfrm>
            <a:off x="9859409" y="1739348"/>
            <a:ext cx="172452"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S</a:t>
            </a:r>
          </a:p>
        </p:txBody>
      </p:sp>
      <p:sp>
        <p:nvSpPr>
          <p:cNvPr id="52" name="TextBox 51"/>
          <p:cNvSpPr txBox="1"/>
          <p:nvPr/>
        </p:nvSpPr>
        <p:spPr>
          <a:xfrm>
            <a:off x="10223456" y="1739348"/>
            <a:ext cx="1897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O</a:t>
            </a:r>
          </a:p>
        </p:txBody>
      </p:sp>
      <p:sp>
        <p:nvSpPr>
          <p:cNvPr id="53" name="TextBox 52"/>
          <p:cNvSpPr txBox="1"/>
          <p:nvPr/>
        </p:nvSpPr>
        <p:spPr>
          <a:xfrm>
            <a:off x="10595203" y="1739348"/>
            <a:ext cx="1897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N</a:t>
            </a:r>
          </a:p>
        </p:txBody>
      </p:sp>
      <p:sp>
        <p:nvSpPr>
          <p:cNvPr id="54" name="TextBox 53"/>
          <p:cNvSpPr txBox="1"/>
          <p:nvPr/>
        </p:nvSpPr>
        <p:spPr>
          <a:xfrm>
            <a:off x="10970564" y="1739348"/>
            <a:ext cx="184431"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D</a:t>
            </a:r>
          </a:p>
        </p:txBody>
      </p:sp>
      <p:sp>
        <p:nvSpPr>
          <p:cNvPr id="55" name="TextBox 54"/>
          <p:cNvSpPr txBox="1"/>
          <p:nvPr/>
        </p:nvSpPr>
        <p:spPr>
          <a:xfrm>
            <a:off x="1656149" y="2062131"/>
            <a:ext cx="522713"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Fold 1</a:t>
            </a:r>
          </a:p>
        </p:txBody>
      </p:sp>
      <p:sp>
        <p:nvSpPr>
          <p:cNvPr id="56" name="Rounded Rectangle 55"/>
          <p:cNvSpPr/>
          <p:nvPr/>
        </p:nvSpPr>
        <p:spPr>
          <a:xfrm>
            <a:off x="2311968" y="2018396"/>
            <a:ext cx="8937161" cy="285229"/>
          </a:xfrm>
          <a:prstGeom prst="roundRect">
            <a:avLst>
              <a:gd name="adj" fmla="val 13333"/>
            </a:avLst>
          </a:prstGeom>
          <a:solidFill>
            <a:srgbClr val="F1F4F7"/>
          </a:solidFill>
          <a:ln>
            <a:noFill/>
          </a:ln>
          <a:effectLst/>
        </p:spPr>
        <p:txBody>
          <a:bodyPr rtlCol="0" anchor="ctr"/>
          <a:lstStyle/>
          <a:p>
            <a:pPr algn="ctr"/>
          </a:p>
        </p:txBody>
      </p:sp>
      <p:sp>
        <p:nvSpPr>
          <p:cNvPr id="57" name="Rounded Rectangle 56"/>
          <p:cNvSpPr/>
          <p:nvPr/>
        </p:nvSpPr>
        <p:spPr>
          <a:xfrm>
            <a:off x="2321475" y="2018396"/>
            <a:ext cx="1470829" cy="285229"/>
          </a:xfrm>
          <a:prstGeom prst="roundRect">
            <a:avLst>
              <a:gd name="adj" fmla="val 13333"/>
            </a:avLst>
          </a:prstGeom>
          <a:solidFill>
            <a:srgbClr val="BBD7EA"/>
          </a:solidFill>
          <a:ln>
            <a:noFill/>
          </a:ln>
          <a:effectLst/>
        </p:spPr>
        <p:txBody>
          <a:bodyPr rtlCol="0" anchor="ctr"/>
          <a:lstStyle/>
          <a:p>
            <a:pPr algn="ctr"/>
          </a:p>
        </p:txBody>
      </p:sp>
      <p:sp>
        <p:nvSpPr>
          <p:cNvPr id="58" name="TextBox 57"/>
          <p:cNvSpPr txBox="1"/>
          <p:nvPr/>
        </p:nvSpPr>
        <p:spPr>
          <a:xfrm>
            <a:off x="2777041" y="2071877"/>
            <a:ext cx="558746"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a:t>
            </a:r>
          </a:p>
        </p:txBody>
      </p:sp>
      <p:sp>
        <p:nvSpPr>
          <p:cNvPr id="59" name="Rounded Rectangle 58"/>
          <p:cNvSpPr/>
          <p:nvPr/>
        </p:nvSpPr>
        <p:spPr>
          <a:xfrm>
            <a:off x="3811319" y="2018396"/>
            <a:ext cx="725431" cy="285229"/>
          </a:xfrm>
          <a:prstGeom prst="roundRect">
            <a:avLst>
              <a:gd name="adj" fmla="val 13333"/>
            </a:avLst>
          </a:prstGeom>
          <a:solidFill>
            <a:srgbClr val="084878"/>
          </a:solidFill>
          <a:ln>
            <a:noFill/>
          </a:ln>
          <a:effectLst/>
        </p:spPr>
        <p:txBody>
          <a:bodyPr rtlCol="0" anchor="ctr"/>
          <a:lstStyle/>
          <a:p>
            <a:pPr algn="ctr"/>
          </a:p>
        </p:txBody>
      </p:sp>
      <p:sp>
        <p:nvSpPr>
          <p:cNvPr id="60" name="TextBox 59"/>
          <p:cNvSpPr txBox="1"/>
          <p:nvPr/>
        </p:nvSpPr>
        <p:spPr>
          <a:xfrm>
            <a:off x="3800061" y="2071877"/>
            <a:ext cx="746997"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Bewerten</a:t>
            </a:r>
          </a:p>
        </p:txBody>
      </p:sp>
      <p:sp>
        <p:nvSpPr>
          <p:cNvPr id="61" name="TextBox 60"/>
          <p:cNvSpPr txBox="1"/>
          <p:nvPr/>
        </p:nvSpPr>
        <p:spPr>
          <a:xfrm>
            <a:off x="1656149" y="2442436"/>
            <a:ext cx="522713"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Fold 2</a:t>
            </a:r>
          </a:p>
        </p:txBody>
      </p:sp>
      <p:sp>
        <p:nvSpPr>
          <p:cNvPr id="62" name="Rounded Rectangle 61"/>
          <p:cNvSpPr/>
          <p:nvPr/>
        </p:nvSpPr>
        <p:spPr>
          <a:xfrm>
            <a:off x="2311968" y="2398701"/>
            <a:ext cx="8937161" cy="285229"/>
          </a:xfrm>
          <a:prstGeom prst="roundRect">
            <a:avLst>
              <a:gd name="adj" fmla="val 13333"/>
            </a:avLst>
          </a:prstGeom>
          <a:solidFill>
            <a:srgbClr val="F1F4F7"/>
          </a:solidFill>
          <a:ln>
            <a:noFill/>
          </a:ln>
          <a:effectLst/>
        </p:spPr>
        <p:txBody>
          <a:bodyPr rtlCol="0" anchor="ctr"/>
          <a:lstStyle/>
          <a:p>
            <a:pPr algn="ctr"/>
          </a:p>
        </p:txBody>
      </p:sp>
      <p:sp>
        <p:nvSpPr>
          <p:cNvPr id="63" name="Rounded Rectangle 62"/>
          <p:cNvSpPr/>
          <p:nvPr/>
        </p:nvSpPr>
        <p:spPr>
          <a:xfrm>
            <a:off x="2321475" y="2398701"/>
            <a:ext cx="2215275" cy="285229"/>
          </a:xfrm>
          <a:prstGeom prst="roundRect">
            <a:avLst>
              <a:gd name="adj" fmla="val 13333"/>
            </a:avLst>
          </a:prstGeom>
          <a:solidFill>
            <a:srgbClr val="BBD7EA"/>
          </a:solidFill>
          <a:ln>
            <a:noFill/>
          </a:ln>
          <a:effectLst/>
        </p:spPr>
        <p:txBody>
          <a:bodyPr rtlCol="0" anchor="ctr"/>
          <a:lstStyle/>
          <a:p>
            <a:pPr algn="ctr"/>
          </a:p>
        </p:txBody>
      </p:sp>
      <p:sp>
        <p:nvSpPr>
          <p:cNvPr id="64" name="TextBox 63"/>
          <p:cNvSpPr txBox="1"/>
          <p:nvPr/>
        </p:nvSpPr>
        <p:spPr>
          <a:xfrm>
            <a:off x="3149740" y="2452181"/>
            <a:ext cx="558746"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a:t>
            </a:r>
          </a:p>
        </p:txBody>
      </p:sp>
      <p:sp>
        <p:nvSpPr>
          <p:cNvPr id="65" name="Rounded Rectangle 64"/>
          <p:cNvSpPr/>
          <p:nvPr/>
        </p:nvSpPr>
        <p:spPr>
          <a:xfrm>
            <a:off x="4555766" y="2398701"/>
            <a:ext cx="725431" cy="285229"/>
          </a:xfrm>
          <a:prstGeom prst="roundRect">
            <a:avLst>
              <a:gd name="adj" fmla="val 13333"/>
            </a:avLst>
          </a:prstGeom>
          <a:solidFill>
            <a:srgbClr val="084878"/>
          </a:solidFill>
          <a:ln>
            <a:noFill/>
          </a:ln>
          <a:effectLst/>
        </p:spPr>
        <p:txBody>
          <a:bodyPr rtlCol="0" anchor="ctr"/>
          <a:lstStyle/>
          <a:p>
            <a:pPr algn="ctr"/>
          </a:p>
        </p:txBody>
      </p:sp>
      <p:sp>
        <p:nvSpPr>
          <p:cNvPr id="66" name="TextBox 65"/>
          <p:cNvSpPr txBox="1"/>
          <p:nvPr/>
        </p:nvSpPr>
        <p:spPr>
          <a:xfrm>
            <a:off x="4545458" y="2452181"/>
            <a:ext cx="746997"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Bewerten</a:t>
            </a:r>
          </a:p>
        </p:txBody>
      </p:sp>
      <p:sp>
        <p:nvSpPr>
          <p:cNvPr id="67" name="TextBox 66"/>
          <p:cNvSpPr txBox="1"/>
          <p:nvPr/>
        </p:nvSpPr>
        <p:spPr>
          <a:xfrm>
            <a:off x="1656149" y="2822741"/>
            <a:ext cx="522713"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Fold 3</a:t>
            </a:r>
          </a:p>
        </p:txBody>
      </p:sp>
      <p:sp>
        <p:nvSpPr>
          <p:cNvPr id="68" name="Rounded Rectangle 67"/>
          <p:cNvSpPr/>
          <p:nvPr/>
        </p:nvSpPr>
        <p:spPr>
          <a:xfrm>
            <a:off x="2311968" y="2779006"/>
            <a:ext cx="8937161" cy="285229"/>
          </a:xfrm>
          <a:prstGeom prst="roundRect">
            <a:avLst>
              <a:gd name="adj" fmla="val 13333"/>
            </a:avLst>
          </a:prstGeom>
          <a:solidFill>
            <a:srgbClr val="F1F4F7"/>
          </a:solidFill>
          <a:ln>
            <a:noFill/>
          </a:ln>
          <a:effectLst/>
        </p:spPr>
        <p:txBody>
          <a:bodyPr rtlCol="0" anchor="ctr"/>
          <a:lstStyle/>
          <a:p>
            <a:pPr algn="ctr"/>
          </a:p>
        </p:txBody>
      </p:sp>
      <p:sp>
        <p:nvSpPr>
          <p:cNvPr id="69" name="Rounded Rectangle 68"/>
          <p:cNvSpPr/>
          <p:nvPr/>
        </p:nvSpPr>
        <p:spPr>
          <a:xfrm>
            <a:off x="2321475" y="2779006"/>
            <a:ext cx="2959722" cy="285229"/>
          </a:xfrm>
          <a:prstGeom prst="roundRect">
            <a:avLst>
              <a:gd name="adj" fmla="val 13333"/>
            </a:avLst>
          </a:prstGeom>
          <a:solidFill>
            <a:srgbClr val="BBD7EA"/>
          </a:solidFill>
          <a:ln>
            <a:noFill/>
          </a:ln>
          <a:effectLst/>
        </p:spPr>
        <p:txBody>
          <a:bodyPr rtlCol="0" anchor="ctr"/>
          <a:lstStyle/>
          <a:p>
            <a:pPr algn="ctr"/>
          </a:p>
        </p:txBody>
      </p:sp>
      <p:sp>
        <p:nvSpPr>
          <p:cNvPr id="70" name="TextBox 69"/>
          <p:cNvSpPr txBox="1"/>
          <p:nvPr/>
        </p:nvSpPr>
        <p:spPr>
          <a:xfrm>
            <a:off x="3522438" y="2832486"/>
            <a:ext cx="558746"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a:t>
            </a:r>
          </a:p>
        </p:txBody>
      </p:sp>
      <p:sp>
        <p:nvSpPr>
          <p:cNvPr id="71" name="Rounded Rectangle 70"/>
          <p:cNvSpPr/>
          <p:nvPr/>
        </p:nvSpPr>
        <p:spPr>
          <a:xfrm>
            <a:off x="5300212" y="2779006"/>
            <a:ext cx="725431" cy="285229"/>
          </a:xfrm>
          <a:prstGeom prst="roundRect">
            <a:avLst>
              <a:gd name="adj" fmla="val 13333"/>
            </a:avLst>
          </a:prstGeom>
          <a:solidFill>
            <a:srgbClr val="084878"/>
          </a:solidFill>
          <a:ln>
            <a:noFill/>
          </a:ln>
          <a:effectLst/>
        </p:spPr>
        <p:txBody>
          <a:bodyPr rtlCol="0" anchor="ctr"/>
          <a:lstStyle/>
          <a:p>
            <a:pPr algn="ctr"/>
          </a:p>
        </p:txBody>
      </p:sp>
      <p:sp>
        <p:nvSpPr>
          <p:cNvPr id="72" name="TextBox 71"/>
          <p:cNvSpPr txBox="1"/>
          <p:nvPr/>
        </p:nvSpPr>
        <p:spPr>
          <a:xfrm>
            <a:off x="5289905" y="2832486"/>
            <a:ext cx="746997"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Bewerten</a:t>
            </a:r>
          </a:p>
        </p:txBody>
      </p:sp>
      <p:sp>
        <p:nvSpPr>
          <p:cNvPr id="73" name="TextBox 72"/>
          <p:cNvSpPr txBox="1"/>
          <p:nvPr/>
        </p:nvSpPr>
        <p:spPr>
          <a:xfrm>
            <a:off x="1465996" y="3203045"/>
            <a:ext cx="712865"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Schwelle</a:t>
            </a:r>
          </a:p>
        </p:txBody>
      </p:sp>
      <p:sp>
        <p:nvSpPr>
          <p:cNvPr id="74" name="Rounded Rectangle 73"/>
          <p:cNvSpPr/>
          <p:nvPr/>
        </p:nvSpPr>
        <p:spPr>
          <a:xfrm>
            <a:off x="2311968" y="3159310"/>
            <a:ext cx="8937161" cy="285229"/>
          </a:xfrm>
          <a:prstGeom prst="roundRect">
            <a:avLst>
              <a:gd name="adj" fmla="val 13333"/>
            </a:avLst>
          </a:prstGeom>
          <a:solidFill>
            <a:srgbClr val="F1F4F7"/>
          </a:solidFill>
          <a:ln>
            <a:noFill/>
          </a:ln>
          <a:effectLst/>
        </p:spPr>
        <p:txBody>
          <a:bodyPr rtlCol="0" anchor="ctr"/>
          <a:lstStyle/>
          <a:p>
            <a:pPr algn="ctr"/>
          </a:p>
        </p:txBody>
      </p:sp>
      <p:sp>
        <p:nvSpPr>
          <p:cNvPr id="75" name="Rounded Rectangle 74"/>
          <p:cNvSpPr/>
          <p:nvPr/>
        </p:nvSpPr>
        <p:spPr>
          <a:xfrm>
            <a:off x="6045610" y="3159310"/>
            <a:ext cx="725431" cy="285229"/>
          </a:xfrm>
          <a:prstGeom prst="roundRect">
            <a:avLst>
              <a:gd name="adj" fmla="val 13333"/>
            </a:avLst>
          </a:prstGeom>
          <a:solidFill>
            <a:srgbClr val="A86505"/>
          </a:solidFill>
          <a:ln>
            <a:noFill/>
          </a:ln>
          <a:effectLst/>
        </p:spPr>
        <p:txBody>
          <a:bodyPr rtlCol="0" anchor="ctr"/>
          <a:lstStyle/>
          <a:p>
            <a:pPr algn="ctr"/>
          </a:p>
        </p:txBody>
      </p:sp>
      <p:sp>
        <p:nvSpPr>
          <p:cNvPr id="76" name="TextBox 75"/>
          <p:cNvSpPr txBox="1"/>
          <p:nvPr/>
        </p:nvSpPr>
        <p:spPr>
          <a:xfrm>
            <a:off x="4132503" y="3212791"/>
            <a:ext cx="1818030" cy="185399"/>
          </a:xfrm>
          <a:prstGeom prst="rect">
            <a:avLst/>
          </a:prstGeom>
          <a:noFill/>
        </p:spPr>
        <p:txBody>
          <a:bodyPr wrap="none" lIns="0" rIns="0" tIns="0" bIns="0" anchor="t">
            <a:noAutofit/>
          </a:bodyPr>
          <a:lstStyle/>
          <a:p>
            <a:pPr algn="r">
              <a:lnSpc>
                <a:spcPts val="1459"/>
              </a:lnSpc>
            </a:pPr>
            <a:r>
              <a:rPr sz="1122" b="1" i="0" lang="de-DE">
                <a:solidFill>
                  <a:srgbClr val="7F4C03"/>
                </a:solidFill>
                <a:latin typeface="IBM Plex Sans"/>
              </a:rPr>
              <a:t>Kalibrieren · 1.397 Fehler</a:t>
            </a:r>
          </a:p>
        </p:txBody>
      </p:sp>
      <p:sp>
        <p:nvSpPr>
          <p:cNvPr id="77" name="TextBox 76"/>
          <p:cNvSpPr txBox="1"/>
          <p:nvPr/>
        </p:nvSpPr>
        <p:spPr>
          <a:xfrm>
            <a:off x="1094819" y="3583350"/>
            <a:ext cx="1084042"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Finales Modell</a:t>
            </a:r>
          </a:p>
        </p:txBody>
      </p:sp>
      <p:sp>
        <p:nvSpPr>
          <p:cNvPr id="78" name="Rounded Rectangle 77"/>
          <p:cNvSpPr/>
          <p:nvPr/>
        </p:nvSpPr>
        <p:spPr>
          <a:xfrm>
            <a:off x="2311968" y="3539615"/>
            <a:ext cx="8937161" cy="285229"/>
          </a:xfrm>
          <a:prstGeom prst="roundRect">
            <a:avLst>
              <a:gd name="adj" fmla="val 13333"/>
            </a:avLst>
          </a:prstGeom>
          <a:solidFill>
            <a:srgbClr val="F1F4F7"/>
          </a:solidFill>
          <a:ln>
            <a:noFill/>
          </a:ln>
          <a:effectLst/>
        </p:spPr>
        <p:txBody>
          <a:bodyPr rtlCol="0" anchor="ctr"/>
          <a:lstStyle/>
          <a:p>
            <a:pPr algn="ctr"/>
          </a:p>
        </p:txBody>
      </p:sp>
      <p:sp>
        <p:nvSpPr>
          <p:cNvPr id="79" name="Rounded Rectangle 78"/>
          <p:cNvSpPr/>
          <p:nvPr/>
        </p:nvSpPr>
        <p:spPr>
          <a:xfrm>
            <a:off x="2321475" y="3539615"/>
            <a:ext cx="4449566" cy="285229"/>
          </a:xfrm>
          <a:prstGeom prst="roundRect">
            <a:avLst>
              <a:gd name="adj" fmla="val 13333"/>
            </a:avLst>
          </a:prstGeom>
          <a:solidFill>
            <a:srgbClr val="BBD7EA"/>
          </a:solidFill>
          <a:ln>
            <a:noFill/>
          </a:ln>
          <a:effectLst/>
        </p:spPr>
        <p:txBody>
          <a:bodyPr rtlCol="0" anchor="ctr"/>
          <a:lstStyle/>
          <a:p>
            <a:pPr algn="ctr"/>
          </a:p>
        </p:txBody>
      </p:sp>
      <p:sp>
        <p:nvSpPr>
          <p:cNvPr id="80" name="TextBox 79"/>
          <p:cNvSpPr txBox="1"/>
          <p:nvPr/>
        </p:nvSpPr>
        <p:spPr>
          <a:xfrm>
            <a:off x="3859008" y="3593096"/>
            <a:ext cx="1374500"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 · ganz 2024</a:t>
            </a:r>
          </a:p>
        </p:txBody>
      </p:sp>
      <p:sp>
        <p:nvSpPr>
          <p:cNvPr id="81" name="Rounded Rectangle 80"/>
          <p:cNvSpPr/>
          <p:nvPr/>
        </p:nvSpPr>
        <p:spPr>
          <a:xfrm>
            <a:off x="6790056" y="3539615"/>
            <a:ext cx="4449566" cy="285229"/>
          </a:xfrm>
          <a:prstGeom prst="roundRect">
            <a:avLst>
              <a:gd name="adj" fmla="val 13333"/>
            </a:avLst>
          </a:prstGeom>
          <a:solidFill>
            <a:srgbClr val="0080A0"/>
          </a:solidFill>
          <a:ln>
            <a:noFill/>
          </a:ln>
          <a:effectLst/>
        </p:spPr>
        <p:txBody>
          <a:bodyPr rtlCol="0" anchor="ctr"/>
          <a:lstStyle/>
          <a:p>
            <a:pPr algn="ctr"/>
          </a:p>
        </p:txBody>
      </p:sp>
      <p:sp>
        <p:nvSpPr>
          <p:cNvPr id="82" name="TextBox 81"/>
          <p:cNvSpPr txBox="1"/>
          <p:nvPr/>
        </p:nvSpPr>
        <p:spPr>
          <a:xfrm>
            <a:off x="7527523" y="3593096"/>
            <a:ext cx="2974632"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Anwenden auf 2025 · 8.398 Zähler-Monate</a:t>
            </a:r>
          </a:p>
        </p:txBody>
      </p:sp>
      <p:cxnSp>
        <p:nvCxnSpPr>
          <p:cNvPr id="83" name="Connector 82"/>
          <p:cNvCxnSpPr/>
          <p:nvPr/>
        </p:nvCxnSpPr>
        <p:spPr>
          <a:xfrm>
            <a:off x="6780549" y="1752183"/>
            <a:ext cx="0" cy="2129706"/>
          </a:xfrm>
          <a:prstGeom prst="line">
            <a:avLst/>
          </a:prstGeom>
          <a:ln w="14261">
            <a:solidFill>
              <a:srgbClr val="141A21"/>
            </a:solidFill>
            <a:prstDash val="dash"/>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6647442" y="3168818"/>
            <a:ext cx="266213" cy="266213"/>
          </a:xfrm>
          <a:prstGeom prst="ellipse">
            <a:avLst/>
          </a:prstGeom>
          <a:solidFill>
            <a:srgbClr val="084878"/>
          </a:solidFill>
          <a:ln w="19015">
            <a:solidFill>
              <a:srgbClr val="FFFFFF"/>
            </a:solidFill>
          </a:ln>
          <a:effectLst/>
        </p:spPr>
        <p:txBody>
          <a:bodyPr rtlCol="0" anchor="ctr"/>
          <a:lstStyle/>
          <a:p>
            <a:pPr algn="ctr"/>
          </a:p>
        </p:txBody>
      </p:sp>
      <p:pic>
        <p:nvPicPr>
          <p:cNvPr id="85" name="Icon lock" descr="lock__FFFFFF.png"/>
          <p:cNvPicPr>
            <a:picLocks noChangeAspect="1"/>
          </p:cNvPicPr>
          <p:nvPr/>
        </p:nvPicPr>
        <p:blipFill>
          <a:blip r:embed="rId9"/>
          <a:stretch>
            <a:fillRect/>
          </a:stretch>
        </p:blipFill>
        <p:spPr>
          <a:xfrm>
            <a:off x="6704488" y="3225864"/>
            <a:ext cx="152122" cy="152122"/>
          </a:xfrm>
          <a:prstGeom prst="rect">
            <a:avLst/>
          </a:prstGeom>
        </p:spPr>
      </p:pic>
      <p:sp>
        <p:nvSpPr>
          <p:cNvPr id="86" name="TextBox 85"/>
          <p:cNvSpPr txBox="1"/>
          <p:nvPr/>
        </p:nvSpPr>
        <p:spPr>
          <a:xfrm>
            <a:off x="6989716" y="3213028"/>
            <a:ext cx="819350" cy="173039"/>
          </a:xfrm>
          <a:prstGeom prst="rect">
            <a:avLst/>
          </a:prstGeom>
          <a:noFill/>
        </p:spPr>
        <p:txBody>
          <a:bodyPr wrap="none" lIns="0" rIns="0" tIns="0" bIns="0" anchor="t">
            <a:noAutofit/>
          </a:bodyPr>
          <a:lstStyle/>
          <a:p>
            <a:pPr algn="l">
              <a:lnSpc>
                <a:spcPts val="1362"/>
              </a:lnSpc>
            </a:pPr>
            <a:r>
              <a:rPr sz="1048" b="1" i="0" lang="de-DE">
                <a:solidFill>
                  <a:srgbClr val="084878"/>
                </a:solidFill>
                <a:latin typeface="IBM Plex Sans"/>
              </a:rPr>
              <a:t>eingefroren</a:t>
            </a:r>
          </a:p>
        </p:txBody>
      </p:sp>
      <p:sp>
        <p:nvSpPr>
          <p:cNvPr id="87" name="Rounded Rectangle 86"/>
          <p:cNvSpPr/>
          <p:nvPr/>
        </p:nvSpPr>
        <p:spPr>
          <a:xfrm>
            <a:off x="685800" y="4196715"/>
            <a:ext cx="3505200" cy="1037272"/>
          </a:xfrm>
          <a:prstGeom prst="roundRect">
            <a:avLst>
              <a:gd name="adj" fmla="val 9182"/>
            </a:avLst>
          </a:prstGeom>
          <a:solidFill>
            <a:srgbClr val="FFFFFF"/>
          </a:solidFill>
          <a:ln w="9525">
            <a:solidFill>
              <a:srgbClr val="D2DAE2"/>
            </a:solidFill>
          </a:ln>
          <a:effectLst/>
        </p:spPr>
        <p:txBody>
          <a:bodyPr rtlCol="0" anchor="ctr"/>
          <a:lstStyle/>
          <a:p>
            <a:pPr algn="ctr"/>
          </a:p>
        </p:txBody>
      </p:sp>
      <p:grpSp>
        <p:nvGrpSpPr>
          <p:cNvPr id="88" name="Scheibe history"/>
          <p:cNvGrpSpPr/>
          <p:nvPr/>
        </p:nvGrpSpPr>
        <p:grpSpPr>
          <a:xfrm>
            <a:off x="828675" y="4311015"/>
            <a:ext cx="323850" cy="323850"/>
            <a:chOff x="828675" y="4311015"/>
            <a:chExt cx="323850" cy="323850"/>
          </a:xfrm>
        </p:grpSpPr>
        <p:sp>
          <p:nvSpPr>
            <p:cNvPr id="89" name="Oval 88"/>
            <p:cNvSpPr/>
            <p:nvPr/>
          </p:nvSpPr>
          <p:spPr>
            <a:xfrm>
              <a:off x="828675" y="4311015"/>
              <a:ext cx="323850" cy="323850"/>
            </a:xfrm>
            <a:prstGeom prst="ellipse">
              <a:avLst/>
            </a:prstGeom>
            <a:solidFill>
              <a:srgbClr val="084878"/>
            </a:solidFill>
            <a:ln>
              <a:noFill/>
            </a:ln>
            <a:effectLst/>
          </p:spPr>
          <p:txBody>
            <a:bodyPr rtlCol="0" anchor="ctr"/>
            <a:lstStyle/>
            <a:p>
              <a:pPr algn="ctr"/>
            </a:p>
          </p:txBody>
        </p:sp>
        <p:pic>
          <p:nvPicPr>
            <p:cNvPr id="90" name="Picture 89" descr="history__FFFFFF.png"/>
            <p:cNvPicPr>
              <a:picLocks noChangeAspect="1"/>
            </p:cNvPicPr>
            <p:nvPr/>
          </p:nvPicPr>
          <p:blipFill>
            <a:blip r:embed="rId3"/>
            <a:stretch>
              <a:fillRect/>
            </a:stretch>
          </p:blipFill>
          <p:spPr>
            <a:xfrm>
              <a:off x="906399" y="4388739"/>
              <a:ext cx="168402" cy="168402"/>
            </a:xfrm>
            <a:prstGeom prst="rect">
              <a:avLst/>
            </a:prstGeom>
          </p:spPr>
        </p:pic>
      </p:grpSp>
      <p:sp>
        <p:nvSpPr>
          <p:cNvPr id="91" name="TextBox 90"/>
          <p:cNvSpPr txBox="1"/>
          <p:nvPr/>
        </p:nvSpPr>
        <p:spPr>
          <a:xfrm>
            <a:off x="1285875" y="4320540"/>
            <a:ext cx="2762250"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3-Monats-Mittel neu berechnet</a:t>
            </a:r>
          </a:p>
        </p:txBody>
      </p:sp>
      <p:sp>
        <p:nvSpPr>
          <p:cNvPr id="92" name="TextBox 91"/>
          <p:cNvSpPr txBox="1"/>
          <p:nvPr/>
        </p:nvSpPr>
        <p:spPr>
          <a:xfrm>
            <a:off x="1285875" y="4539615"/>
            <a:ext cx="2762250" cy="646748"/>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Die gelieferte Spalte enthielt spätere Werte (Leakage). Jetzt je Zähler nur abgeschlossene Monate.</a:t>
            </a:r>
          </a:p>
        </p:txBody>
      </p:sp>
      <p:sp>
        <p:nvSpPr>
          <p:cNvPr id="93" name="Rounded Rectangle 92"/>
          <p:cNvSpPr/>
          <p:nvPr/>
        </p:nvSpPr>
        <p:spPr>
          <a:xfrm>
            <a:off x="4343400" y="4196715"/>
            <a:ext cx="3505200" cy="1037272"/>
          </a:xfrm>
          <a:prstGeom prst="roundRect">
            <a:avLst>
              <a:gd name="adj" fmla="val 9182"/>
            </a:avLst>
          </a:prstGeom>
          <a:solidFill>
            <a:srgbClr val="FFFFFF"/>
          </a:solidFill>
          <a:ln w="9525">
            <a:solidFill>
              <a:srgbClr val="D2DAE2"/>
            </a:solidFill>
          </a:ln>
          <a:effectLst/>
        </p:spPr>
        <p:txBody>
          <a:bodyPr rtlCol="0" anchor="ctr"/>
          <a:lstStyle/>
          <a:p>
            <a:pPr algn="ctr"/>
          </a:p>
        </p:txBody>
      </p:sp>
      <p:grpSp>
        <p:nvGrpSpPr>
          <p:cNvPr id="94" name="Scheibe workflow"/>
          <p:cNvGrpSpPr/>
          <p:nvPr/>
        </p:nvGrpSpPr>
        <p:grpSpPr>
          <a:xfrm>
            <a:off x="4486275" y="4311015"/>
            <a:ext cx="323850" cy="323850"/>
            <a:chOff x="4486275" y="4311015"/>
            <a:chExt cx="323850" cy="323850"/>
          </a:xfrm>
        </p:grpSpPr>
        <p:sp>
          <p:nvSpPr>
            <p:cNvPr id="95" name="Oval 94"/>
            <p:cNvSpPr/>
            <p:nvPr/>
          </p:nvSpPr>
          <p:spPr>
            <a:xfrm>
              <a:off x="4486275" y="4311015"/>
              <a:ext cx="323850" cy="323850"/>
            </a:xfrm>
            <a:prstGeom prst="ellipse">
              <a:avLst/>
            </a:prstGeom>
            <a:solidFill>
              <a:srgbClr val="084878"/>
            </a:solidFill>
            <a:ln>
              <a:noFill/>
            </a:ln>
            <a:effectLst/>
          </p:spPr>
          <p:txBody>
            <a:bodyPr rtlCol="0" anchor="ctr"/>
            <a:lstStyle/>
            <a:p>
              <a:pPr algn="ctr"/>
            </a:p>
          </p:txBody>
        </p:sp>
        <p:pic>
          <p:nvPicPr>
            <p:cNvPr id="96" name="Picture 95" descr="workflow__FFFFFF.png"/>
            <p:cNvPicPr>
              <a:picLocks noChangeAspect="1"/>
            </p:cNvPicPr>
            <p:nvPr/>
          </p:nvPicPr>
          <p:blipFill>
            <a:blip r:embed="rId10"/>
            <a:stretch>
              <a:fillRect/>
            </a:stretch>
          </p:blipFill>
          <p:spPr>
            <a:xfrm>
              <a:off x="4563999" y="4388739"/>
              <a:ext cx="168402" cy="168402"/>
            </a:xfrm>
            <a:prstGeom prst="rect">
              <a:avLst/>
            </a:prstGeom>
          </p:spPr>
        </p:pic>
      </p:grpSp>
      <p:sp>
        <p:nvSpPr>
          <p:cNvPr id="97" name="TextBox 96"/>
          <p:cNvSpPr txBox="1"/>
          <p:nvPr/>
        </p:nvSpPr>
        <p:spPr>
          <a:xfrm>
            <a:off x="4943475" y="4320540"/>
            <a:ext cx="2762250"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Pipeline je Fold</a:t>
            </a:r>
          </a:p>
        </p:txBody>
      </p:sp>
      <p:sp>
        <p:nvSpPr>
          <p:cNvPr id="98" name="TextBox 97"/>
          <p:cNvSpPr txBox="1"/>
          <p:nvPr/>
        </p:nvSpPr>
        <p:spPr>
          <a:xfrm>
            <a:off x="4943475" y="4539615"/>
            <a:ext cx="2762250" cy="646748"/>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Auch das Auffüllen fehlender Werte lernt nur aus dem jeweiligen Lernblock.</a:t>
            </a:r>
          </a:p>
        </p:txBody>
      </p:sp>
      <p:sp>
        <p:nvSpPr>
          <p:cNvPr id="99" name="Rounded Rectangle 98"/>
          <p:cNvSpPr/>
          <p:nvPr/>
        </p:nvSpPr>
        <p:spPr>
          <a:xfrm>
            <a:off x="8001000" y="4196715"/>
            <a:ext cx="3505200" cy="1037272"/>
          </a:xfrm>
          <a:prstGeom prst="roundRect">
            <a:avLst>
              <a:gd name="adj" fmla="val 9182"/>
            </a:avLst>
          </a:prstGeom>
          <a:solidFill>
            <a:srgbClr val="FFFFFF"/>
          </a:solidFill>
          <a:ln w="9525">
            <a:solidFill>
              <a:srgbClr val="D2DAE2"/>
            </a:solidFill>
          </a:ln>
          <a:effectLst/>
        </p:spPr>
        <p:txBody>
          <a:bodyPr rtlCol="0" anchor="ctr"/>
          <a:lstStyle/>
          <a:p>
            <a:pPr algn="ctr"/>
          </a:p>
        </p:txBody>
      </p:sp>
      <p:grpSp>
        <p:nvGrpSpPr>
          <p:cNvPr id="100" name="Scheibe lock"/>
          <p:cNvGrpSpPr/>
          <p:nvPr/>
        </p:nvGrpSpPr>
        <p:grpSpPr>
          <a:xfrm>
            <a:off x="8143875" y="4311015"/>
            <a:ext cx="323850" cy="323850"/>
            <a:chOff x="8143875" y="4311015"/>
            <a:chExt cx="323850" cy="323850"/>
          </a:xfrm>
        </p:grpSpPr>
        <p:sp>
          <p:nvSpPr>
            <p:cNvPr id="101" name="Oval 100"/>
            <p:cNvSpPr/>
            <p:nvPr/>
          </p:nvSpPr>
          <p:spPr>
            <a:xfrm>
              <a:off x="8143875" y="4311015"/>
              <a:ext cx="323850" cy="323850"/>
            </a:xfrm>
            <a:prstGeom prst="ellipse">
              <a:avLst/>
            </a:prstGeom>
            <a:solidFill>
              <a:srgbClr val="084878"/>
            </a:solidFill>
            <a:ln>
              <a:noFill/>
            </a:ln>
            <a:effectLst/>
          </p:spPr>
          <p:txBody>
            <a:bodyPr rtlCol="0" anchor="ctr"/>
            <a:lstStyle/>
            <a:p>
              <a:pPr algn="ctr"/>
            </a:p>
          </p:txBody>
        </p:sp>
        <p:pic>
          <p:nvPicPr>
            <p:cNvPr id="102" name="Picture 101" descr="lock__FFFFFF.png"/>
            <p:cNvPicPr>
              <a:picLocks noChangeAspect="1"/>
            </p:cNvPicPr>
            <p:nvPr/>
          </p:nvPicPr>
          <p:blipFill>
            <a:blip r:embed="rId9"/>
            <a:stretch>
              <a:fillRect/>
            </a:stretch>
          </p:blipFill>
          <p:spPr>
            <a:xfrm>
              <a:off x="8221599" y="4388739"/>
              <a:ext cx="168402" cy="168402"/>
            </a:xfrm>
            <a:prstGeom prst="rect">
              <a:avLst/>
            </a:prstGeom>
          </p:spPr>
        </p:pic>
      </p:grpSp>
      <p:sp>
        <p:nvSpPr>
          <p:cNvPr id="103" name="TextBox 102"/>
          <p:cNvSpPr txBox="1"/>
          <p:nvPr/>
        </p:nvSpPr>
        <p:spPr>
          <a:xfrm>
            <a:off x="8601075" y="4320540"/>
            <a:ext cx="2762250"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2025 entscheidet nichts</a:t>
            </a:r>
          </a:p>
        </p:txBody>
      </p:sp>
      <p:sp>
        <p:nvSpPr>
          <p:cNvPr id="104" name="TextBox 103"/>
          <p:cNvSpPr txBox="1"/>
          <p:nvPr/>
        </p:nvSpPr>
        <p:spPr>
          <a:xfrm>
            <a:off x="8601075" y="4539615"/>
            <a:ext cx="2762250" cy="646748"/>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Modell, Einstellungen und Schwelle stehen fest, bevor 2025 bewertet wird.</a:t>
            </a:r>
          </a:p>
        </p:txBody>
      </p:sp>
      <p:sp>
        <p:nvSpPr>
          <p:cNvPr id="105" name="Rounded Rectangle 104"/>
          <p:cNvSpPr/>
          <p:nvPr/>
        </p:nvSpPr>
        <p:spPr>
          <a:xfrm>
            <a:off x="685800" y="5386388"/>
            <a:ext cx="10820400" cy="438150"/>
          </a:xfrm>
          <a:prstGeom prst="roundRect">
            <a:avLst>
              <a:gd name="adj" fmla="val 21739"/>
            </a:avLst>
          </a:prstGeom>
          <a:solidFill>
            <a:srgbClr val="F7F9FB"/>
          </a:solidFill>
          <a:ln w="9525">
            <a:solidFill>
              <a:srgbClr val="E4E9EF"/>
            </a:solidFill>
          </a:ln>
          <a:effectLst/>
        </p:spPr>
        <p:txBody>
          <a:bodyPr rtlCol="0" anchor="ctr"/>
          <a:lstStyle/>
          <a:p>
            <a:pPr algn="ctr"/>
          </a:p>
        </p:txBody>
      </p:sp>
      <p:grpSp>
        <p:nvGrpSpPr>
          <p:cNvPr id="106" name="Scheibe ban"/>
          <p:cNvGrpSpPr/>
          <p:nvPr/>
        </p:nvGrpSpPr>
        <p:grpSpPr>
          <a:xfrm>
            <a:off x="835819" y="5469731"/>
            <a:ext cx="271462" cy="271462"/>
            <a:chOff x="835819" y="5469731"/>
            <a:chExt cx="271462" cy="271462"/>
          </a:xfrm>
        </p:grpSpPr>
        <p:sp>
          <p:nvSpPr>
            <p:cNvPr id="107" name="Oval 106"/>
            <p:cNvSpPr/>
            <p:nvPr/>
          </p:nvSpPr>
          <p:spPr>
            <a:xfrm>
              <a:off x="835819" y="5469731"/>
              <a:ext cx="271462" cy="271462"/>
            </a:xfrm>
            <a:prstGeom prst="ellipse">
              <a:avLst/>
            </a:prstGeom>
            <a:solidFill>
              <a:srgbClr val="FFFFFF"/>
            </a:solidFill>
            <a:ln w="14287">
              <a:solidFill>
                <a:srgbClr val="D2DAE2"/>
              </a:solidFill>
            </a:ln>
            <a:effectLst/>
          </p:spPr>
          <p:txBody>
            <a:bodyPr rtlCol="0" anchor="ctr"/>
            <a:lstStyle/>
            <a:p>
              <a:pPr algn="ctr"/>
            </a:p>
          </p:txBody>
        </p:sp>
        <p:pic>
          <p:nvPicPr>
            <p:cNvPr id="108" name="Picture 107" descr="ban__8A96A3.png"/>
            <p:cNvPicPr>
              <a:picLocks noChangeAspect="1"/>
            </p:cNvPicPr>
            <p:nvPr/>
          </p:nvPicPr>
          <p:blipFill>
            <a:blip r:embed="rId11"/>
            <a:stretch>
              <a:fillRect/>
            </a:stretch>
          </p:blipFill>
          <p:spPr>
            <a:xfrm>
              <a:off x="897255" y="5531168"/>
              <a:ext cx="148590" cy="148590"/>
            </a:xfrm>
            <a:prstGeom prst="rect">
              <a:avLst/>
            </a:prstGeom>
          </p:spPr>
        </p:pic>
      </p:grpSp>
      <p:sp>
        <p:nvSpPr>
          <p:cNvPr id="109" name="TextBox 108"/>
          <p:cNvSpPr txBox="1"/>
          <p:nvPr/>
        </p:nvSpPr>
        <p:spPr>
          <a:xfrm>
            <a:off x="1190625" y="5524500"/>
            <a:ext cx="190500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Nicht im Modell</a:t>
            </a:r>
          </a:p>
        </p:txBody>
      </p:sp>
      <p:sp>
        <p:nvSpPr>
          <p:cNvPr id="110" name="Rounded Rectangle 109"/>
          <p:cNvSpPr/>
          <p:nvPr/>
        </p:nvSpPr>
        <p:spPr>
          <a:xfrm>
            <a:off x="2534507" y="5472112"/>
            <a:ext cx="2005965"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111" name="TextBox 110"/>
          <p:cNvSpPr txBox="1"/>
          <p:nvPr/>
        </p:nvSpPr>
        <p:spPr>
          <a:xfrm>
            <a:off x="2648807" y="5472112"/>
            <a:ext cx="1891665"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Vorjahr:</a:t>
            </a:r>
            <a:r>
              <a:rPr sz="1050" b="0" i="0" lang="de-DE">
                <a:solidFill>
                  <a:srgbClr val="4E5A68"/>
                </a:solidFill>
                <a:latin typeface="IBM Plex Sans"/>
              </a:rPr>
              <a:t>  keine Historie 2023</a:t>
            </a:r>
          </a:p>
        </p:txBody>
      </p:sp>
      <p:sp>
        <p:nvSpPr>
          <p:cNvPr id="112" name="Rounded Rectangle 111"/>
          <p:cNvSpPr/>
          <p:nvPr/>
        </p:nvSpPr>
        <p:spPr>
          <a:xfrm>
            <a:off x="4616672" y="5472112"/>
            <a:ext cx="1993964"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113" name="TextBox 112"/>
          <p:cNvSpPr txBox="1"/>
          <p:nvPr/>
        </p:nvSpPr>
        <p:spPr>
          <a:xfrm>
            <a:off x="4730972" y="5472112"/>
            <a:ext cx="1879664"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Temperatur</a:t>
            </a:r>
            <a:r>
              <a:rPr sz="1050" b="0" i="0" lang="de-DE">
                <a:solidFill>
                  <a:srgbClr val="4E5A68"/>
                </a:solidFill>
                <a:latin typeface="IBM Plex Sans"/>
              </a:rPr>
              <a:t>  ≈ Heizgradtage</a:t>
            </a:r>
          </a:p>
        </p:txBody>
      </p:sp>
      <p:sp>
        <p:nvSpPr>
          <p:cNvPr id="114" name="Rounded Rectangle 113"/>
          <p:cNvSpPr/>
          <p:nvPr/>
        </p:nvSpPr>
        <p:spPr>
          <a:xfrm>
            <a:off x="6686836" y="5472112"/>
            <a:ext cx="1693926"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115" name="TextBox 114"/>
          <p:cNvSpPr txBox="1"/>
          <p:nvPr/>
        </p:nvSpPr>
        <p:spPr>
          <a:xfrm>
            <a:off x="6801136" y="5472112"/>
            <a:ext cx="1579626"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„anomalie“:</a:t>
            </a:r>
            <a:r>
              <a:rPr sz="1050" b="0" i="0" lang="de-DE">
                <a:solidFill>
                  <a:srgbClr val="4E5A68"/>
                </a:solidFill>
                <a:latin typeface="IBM Plex Sans"/>
              </a:rPr>
              <a:t>  kein Label</a:t>
            </a:r>
          </a:p>
        </p:txBody>
      </p:sp>
      <p:sp>
        <p:nvSpPr>
          <p:cNvPr id="116" name="Rounded Rectangle 115"/>
          <p:cNvSpPr/>
          <p:nvPr/>
        </p:nvSpPr>
        <p:spPr>
          <a:xfrm>
            <a:off x="8456962" y="5472112"/>
            <a:ext cx="2404682"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117" name="TextBox 116"/>
          <p:cNvSpPr txBox="1"/>
          <p:nvPr/>
        </p:nvSpPr>
        <p:spPr>
          <a:xfrm>
            <a:off x="8571262" y="5472112"/>
            <a:ext cx="2290382"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Vertragsleistung:</a:t>
            </a:r>
            <a:r>
              <a:rPr sz="1050" b="0" i="0" lang="de-DE">
                <a:solidFill>
                  <a:srgbClr val="4E5A68"/>
                </a:solidFill>
                <a:latin typeface="IBM Plex Sans"/>
              </a:rPr>
              <a:t>  nur Umrechnung</a:t>
            </a:r>
          </a:p>
        </p:txBody>
      </p:sp>
      <p:cxnSp>
        <p:nvCxnSpPr>
          <p:cNvPr id="11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19" name="Logo" descr="image.png"/>
          <p:cNvPicPr>
            <a:picLocks noChangeAspect="1"/>
          </p:cNvPicPr>
          <p:nvPr/>
        </p:nvPicPr>
        <p:blipFill>
          <a:blip r:embed="rId12"/>
          <a:stretch>
            <a:fillRect/>
          </a:stretch>
        </p:blipFill>
        <p:spPr>
          <a:xfrm>
            <a:off x="685800" y="6400800"/>
            <a:ext cx="715863" cy="247650"/>
          </a:xfrm>
          <a:prstGeom prst="rect">
            <a:avLst/>
          </a:prstGeom>
        </p:spPr>
      </p:pic>
      <p:sp>
        <p:nvSpPr>
          <p:cNvPr id="120" name="TextBox 119"/>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121" name="Connector 12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122" name="Scheibe sliders-horizontal"/>
          <p:cNvGrpSpPr/>
          <p:nvPr/>
        </p:nvGrpSpPr>
        <p:grpSpPr>
          <a:xfrm>
            <a:off x="4516755" y="6419850"/>
            <a:ext cx="209550" cy="209550"/>
            <a:chOff x="4516755" y="6419850"/>
            <a:chExt cx="209550" cy="209550"/>
          </a:xfrm>
        </p:grpSpPr>
        <p:sp>
          <p:nvSpPr>
            <p:cNvPr id="123" name="Oval 12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124" name="Picture 123" descr="sliders-horizontal__FFFFFF.png"/>
            <p:cNvPicPr>
              <a:picLocks noChangeAspect="1"/>
            </p:cNvPicPr>
            <p:nvPr/>
          </p:nvPicPr>
          <p:blipFill>
            <a:blip r:embed="rId13"/>
            <a:stretch>
              <a:fillRect/>
            </a:stretch>
          </p:blipFill>
          <p:spPr>
            <a:xfrm>
              <a:off x="4567047" y="6470142"/>
              <a:ext cx="108966" cy="108966"/>
            </a:xfrm>
            <a:prstGeom prst="rect">
              <a:avLst/>
            </a:prstGeom>
          </p:spPr>
        </p:pic>
      </p:grpSp>
      <p:sp>
        <p:nvSpPr>
          <p:cNvPr id="125" name="TextBox 124"/>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126" name="TextBox 125"/>
          <p:cNvSpPr txBox="1"/>
          <p:nvPr/>
        </p:nvSpPr>
        <p:spPr>
          <a:xfrm>
            <a:off x="5000625" y="6438900"/>
            <a:ext cx="69265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grpSp>
        <p:nvGrpSpPr>
          <p:cNvPr id="127" name="Scheibe ruler"/>
          <p:cNvGrpSpPr/>
          <p:nvPr/>
        </p:nvGrpSpPr>
        <p:grpSpPr>
          <a:xfrm>
            <a:off x="5712333" y="6419850"/>
            <a:ext cx="209550" cy="209550"/>
            <a:chOff x="5712333" y="6419850"/>
            <a:chExt cx="209550" cy="209550"/>
          </a:xfrm>
        </p:grpSpPr>
        <p:sp>
          <p:nvSpPr>
            <p:cNvPr id="128" name="Oval 127"/>
            <p:cNvSpPr/>
            <p:nvPr/>
          </p:nvSpPr>
          <p:spPr>
            <a:xfrm>
              <a:off x="5712333" y="6419850"/>
              <a:ext cx="209550" cy="209550"/>
            </a:xfrm>
            <a:prstGeom prst="ellipse">
              <a:avLst/>
            </a:prstGeom>
            <a:solidFill>
              <a:srgbClr val="00718E"/>
            </a:solidFill>
            <a:ln>
              <a:noFill/>
            </a:ln>
            <a:effectLst/>
          </p:spPr>
          <p:txBody>
            <a:bodyPr rtlCol="0" anchor="ctr"/>
            <a:lstStyle/>
            <a:p>
              <a:pPr algn="ctr"/>
            </a:p>
          </p:txBody>
        </p:sp>
        <p:pic>
          <p:nvPicPr>
            <p:cNvPr id="129" name="Picture 128" descr="ruler__FFFFFF.png"/>
            <p:cNvPicPr>
              <a:picLocks noChangeAspect="1"/>
            </p:cNvPicPr>
            <p:nvPr/>
          </p:nvPicPr>
          <p:blipFill>
            <a:blip r:embed="rId14"/>
            <a:stretch>
              <a:fillRect/>
            </a:stretch>
          </p:blipFill>
          <p:spPr>
            <a:xfrm>
              <a:off x="5762625" y="6470142"/>
              <a:ext cx="108966" cy="108966"/>
            </a:xfrm>
            <a:prstGeom prst="rect">
              <a:avLst/>
            </a:prstGeom>
          </p:spPr>
        </p:pic>
      </p:grpSp>
      <p:sp>
        <p:nvSpPr>
          <p:cNvPr id="130" name="TextBox 129"/>
          <p:cNvSpPr txBox="1"/>
          <p:nvPr/>
        </p:nvSpPr>
        <p:spPr>
          <a:xfrm>
            <a:off x="5979033"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06</a:t>
            </a:r>
          </a:p>
        </p:txBody>
      </p:sp>
      <p:sp>
        <p:nvSpPr>
          <p:cNvPr id="131" name="TextBox 130"/>
          <p:cNvSpPr txBox="1"/>
          <p:nvPr/>
        </p:nvSpPr>
        <p:spPr>
          <a:xfrm>
            <a:off x="6196203" y="6438900"/>
            <a:ext cx="72199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Evaluation</a:t>
            </a:r>
          </a:p>
        </p:txBody>
      </p:sp>
      <p:grpSp>
        <p:nvGrpSpPr>
          <p:cNvPr id="132" name="Scheibe calendar-clock"/>
          <p:cNvGrpSpPr/>
          <p:nvPr/>
        </p:nvGrpSpPr>
        <p:grpSpPr>
          <a:xfrm>
            <a:off x="6937248" y="6419850"/>
            <a:ext cx="209550" cy="209550"/>
            <a:chOff x="6937248" y="6419850"/>
            <a:chExt cx="209550" cy="209550"/>
          </a:xfrm>
        </p:grpSpPr>
        <p:sp>
          <p:nvSpPr>
            <p:cNvPr id="133" name="Oval 132"/>
            <p:cNvSpPr/>
            <p:nvPr/>
          </p:nvSpPr>
          <p:spPr>
            <a:xfrm>
              <a:off x="6937248" y="6419850"/>
              <a:ext cx="209550" cy="209550"/>
            </a:xfrm>
            <a:prstGeom prst="ellipse">
              <a:avLst/>
            </a:prstGeom>
            <a:solidFill>
              <a:srgbClr val="00718E"/>
            </a:solidFill>
            <a:ln>
              <a:noFill/>
            </a:ln>
            <a:effectLst/>
          </p:spPr>
          <p:txBody>
            <a:bodyPr rtlCol="0" anchor="ctr"/>
            <a:lstStyle/>
            <a:p>
              <a:pPr algn="ctr"/>
            </a:p>
          </p:txBody>
        </p:sp>
        <p:pic>
          <p:nvPicPr>
            <p:cNvPr id="134" name="Picture 133" descr="calendar-clock__FFFFFF.png"/>
            <p:cNvPicPr>
              <a:picLocks noChangeAspect="1"/>
            </p:cNvPicPr>
            <p:nvPr/>
          </p:nvPicPr>
          <p:blipFill>
            <a:blip r:embed="rId15"/>
            <a:stretch>
              <a:fillRect/>
            </a:stretch>
          </p:blipFill>
          <p:spPr>
            <a:xfrm>
              <a:off x="6987540" y="6470142"/>
              <a:ext cx="108966" cy="108966"/>
            </a:xfrm>
            <a:prstGeom prst="rect">
              <a:avLst/>
            </a:prstGeom>
          </p:spPr>
        </p:pic>
      </p:grpSp>
      <p:sp>
        <p:nvSpPr>
          <p:cNvPr id="135" name="TextBox 134"/>
          <p:cNvSpPr txBox="1"/>
          <p:nvPr/>
        </p:nvSpPr>
        <p:spPr>
          <a:xfrm>
            <a:off x="7203948"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09</a:t>
            </a:r>
          </a:p>
        </p:txBody>
      </p:sp>
      <p:sp>
        <p:nvSpPr>
          <p:cNvPr id="136" name="TextBox 135"/>
          <p:cNvSpPr txBox="1"/>
          <p:nvPr/>
        </p:nvSpPr>
        <p:spPr>
          <a:xfrm>
            <a:off x="7421118" y="6438900"/>
            <a:ext cx="672656"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Zeitpunkt</a:t>
            </a:r>
          </a:p>
        </p:txBody>
      </p:sp>
      <p:sp>
        <p:nvSpPr>
          <p:cNvPr id="137" name="TextBox 136"/>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138"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4F7"/>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divide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Warum nicht direkt Kilowattstunden vorhersagen?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Das Modell lernt Vollaststunden, geplant wird in kWh</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9" name="Picture 8" descr="history__8A96A3.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aktiv"/>
          <p:cNvGrpSpPr/>
          <p:nvPr/>
        </p:nvGrpSpPr>
        <p:grpSpPr>
          <a:xfrm>
            <a:off x="9810750" y="390525"/>
            <a:ext cx="247650" cy="247650"/>
            <a:chOff x="9810750" y="390525"/>
            <a:chExt cx="247650" cy="247650"/>
          </a:xfrm>
        </p:grpSpPr>
        <p:sp>
          <p:nvSpPr>
            <p:cNvPr id="11" name="Oval 10"/>
            <p:cNvSpPr/>
            <p:nvPr/>
          </p:nvSpPr>
          <p:spPr>
            <a:xfrm>
              <a:off x="9810750" y="390525"/>
              <a:ext cx="247650" cy="247650"/>
            </a:xfrm>
            <a:prstGeom prst="ellipse">
              <a:avLst/>
            </a:prstGeom>
            <a:solidFill>
              <a:srgbClr val="084878"/>
            </a:solidFill>
            <a:ln>
              <a:noFill/>
            </a:ln>
            <a:effectLst/>
          </p:spPr>
          <p:txBody>
            <a:bodyPr rtlCol="0" anchor="ctr"/>
            <a:lstStyle/>
            <a:p>
              <a:pPr algn="ctr"/>
            </a:p>
          </p:txBody>
        </p:sp>
        <p:pic>
          <p:nvPicPr>
            <p:cNvPr id="12" name="Picture 11" descr="trees__FFFFFF.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aktiv"/>
          <p:cNvGrpSpPr/>
          <p:nvPr/>
        </p:nvGrpSpPr>
        <p:grpSpPr>
          <a:xfrm>
            <a:off x="10115550" y="390525"/>
            <a:ext cx="247650" cy="247650"/>
            <a:chOff x="10115550" y="390525"/>
            <a:chExt cx="247650" cy="247650"/>
          </a:xfrm>
        </p:grpSpPr>
        <p:sp>
          <p:nvSpPr>
            <p:cNvPr id="14" name="Oval 13"/>
            <p:cNvSpPr/>
            <p:nvPr/>
          </p:nvSpPr>
          <p:spPr>
            <a:xfrm>
              <a:off x="10115550" y="390525"/>
              <a:ext cx="247650" cy="247650"/>
            </a:xfrm>
            <a:prstGeom prst="ellipse">
              <a:avLst/>
            </a:prstGeom>
            <a:solidFill>
              <a:srgbClr val="084878"/>
            </a:solidFill>
            <a:ln>
              <a:noFill/>
            </a:ln>
            <a:effectLst/>
          </p:spPr>
          <p:txBody>
            <a:bodyPr rtlCol="0" anchor="ctr"/>
            <a:lstStyle/>
            <a:p>
              <a:pPr algn="ctr"/>
            </a:p>
          </p:txBody>
        </p:sp>
        <p:pic>
          <p:nvPicPr>
            <p:cNvPr id="15" name="Picture 14" descr="calculator__FFFFFF.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p:cNvGrpSpPr/>
          <p:nvPr/>
        </p:nvGrpSpPr>
        <p:grpSpPr>
          <a:xfrm>
            <a:off x="10656094" y="397669"/>
            <a:ext cx="233362" cy="233362"/>
            <a:chOff x="10656094" y="397669"/>
            <a:chExt cx="233362" cy="233362"/>
          </a:xfrm>
        </p:grpSpPr>
        <p:sp>
          <p:nvSpPr>
            <p:cNvPr id="17" name="Oval 16"/>
            <p:cNvSpPr/>
            <p:nvPr/>
          </p:nvSpPr>
          <p:spPr>
            <a:xfrm>
              <a:off x="10656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8" name="Picture 17" descr="gauge__8A96A3.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p:cNvGrpSpPr/>
          <p:nvPr/>
        </p:nvGrpSpPr>
        <p:grpSpPr>
          <a:xfrm>
            <a:off x="10960894" y="397669"/>
            <a:ext cx="233362" cy="233362"/>
            <a:chOff x="10960894" y="397669"/>
            <a:chExt cx="233362" cy="233362"/>
          </a:xfrm>
        </p:grpSpPr>
        <p:sp>
          <p:nvSpPr>
            <p:cNvPr id="20" name="Oval 19"/>
            <p:cNvSpPr/>
            <p:nvPr/>
          </p:nvSpPr>
          <p:spPr>
            <a:xfrm>
              <a:off x="10960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21" name="Picture 20" descr="diff__8A96A3.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p:cNvGrpSpPr/>
          <p:nvPr/>
        </p:nvGrpSpPr>
        <p:grpSpPr>
          <a:xfrm>
            <a:off x="11265694" y="397669"/>
            <a:ext cx="233362" cy="233362"/>
            <a:chOff x="11265694" y="397669"/>
            <a:chExt cx="233362" cy="233362"/>
          </a:xfrm>
        </p:grpSpPr>
        <p:sp>
          <p:nvSpPr>
            <p:cNvPr id="23" name="Oval 22"/>
            <p:cNvSpPr/>
            <p:nvPr/>
          </p:nvSpPr>
          <p:spPr>
            <a:xfrm>
              <a:off x="11265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24" name="Picture 23" descr="flag__8A96A3.png"/>
            <p:cNvPicPr>
              <a:picLocks noChangeAspect="1"/>
            </p:cNvPicPr>
            <p:nvPr/>
          </p:nvPicPr>
          <p:blipFill>
            <a:blip r:embed="rId9"/>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2–3 · Modell · Rückrechnung</a:t>
            </a:r>
          </a:p>
        </p:txBody>
      </p:sp>
      <p:sp>
        <p:nvSpPr>
          <p:cNvPr id="28" name="Rounded Rectangle 27"/>
          <p:cNvSpPr/>
          <p:nvPr/>
        </p:nvSpPr>
        <p:spPr>
          <a:xfrm>
            <a:off x="685800" y="1362075"/>
            <a:ext cx="5895022" cy="977265"/>
          </a:xfrm>
          <a:prstGeom prst="roundRect">
            <a:avLst>
              <a:gd name="adj" fmla="val 9746"/>
            </a:avLst>
          </a:prstGeom>
          <a:solidFill>
            <a:srgbClr val="FFFFFF"/>
          </a:solidFill>
          <a:ln w="9525">
            <a:solidFill>
              <a:srgbClr val="D2DAE2"/>
            </a:solidFill>
          </a:ln>
          <a:effectLst/>
        </p:spPr>
        <p:txBody>
          <a:bodyPr rtlCol="0" anchor="ctr"/>
          <a:lstStyle/>
          <a:p>
            <a:pPr algn="ctr"/>
          </a:p>
        </p:txBody>
      </p:sp>
      <p:grpSp>
        <p:nvGrpSpPr>
          <p:cNvPr id="29" name="Scheibe divide"/>
          <p:cNvGrpSpPr/>
          <p:nvPr/>
        </p:nvGrpSpPr>
        <p:grpSpPr>
          <a:xfrm>
            <a:off x="866775" y="1504950"/>
            <a:ext cx="323850" cy="323850"/>
            <a:chOff x="866775" y="1504950"/>
            <a:chExt cx="323850" cy="323850"/>
          </a:xfrm>
        </p:grpSpPr>
        <p:sp>
          <p:nvSpPr>
            <p:cNvPr id="30" name="Oval 29"/>
            <p:cNvSpPr/>
            <p:nvPr/>
          </p:nvSpPr>
          <p:spPr>
            <a:xfrm>
              <a:off x="866775" y="1504950"/>
              <a:ext cx="323850" cy="323850"/>
            </a:xfrm>
            <a:prstGeom prst="ellipse">
              <a:avLst/>
            </a:prstGeom>
            <a:solidFill>
              <a:srgbClr val="084878"/>
            </a:solidFill>
            <a:ln>
              <a:noFill/>
            </a:ln>
            <a:effectLst/>
          </p:spPr>
          <p:txBody>
            <a:bodyPr rtlCol="0" anchor="ctr"/>
            <a:lstStyle/>
            <a:p>
              <a:pPr algn="ctr"/>
            </a:p>
          </p:txBody>
        </p:sp>
        <p:pic>
          <p:nvPicPr>
            <p:cNvPr id="31" name="Picture 30" descr="divide__FFFFFF.png"/>
            <p:cNvPicPr>
              <a:picLocks noChangeAspect="1"/>
            </p:cNvPicPr>
            <p:nvPr/>
          </p:nvPicPr>
          <p:blipFill>
            <a:blip r:embed="rId3"/>
            <a:stretch>
              <a:fillRect/>
            </a:stretch>
          </p:blipFill>
          <p:spPr>
            <a:xfrm>
              <a:off x="944499" y="1582674"/>
              <a:ext cx="168402" cy="168402"/>
            </a:xfrm>
            <a:prstGeom prst="rect">
              <a:avLst/>
            </a:prstGeom>
          </p:spPr>
        </p:pic>
      </p:grpSp>
      <p:sp>
        <p:nvSpPr>
          <p:cNvPr id="32" name="TextBox 31"/>
          <p:cNvSpPr txBox="1"/>
          <p:nvPr/>
        </p:nvSpPr>
        <p:spPr>
          <a:xfrm>
            <a:off x="1323975" y="1504950"/>
            <a:ext cx="3810000"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Normieren</a:t>
            </a:r>
          </a:p>
        </p:txBody>
      </p:sp>
      <p:sp>
        <p:nvSpPr>
          <p:cNvPr id="33" name="TextBox 32"/>
          <p:cNvSpPr txBox="1"/>
          <p:nvPr/>
        </p:nvSpPr>
        <p:spPr>
          <a:xfrm>
            <a:off x="1323975" y="1836420"/>
            <a:ext cx="438150"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VLS</a:t>
            </a:r>
          </a:p>
        </p:txBody>
      </p:sp>
      <p:sp>
        <p:nvSpPr>
          <p:cNvPr id="34" name="TextBox 33"/>
          <p:cNvSpPr txBox="1"/>
          <p:nvPr/>
        </p:nvSpPr>
        <p:spPr>
          <a:xfrm>
            <a:off x="1743075" y="1836420"/>
            <a:ext cx="209550" cy="247650"/>
          </a:xfrm>
          <a:prstGeom prst="rect">
            <a:avLst/>
          </a:prstGeom>
          <a:noFill/>
        </p:spPr>
        <p:txBody>
          <a:bodyPr wrap="none" lIns="0" rIns="0" tIns="0" bIns="0" anchor="t">
            <a:noAutofit/>
          </a:bodyPr>
          <a:lstStyle/>
          <a:p>
            <a:pPr algn="l">
              <a:lnSpc>
                <a:spcPts val="1950"/>
              </a:lnSpc>
            </a:pPr>
            <a:r>
              <a:rPr sz="1500" b="1" i="0" lang="de-DE">
                <a:solidFill>
                  <a:srgbClr val="00718E"/>
                </a:solidFill>
                <a:latin typeface="Geist Mono"/>
              </a:rPr>
              <a:t>=</a:t>
            </a:r>
          </a:p>
        </p:txBody>
      </p:sp>
      <p:sp>
        <p:nvSpPr>
          <p:cNvPr id="35" name="TextBox 34"/>
          <p:cNvSpPr txBox="1"/>
          <p:nvPr/>
        </p:nvSpPr>
        <p:spPr>
          <a:xfrm>
            <a:off x="1895475" y="1724025"/>
            <a:ext cx="2072640" cy="198120"/>
          </a:xfrm>
          <a:prstGeom prst="rect">
            <a:avLst/>
          </a:prstGeom>
          <a:noFill/>
        </p:spPr>
        <p:txBody>
          <a:bodyPr wrap="none" lIns="0" rIns="0" tIns="0" bIns="0" anchor="t">
            <a:noAutofit/>
          </a:bodyPr>
          <a:lstStyle/>
          <a:p>
            <a:pPr algn="ctr">
              <a:lnSpc>
                <a:spcPts val="1560"/>
              </a:lnSpc>
            </a:pPr>
            <a:r>
              <a:rPr sz="1200" b="1" i="0" lang="de-DE">
                <a:solidFill>
                  <a:srgbClr val="084878"/>
                </a:solidFill>
                <a:latin typeface="Geist Mono"/>
              </a:rPr>
              <a:t>Verbrauch [kWh]</a:t>
            </a:r>
          </a:p>
        </p:txBody>
      </p:sp>
      <p:cxnSp>
        <p:nvCxnSpPr>
          <p:cNvPr id="36" name="Connector 35"/>
          <p:cNvCxnSpPr/>
          <p:nvPr/>
        </p:nvCxnSpPr>
        <p:spPr>
          <a:xfrm>
            <a:off x="2207895" y="1960245"/>
            <a:ext cx="1447800" cy="0"/>
          </a:xfrm>
          <a:prstGeom prst="line">
            <a:avLst/>
          </a:prstGeom>
          <a:ln w="19050">
            <a:solidFill>
              <a:srgbClr val="08487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95475" y="1998345"/>
            <a:ext cx="2072640" cy="198120"/>
          </a:xfrm>
          <a:prstGeom prst="rect">
            <a:avLst/>
          </a:prstGeom>
          <a:noFill/>
        </p:spPr>
        <p:txBody>
          <a:bodyPr wrap="none" lIns="0" rIns="0" tIns="0" bIns="0" anchor="t">
            <a:noAutofit/>
          </a:bodyPr>
          <a:lstStyle/>
          <a:p>
            <a:pPr algn="ctr">
              <a:lnSpc>
                <a:spcPts val="1560"/>
              </a:lnSpc>
            </a:pPr>
            <a:r>
              <a:rPr sz="1200" b="1" i="0" lang="de-DE">
                <a:solidFill>
                  <a:srgbClr val="084878"/>
                </a:solidFill>
                <a:latin typeface="Geist Mono"/>
              </a:rPr>
              <a:t>Vertragsleistung [kW]</a:t>
            </a:r>
          </a:p>
        </p:txBody>
      </p:sp>
      <p:sp>
        <p:nvSpPr>
          <p:cNvPr id="38" name="Rounded Rectangle 37"/>
          <p:cNvSpPr/>
          <p:nvPr/>
        </p:nvSpPr>
        <p:spPr>
          <a:xfrm>
            <a:off x="685800" y="2453640"/>
            <a:ext cx="5895022" cy="752475"/>
          </a:xfrm>
          <a:prstGeom prst="roundRect">
            <a:avLst>
              <a:gd name="adj" fmla="val 12658"/>
            </a:avLst>
          </a:prstGeom>
          <a:solidFill>
            <a:srgbClr val="FFFFFF"/>
          </a:solidFill>
          <a:ln w="9525">
            <a:solidFill>
              <a:srgbClr val="D2DAE2"/>
            </a:solidFill>
          </a:ln>
          <a:effectLst/>
        </p:spPr>
        <p:txBody>
          <a:bodyPr rtlCol="0" anchor="ctr"/>
          <a:lstStyle/>
          <a:p>
            <a:pPr algn="ctr"/>
          </a:p>
        </p:txBody>
      </p:sp>
      <p:grpSp>
        <p:nvGrpSpPr>
          <p:cNvPr id="39" name="Scheibe calculator"/>
          <p:cNvGrpSpPr/>
          <p:nvPr/>
        </p:nvGrpSpPr>
        <p:grpSpPr>
          <a:xfrm>
            <a:off x="866775" y="2596515"/>
            <a:ext cx="323850" cy="323850"/>
            <a:chOff x="866775" y="2596515"/>
            <a:chExt cx="323850" cy="323850"/>
          </a:xfrm>
        </p:grpSpPr>
        <p:sp>
          <p:nvSpPr>
            <p:cNvPr id="40" name="Oval 39"/>
            <p:cNvSpPr/>
            <p:nvPr/>
          </p:nvSpPr>
          <p:spPr>
            <a:xfrm>
              <a:off x="866775" y="2596515"/>
              <a:ext cx="323850" cy="323850"/>
            </a:xfrm>
            <a:prstGeom prst="ellipse">
              <a:avLst/>
            </a:prstGeom>
            <a:solidFill>
              <a:srgbClr val="084878"/>
            </a:solidFill>
            <a:ln>
              <a:noFill/>
            </a:ln>
            <a:effectLst/>
          </p:spPr>
          <p:txBody>
            <a:bodyPr rtlCol="0" anchor="ctr"/>
            <a:lstStyle/>
            <a:p>
              <a:pPr algn="ctr"/>
            </a:p>
          </p:txBody>
        </p:sp>
        <p:pic>
          <p:nvPicPr>
            <p:cNvPr id="41" name="Picture 40" descr="calculator__FFFFFF.png"/>
            <p:cNvPicPr>
              <a:picLocks noChangeAspect="1"/>
            </p:cNvPicPr>
            <p:nvPr/>
          </p:nvPicPr>
          <p:blipFill>
            <a:blip r:embed="rId6"/>
            <a:stretch>
              <a:fillRect/>
            </a:stretch>
          </p:blipFill>
          <p:spPr>
            <a:xfrm>
              <a:off x="944499" y="2674239"/>
              <a:ext cx="168402" cy="168402"/>
            </a:xfrm>
            <a:prstGeom prst="rect">
              <a:avLst/>
            </a:prstGeom>
          </p:spPr>
        </p:pic>
      </p:grpSp>
      <p:sp>
        <p:nvSpPr>
          <p:cNvPr id="42" name="TextBox 41"/>
          <p:cNvSpPr txBox="1"/>
          <p:nvPr/>
        </p:nvSpPr>
        <p:spPr>
          <a:xfrm>
            <a:off x="1323975" y="2596515"/>
            <a:ext cx="3810000"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Zurückrechnen</a:t>
            </a:r>
          </a:p>
        </p:txBody>
      </p:sp>
      <p:sp>
        <p:nvSpPr>
          <p:cNvPr id="43" name="TextBox 42"/>
          <p:cNvSpPr txBox="1"/>
          <p:nvPr/>
        </p:nvSpPr>
        <p:spPr>
          <a:xfrm>
            <a:off x="1323975" y="2815590"/>
            <a:ext cx="1695450"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Prognose [kWh]</a:t>
            </a:r>
          </a:p>
        </p:txBody>
      </p:sp>
      <p:sp>
        <p:nvSpPr>
          <p:cNvPr id="44" name="TextBox 43"/>
          <p:cNvSpPr txBox="1"/>
          <p:nvPr/>
        </p:nvSpPr>
        <p:spPr>
          <a:xfrm>
            <a:off x="3000375" y="2815590"/>
            <a:ext cx="209550" cy="247650"/>
          </a:xfrm>
          <a:prstGeom prst="rect">
            <a:avLst/>
          </a:prstGeom>
          <a:noFill/>
        </p:spPr>
        <p:txBody>
          <a:bodyPr wrap="none" lIns="0" rIns="0" tIns="0" bIns="0" anchor="t">
            <a:noAutofit/>
          </a:bodyPr>
          <a:lstStyle/>
          <a:p>
            <a:pPr algn="l">
              <a:lnSpc>
                <a:spcPts val="1950"/>
              </a:lnSpc>
            </a:pPr>
            <a:r>
              <a:rPr sz="1500" b="1" i="0" lang="de-DE">
                <a:solidFill>
                  <a:srgbClr val="00718E"/>
                </a:solidFill>
                <a:latin typeface="Geist Mono"/>
              </a:rPr>
              <a:t>=</a:t>
            </a:r>
          </a:p>
        </p:txBody>
      </p:sp>
      <p:sp>
        <p:nvSpPr>
          <p:cNvPr id="45" name="TextBox 44"/>
          <p:cNvSpPr txBox="1"/>
          <p:nvPr/>
        </p:nvSpPr>
        <p:spPr>
          <a:xfrm>
            <a:off x="3190875" y="2815590"/>
            <a:ext cx="1466850"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Prognose-VLS</a:t>
            </a:r>
          </a:p>
        </p:txBody>
      </p:sp>
      <p:sp>
        <p:nvSpPr>
          <p:cNvPr id="46" name="TextBox 45"/>
          <p:cNvSpPr txBox="1"/>
          <p:nvPr/>
        </p:nvSpPr>
        <p:spPr>
          <a:xfrm>
            <a:off x="4638675" y="2815590"/>
            <a:ext cx="209550" cy="247650"/>
          </a:xfrm>
          <a:prstGeom prst="rect">
            <a:avLst/>
          </a:prstGeom>
          <a:noFill/>
        </p:spPr>
        <p:txBody>
          <a:bodyPr wrap="none" lIns="0" rIns="0" tIns="0" bIns="0" anchor="t">
            <a:noAutofit/>
          </a:bodyPr>
          <a:lstStyle/>
          <a:p>
            <a:pPr algn="l">
              <a:lnSpc>
                <a:spcPts val="1950"/>
              </a:lnSpc>
            </a:pPr>
            <a:r>
              <a:rPr sz="1500" b="1" i="0" lang="de-DE">
                <a:solidFill>
                  <a:srgbClr val="00718E"/>
                </a:solidFill>
                <a:latin typeface="Geist Mono"/>
              </a:rPr>
              <a:t>×</a:t>
            </a:r>
          </a:p>
        </p:txBody>
      </p:sp>
      <p:sp>
        <p:nvSpPr>
          <p:cNvPr id="47" name="TextBox 46"/>
          <p:cNvSpPr txBox="1"/>
          <p:nvPr/>
        </p:nvSpPr>
        <p:spPr>
          <a:xfrm>
            <a:off x="4829175" y="2815590"/>
            <a:ext cx="323850"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kW</a:t>
            </a:r>
          </a:p>
        </p:txBody>
      </p:sp>
      <p:sp>
        <p:nvSpPr>
          <p:cNvPr id="48" name="Rounded Rectangle 47"/>
          <p:cNvSpPr/>
          <p:nvPr/>
        </p:nvSpPr>
        <p:spPr>
          <a:xfrm>
            <a:off x="685800" y="3320415"/>
            <a:ext cx="5895022"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49" name="Scheibe chart-column"/>
          <p:cNvGrpSpPr/>
          <p:nvPr/>
        </p:nvGrpSpPr>
        <p:grpSpPr>
          <a:xfrm>
            <a:off x="847725" y="3453765"/>
            <a:ext cx="323850" cy="323850"/>
            <a:chOff x="847725" y="3453765"/>
            <a:chExt cx="323850" cy="323850"/>
          </a:xfrm>
        </p:grpSpPr>
        <p:sp>
          <p:nvSpPr>
            <p:cNvPr id="50" name="Oval 49"/>
            <p:cNvSpPr/>
            <p:nvPr/>
          </p:nvSpPr>
          <p:spPr>
            <a:xfrm>
              <a:off x="847725" y="3453765"/>
              <a:ext cx="323850" cy="323850"/>
            </a:xfrm>
            <a:prstGeom prst="ellipse">
              <a:avLst/>
            </a:prstGeom>
            <a:solidFill>
              <a:srgbClr val="00718E"/>
            </a:solidFill>
            <a:ln>
              <a:noFill/>
            </a:ln>
            <a:effectLst/>
          </p:spPr>
          <p:txBody>
            <a:bodyPr rtlCol="0" anchor="ctr"/>
            <a:lstStyle/>
            <a:p>
              <a:pPr algn="ctr"/>
            </a:p>
          </p:txBody>
        </p:sp>
        <p:pic>
          <p:nvPicPr>
            <p:cNvPr id="51" name="Picture 50" descr="chart-column__FFFFFF.png"/>
            <p:cNvPicPr>
              <a:picLocks noChangeAspect="1"/>
            </p:cNvPicPr>
            <p:nvPr/>
          </p:nvPicPr>
          <p:blipFill>
            <a:blip r:embed="rId10"/>
            <a:stretch>
              <a:fillRect/>
            </a:stretch>
          </p:blipFill>
          <p:spPr>
            <a:xfrm>
              <a:off x="925449" y="3531489"/>
              <a:ext cx="168402" cy="168402"/>
            </a:xfrm>
            <a:prstGeom prst="rect">
              <a:avLst/>
            </a:prstGeom>
          </p:spPr>
        </p:pic>
      </p:grpSp>
      <p:sp>
        <p:nvSpPr>
          <p:cNvPr id="52" name="TextBox 51"/>
          <p:cNvSpPr txBox="1"/>
          <p:nvPr/>
        </p:nvSpPr>
        <p:spPr>
          <a:xfrm>
            <a:off x="1304925" y="3463290"/>
            <a:ext cx="5113972"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Aus unseren Daten</a:t>
            </a:r>
          </a:p>
        </p:txBody>
      </p:sp>
      <p:sp>
        <p:nvSpPr>
          <p:cNvPr id="53" name="TextBox 52"/>
          <p:cNvSpPr txBox="1"/>
          <p:nvPr/>
        </p:nvSpPr>
        <p:spPr>
          <a:xfrm>
            <a:off x="1304925" y="3682365"/>
            <a:ext cx="5113972"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92 % der Streuung im Rohverbrauch liegen zwischen den Zählern. In VLS liegen die Kundentyp-Mediane nur noch bei 160–173 h.</a:t>
            </a:r>
          </a:p>
        </p:txBody>
      </p:sp>
      <p:sp>
        <p:nvSpPr>
          <p:cNvPr id="54" name="Rounded Rectangle 53"/>
          <p:cNvSpPr/>
          <p:nvPr/>
        </p:nvSpPr>
        <p:spPr>
          <a:xfrm>
            <a:off x="685800" y="4330065"/>
            <a:ext cx="5895022" cy="419100"/>
          </a:xfrm>
          <a:prstGeom prst="roundRect">
            <a:avLst>
              <a:gd name="adj" fmla="val 50000"/>
            </a:avLst>
          </a:prstGeom>
          <a:solidFill>
            <a:srgbClr val="FFFFFF"/>
          </a:solidFill>
          <a:ln w="9525">
            <a:solidFill>
              <a:srgbClr val="D2DAE2"/>
            </a:solidFill>
          </a:ln>
          <a:effectLst/>
        </p:spPr>
        <p:txBody>
          <a:bodyPr rtlCol="0" anchor="ctr"/>
          <a:lstStyle/>
          <a:p>
            <a:pPr algn="ctr"/>
          </a:p>
        </p:txBody>
      </p:sp>
      <p:grpSp>
        <p:nvGrpSpPr>
          <p:cNvPr id="55" name="Scheibe hotel"/>
          <p:cNvGrpSpPr/>
          <p:nvPr/>
        </p:nvGrpSpPr>
        <p:grpSpPr>
          <a:xfrm>
            <a:off x="759619" y="4403884"/>
            <a:ext cx="271462" cy="271462"/>
            <a:chOff x="759619" y="4403884"/>
            <a:chExt cx="271462" cy="271462"/>
          </a:xfrm>
        </p:grpSpPr>
        <p:sp>
          <p:nvSpPr>
            <p:cNvPr id="56" name="Oval 55"/>
            <p:cNvSpPr/>
            <p:nvPr/>
          </p:nvSpPr>
          <p:spPr>
            <a:xfrm>
              <a:off x="759619" y="4403884"/>
              <a:ext cx="271462" cy="271462"/>
            </a:xfrm>
            <a:prstGeom prst="ellipse">
              <a:avLst/>
            </a:prstGeom>
            <a:solidFill>
              <a:srgbClr val="FFFFFF"/>
            </a:solidFill>
            <a:ln w="14287">
              <a:solidFill>
                <a:srgbClr val="B4BFCB"/>
              </a:solidFill>
            </a:ln>
            <a:effectLst/>
          </p:spPr>
          <p:txBody>
            <a:bodyPr rtlCol="0" anchor="ctr"/>
            <a:lstStyle/>
            <a:p>
              <a:pPr algn="ctr"/>
            </a:p>
          </p:txBody>
        </p:sp>
        <p:pic>
          <p:nvPicPr>
            <p:cNvPr id="57" name="Picture 56" descr="hotel__084878.png"/>
            <p:cNvPicPr>
              <a:picLocks noChangeAspect="1"/>
            </p:cNvPicPr>
            <p:nvPr/>
          </p:nvPicPr>
          <p:blipFill>
            <a:blip r:embed="rId11"/>
            <a:stretch>
              <a:fillRect/>
            </a:stretch>
          </p:blipFill>
          <p:spPr>
            <a:xfrm>
              <a:off x="821055" y="4465320"/>
              <a:ext cx="148590" cy="148590"/>
            </a:xfrm>
            <a:prstGeom prst="rect">
              <a:avLst/>
            </a:prstGeom>
          </p:spPr>
        </p:pic>
      </p:grpSp>
      <p:sp>
        <p:nvSpPr>
          <p:cNvPr id="58" name="TextBox 57"/>
          <p:cNvSpPr txBox="1"/>
          <p:nvPr/>
        </p:nvSpPr>
        <p:spPr>
          <a:xfrm>
            <a:off x="1152525" y="4330065"/>
            <a:ext cx="5247322" cy="419100"/>
          </a:xfrm>
          <a:prstGeom prst="rect">
            <a:avLst/>
          </a:prstGeom>
          <a:noFill/>
        </p:spPr>
        <p:txBody>
          <a:bodyPr wrap="square" lIns="0" rIns="0" tIns="0" bIns="0" anchor="ctr">
            <a:noAutofit/>
          </a:bodyPr>
          <a:lstStyle/>
          <a:p>
            <a:pPr algn="l">
              <a:lnSpc>
                <a:spcPts val="1518"/>
              </a:lnSpc>
            </a:pPr>
            <a:r>
              <a:rPr sz="1125" b="0" i="0" lang="de-DE">
                <a:solidFill>
                  <a:srgbClr val="141A21"/>
                </a:solidFill>
                <a:latin typeface="IBM Plex Sans"/>
              </a:rPr>
              <a:t>Wie bei Hotels: Man vergleicht die Auslastung, nicht die Gästezahl.</a:t>
            </a:r>
          </a:p>
        </p:txBody>
      </p:sp>
      <p:sp>
        <p:nvSpPr>
          <p:cNvPr id="59" name="Rounded Rectangle 58"/>
          <p:cNvSpPr/>
          <p:nvPr/>
        </p:nvSpPr>
        <p:spPr>
          <a:xfrm>
            <a:off x="6790372" y="1362075"/>
            <a:ext cx="4715828" cy="3270885"/>
          </a:xfrm>
          <a:prstGeom prst="roundRect">
            <a:avLst>
              <a:gd name="adj" fmla="val 2912"/>
            </a:avLst>
          </a:prstGeom>
          <a:solidFill>
            <a:srgbClr val="FFFFFF"/>
          </a:solidFill>
          <a:ln w="9525">
            <a:solidFill>
              <a:srgbClr val="D2DAE2"/>
            </a:solidFill>
          </a:ln>
          <a:effectLst/>
        </p:spPr>
        <p:txBody>
          <a:bodyPr rtlCol="0" anchor="ctr"/>
          <a:lstStyle/>
          <a:p>
            <a:pPr algn="ctr"/>
          </a:p>
        </p:txBody>
      </p:sp>
      <p:sp>
        <p:nvSpPr>
          <p:cNvPr id="60" name="TextBox 59"/>
          <p:cNvSpPr txBox="1"/>
          <p:nvPr/>
        </p:nvSpPr>
        <p:spPr>
          <a:xfrm>
            <a:off x="6990398" y="1529466"/>
            <a:ext cx="1182845" cy="210085"/>
          </a:xfrm>
          <a:prstGeom prst="rect">
            <a:avLst/>
          </a:prstGeom>
          <a:noFill/>
        </p:spPr>
        <p:txBody>
          <a:bodyPr wrap="none" lIns="0" rIns="0" tIns="0" bIns="0" anchor="t">
            <a:noAutofit/>
          </a:bodyPr>
          <a:lstStyle/>
          <a:p>
            <a:pPr algn="l">
              <a:lnSpc>
                <a:spcPts val="1654"/>
              </a:lnSpc>
            </a:pPr>
            <a:r>
              <a:rPr sz="1272" b="1" i="0" lang="de-DE">
                <a:solidFill>
                  <a:srgbClr val="141A21"/>
                </a:solidFill>
                <a:latin typeface="IBM Plex Sans"/>
              </a:rPr>
              <a:t>Energiemenge</a:t>
            </a:r>
          </a:p>
        </p:txBody>
      </p:sp>
      <p:sp>
        <p:nvSpPr>
          <p:cNvPr id="61" name="TextBox 60"/>
          <p:cNvSpPr txBox="1"/>
          <p:nvPr/>
        </p:nvSpPr>
        <p:spPr>
          <a:xfrm>
            <a:off x="6990398" y="1758088"/>
            <a:ext cx="530155" cy="185369"/>
          </a:xfrm>
          <a:prstGeom prst="rect">
            <a:avLst/>
          </a:prstGeom>
          <a:noFill/>
        </p:spPr>
        <p:txBody>
          <a:bodyPr wrap="none" lIns="0" rIns="0" tIns="0" bIns="0" anchor="t">
            <a:noAutofit/>
          </a:bodyPr>
          <a:lstStyle/>
          <a:p>
            <a:pPr algn="l">
              <a:lnSpc>
                <a:spcPts val="1459"/>
              </a:lnSpc>
            </a:pPr>
            <a:r>
              <a:rPr sz="1122" b="0" i="0" lang="de-DE">
                <a:solidFill>
                  <a:srgbClr val="657383"/>
                </a:solidFill>
                <a:latin typeface="IBM Plex Sans"/>
              </a:rPr>
              <a:t>in kWh</a:t>
            </a:r>
          </a:p>
        </p:txBody>
      </p:sp>
      <p:cxnSp>
        <p:nvCxnSpPr>
          <p:cNvPr id="62" name="Connector 61"/>
          <p:cNvCxnSpPr/>
          <p:nvPr/>
        </p:nvCxnSpPr>
        <p:spPr>
          <a:xfrm>
            <a:off x="6990398" y="3900529"/>
            <a:ext cx="2015296" cy="0"/>
          </a:xfrm>
          <a:prstGeom prst="line">
            <a:avLst/>
          </a:prstGeom>
          <a:ln w="9506">
            <a:solidFill>
              <a:srgbClr val="B4BFCB"/>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155710" y="3224787"/>
            <a:ext cx="677024" cy="210085"/>
          </a:xfrm>
          <a:prstGeom prst="rect">
            <a:avLst/>
          </a:prstGeom>
          <a:noFill/>
        </p:spPr>
        <p:txBody>
          <a:bodyPr wrap="none" lIns="0" rIns="0" tIns="0" bIns="0" anchor="t">
            <a:noAutofit/>
          </a:bodyPr>
          <a:lstStyle/>
          <a:p>
            <a:pPr algn="ctr">
              <a:lnSpc>
                <a:spcPts val="1654"/>
              </a:lnSpc>
            </a:pPr>
            <a:r>
              <a:rPr sz="1272" b="1" i="0" lang="de-DE">
                <a:solidFill>
                  <a:srgbClr val="141A21"/>
                </a:solidFill>
                <a:latin typeface="Geist Mono"/>
              </a:rPr>
              <a:t>10.000</a:t>
            </a:r>
          </a:p>
        </p:txBody>
      </p:sp>
      <p:sp>
        <p:nvSpPr>
          <p:cNvPr id="64" name="TextBox 63"/>
          <p:cNvSpPr txBox="1"/>
          <p:nvPr/>
        </p:nvSpPr>
        <p:spPr>
          <a:xfrm>
            <a:off x="7161413" y="3972776"/>
            <a:ext cx="665617" cy="197727"/>
          </a:xfrm>
          <a:prstGeom prst="rect">
            <a:avLst/>
          </a:prstGeom>
          <a:noFill/>
        </p:spPr>
        <p:txBody>
          <a:bodyPr wrap="none" lIns="0" rIns="0" tIns="0" bIns="0" anchor="t">
            <a:noAutofit/>
          </a:bodyPr>
          <a:lstStyle/>
          <a:p>
            <a:pPr algn="ctr">
              <a:lnSpc>
                <a:spcPts val="1556"/>
              </a:lnSpc>
            </a:pPr>
            <a:r>
              <a:rPr sz="1197" b="0" i="0" lang="de-DE">
                <a:solidFill>
                  <a:srgbClr val="141A21"/>
                </a:solidFill>
                <a:latin typeface="IBM Plex Sans"/>
              </a:rPr>
              <a:t>Zähler A</a:t>
            </a:r>
          </a:p>
        </p:txBody>
      </p:sp>
      <p:sp>
        <p:nvSpPr>
          <p:cNvPr id="65" name="TextBox 64"/>
          <p:cNvSpPr txBox="1"/>
          <p:nvPr/>
        </p:nvSpPr>
        <p:spPr>
          <a:xfrm>
            <a:off x="7232709" y="4213518"/>
            <a:ext cx="523025" cy="185369"/>
          </a:xfrm>
          <a:prstGeom prst="rect">
            <a:avLst/>
          </a:prstGeom>
          <a:noFill/>
        </p:spPr>
        <p:txBody>
          <a:bodyPr wrap="none" lIns="0" rIns="0" tIns="0" bIns="0" anchor="t">
            <a:noAutofit/>
          </a:bodyPr>
          <a:lstStyle/>
          <a:p>
            <a:pPr algn="ctr">
              <a:lnSpc>
                <a:spcPts val="1459"/>
              </a:lnSpc>
            </a:pPr>
            <a:r>
              <a:rPr sz="1122" b="0" i="0" lang="de-DE">
                <a:solidFill>
                  <a:srgbClr val="657383"/>
                </a:solidFill>
                <a:latin typeface="Geist Mono"/>
              </a:rPr>
              <a:t>50 kW</a:t>
            </a:r>
          </a:p>
        </p:txBody>
      </p:sp>
      <p:sp>
        <p:nvSpPr>
          <p:cNvPr id="66" name="TextBox 65"/>
          <p:cNvSpPr txBox="1"/>
          <p:nvPr/>
        </p:nvSpPr>
        <p:spPr>
          <a:xfrm>
            <a:off x="8106321" y="1941461"/>
            <a:ext cx="677024" cy="210085"/>
          </a:xfrm>
          <a:prstGeom prst="rect">
            <a:avLst/>
          </a:prstGeom>
          <a:noFill/>
        </p:spPr>
        <p:txBody>
          <a:bodyPr wrap="none" lIns="0" rIns="0" tIns="0" bIns="0" anchor="t">
            <a:noAutofit/>
          </a:bodyPr>
          <a:lstStyle/>
          <a:p>
            <a:pPr algn="ctr">
              <a:lnSpc>
                <a:spcPts val="1654"/>
              </a:lnSpc>
            </a:pPr>
            <a:r>
              <a:rPr sz="1272" b="1" i="0" lang="de-DE">
                <a:solidFill>
                  <a:srgbClr val="141A21"/>
                </a:solidFill>
                <a:latin typeface="Geist Mono"/>
              </a:rPr>
              <a:t>40.000</a:t>
            </a:r>
          </a:p>
        </p:txBody>
      </p:sp>
      <p:sp>
        <p:nvSpPr>
          <p:cNvPr id="67" name="TextBox 66"/>
          <p:cNvSpPr txBox="1"/>
          <p:nvPr/>
        </p:nvSpPr>
        <p:spPr>
          <a:xfrm>
            <a:off x="8111265" y="3972776"/>
            <a:ext cx="667138" cy="197727"/>
          </a:xfrm>
          <a:prstGeom prst="rect">
            <a:avLst/>
          </a:prstGeom>
          <a:noFill/>
        </p:spPr>
        <p:txBody>
          <a:bodyPr wrap="none" lIns="0" rIns="0" tIns="0" bIns="0" anchor="t">
            <a:noAutofit/>
          </a:bodyPr>
          <a:lstStyle/>
          <a:p>
            <a:pPr algn="ctr">
              <a:lnSpc>
                <a:spcPts val="1556"/>
              </a:lnSpc>
            </a:pPr>
            <a:r>
              <a:rPr sz="1197" b="0" i="0" lang="de-DE">
                <a:solidFill>
                  <a:srgbClr val="141A21"/>
                </a:solidFill>
                <a:latin typeface="IBM Plex Sans"/>
              </a:rPr>
              <a:t>Zähler B</a:t>
            </a:r>
          </a:p>
        </p:txBody>
      </p:sp>
      <p:sp>
        <p:nvSpPr>
          <p:cNvPr id="68" name="TextBox 67"/>
          <p:cNvSpPr txBox="1"/>
          <p:nvPr/>
        </p:nvSpPr>
        <p:spPr>
          <a:xfrm>
            <a:off x="8140543" y="4213518"/>
            <a:ext cx="608580" cy="185369"/>
          </a:xfrm>
          <a:prstGeom prst="rect">
            <a:avLst/>
          </a:prstGeom>
          <a:noFill/>
        </p:spPr>
        <p:txBody>
          <a:bodyPr wrap="none" lIns="0" rIns="0" tIns="0" bIns="0" anchor="t">
            <a:noAutofit/>
          </a:bodyPr>
          <a:lstStyle/>
          <a:p>
            <a:pPr algn="ctr">
              <a:lnSpc>
                <a:spcPts val="1459"/>
              </a:lnSpc>
            </a:pPr>
            <a:r>
              <a:rPr sz="1122" b="0" i="0" lang="de-DE">
                <a:solidFill>
                  <a:srgbClr val="657383"/>
                </a:solidFill>
                <a:latin typeface="Geist Mono"/>
              </a:rPr>
              <a:t>200 kW</a:t>
            </a:r>
          </a:p>
        </p:txBody>
      </p:sp>
      <p:sp>
        <p:nvSpPr>
          <p:cNvPr id="69" name="TextBox 68"/>
          <p:cNvSpPr txBox="1"/>
          <p:nvPr/>
        </p:nvSpPr>
        <p:spPr>
          <a:xfrm>
            <a:off x="9271866" y="1529466"/>
            <a:ext cx="1244254" cy="210085"/>
          </a:xfrm>
          <a:prstGeom prst="rect">
            <a:avLst/>
          </a:prstGeom>
          <a:noFill/>
        </p:spPr>
        <p:txBody>
          <a:bodyPr wrap="none" lIns="0" rIns="0" tIns="0" bIns="0" anchor="t">
            <a:noAutofit/>
          </a:bodyPr>
          <a:lstStyle/>
          <a:p>
            <a:pPr algn="l">
              <a:lnSpc>
                <a:spcPts val="1654"/>
              </a:lnSpc>
            </a:pPr>
            <a:r>
              <a:rPr sz="1272" b="1" i="0" lang="de-DE">
                <a:solidFill>
                  <a:srgbClr val="141A21"/>
                </a:solidFill>
                <a:latin typeface="IBM Plex Sans"/>
              </a:rPr>
              <a:t>Vollaststunden</a:t>
            </a:r>
          </a:p>
        </p:txBody>
      </p:sp>
      <p:sp>
        <p:nvSpPr>
          <p:cNvPr id="70" name="TextBox 69"/>
          <p:cNvSpPr txBox="1"/>
          <p:nvPr/>
        </p:nvSpPr>
        <p:spPr>
          <a:xfrm>
            <a:off x="9271866" y="1758088"/>
            <a:ext cx="625691" cy="185369"/>
          </a:xfrm>
          <a:prstGeom prst="rect">
            <a:avLst/>
          </a:prstGeom>
          <a:noFill/>
        </p:spPr>
        <p:txBody>
          <a:bodyPr wrap="none" lIns="0" rIns="0" tIns="0" bIns="0" anchor="t">
            <a:noAutofit/>
          </a:bodyPr>
          <a:lstStyle/>
          <a:p>
            <a:pPr algn="l">
              <a:lnSpc>
                <a:spcPts val="1459"/>
              </a:lnSpc>
            </a:pPr>
            <a:r>
              <a:rPr sz="1122" b="0" i="0" lang="de-DE">
                <a:solidFill>
                  <a:srgbClr val="657383"/>
                </a:solidFill>
                <a:latin typeface="IBM Plex Sans"/>
              </a:rPr>
              <a:t>in VLS-h</a:t>
            </a:r>
          </a:p>
        </p:txBody>
      </p:sp>
      <p:cxnSp>
        <p:nvCxnSpPr>
          <p:cNvPr id="71" name="Connector 70"/>
          <p:cNvCxnSpPr/>
          <p:nvPr/>
        </p:nvCxnSpPr>
        <p:spPr>
          <a:xfrm>
            <a:off x="9271866" y="3900529"/>
            <a:ext cx="2015297" cy="0"/>
          </a:xfrm>
          <a:prstGeom prst="line">
            <a:avLst/>
          </a:prstGeom>
          <a:ln w="9506">
            <a:solidFill>
              <a:srgbClr val="B4BFCB"/>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582621" y="2283681"/>
            <a:ext cx="386137" cy="210085"/>
          </a:xfrm>
          <a:prstGeom prst="rect">
            <a:avLst/>
          </a:prstGeom>
          <a:noFill/>
        </p:spPr>
        <p:txBody>
          <a:bodyPr wrap="none" lIns="0" rIns="0" tIns="0" bIns="0" anchor="t">
            <a:noAutofit/>
          </a:bodyPr>
          <a:lstStyle/>
          <a:p>
            <a:pPr algn="ctr">
              <a:lnSpc>
                <a:spcPts val="1654"/>
              </a:lnSpc>
            </a:pPr>
            <a:r>
              <a:rPr sz="1272" b="1" i="0" lang="de-DE">
                <a:solidFill>
                  <a:srgbClr val="141A21"/>
                </a:solidFill>
                <a:latin typeface="Geist Mono"/>
              </a:rPr>
              <a:t>200</a:t>
            </a:r>
          </a:p>
        </p:txBody>
      </p:sp>
      <p:sp>
        <p:nvSpPr>
          <p:cNvPr id="73" name="TextBox 72"/>
          <p:cNvSpPr txBox="1"/>
          <p:nvPr/>
        </p:nvSpPr>
        <p:spPr>
          <a:xfrm>
            <a:off x="9442881" y="3972776"/>
            <a:ext cx="665617" cy="197727"/>
          </a:xfrm>
          <a:prstGeom prst="rect">
            <a:avLst/>
          </a:prstGeom>
          <a:noFill/>
        </p:spPr>
        <p:txBody>
          <a:bodyPr wrap="none" lIns="0" rIns="0" tIns="0" bIns="0" anchor="t">
            <a:noAutofit/>
          </a:bodyPr>
          <a:lstStyle/>
          <a:p>
            <a:pPr algn="ctr">
              <a:lnSpc>
                <a:spcPts val="1556"/>
              </a:lnSpc>
            </a:pPr>
            <a:r>
              <a:rPr sz="1197" b="0" i="0" lang="de-DE">
                <a:solidFill>
                  <a:srgbClr val="141A21"/>
                </a:solidFill>
                <a:latin typeface="IBM Plex Sans"/>
              </a:rPr>
              <a:t>Zähler A</a:t>
            </a:r>
          </a:p>
        </p:txBody>
      </p:sp>
      <p:sp>
        <p:nvSpPr>
          <p:cNvPr id="74" name="TextBox 73"/>
          <p:cNvSpPr txBox="1"/>
          <p:nvPr/>
        </p:nvSpPr>
        <p:spPr>
          <a:xfrm>
            <a:off x="9514177" y="4213518"/>
            <a:ext cx="523025" cy="185369"/>
          </a:xfrm>
          <a:prstGeom prst="rect">
            <a:avLst/>
          </a:prstGeom>
          <a:noFill/>
        </p:spPr>
        <p:txBody>
          <a:bodyPr wrap="none" lIns="0" rIns="0" tIns="0" bIns="0" anchor="t">
            <a:noAutofit/>
          </a:bodyPr>
          <a:lstStyle/>
          <a:p>
            <a:pPr algn="ctr">
              <a:lnSpc>
                <a:spcPts val="1459"/>
              </a:lnSpc>
            </a:pPr>
            <a:r>
              <a:rPr sz="1122" b="0" i="0" lang="de-DE">
                <a:solidFill>
                  <a:srgbClr val="657383"/>
                </a:solidFill>
                <a:latin typeface="Geist Mono"/>
              </a:rPr>
              <a:t>50 kW</a:t>
            </a:r>
          </a:p>
        </p:txBody>
      </p:sp>
      <p:sp>
        <p:nvSpPr>
          <p:cNvPr id="75" name="TextBox 74"/>
          <p:cNvSpPr txBox="1"/>
          <p:nvPr/>
        </p:nvSpPr>
        <p:spPr>
          <a:xfrm>
            <a:off x="10533233" y="2283681"/>
            <a:ext cx="386137" cy="210085"/>
          </a:xfrm>
          <a:prstGeom prst="rect">
            <a:avLst/>
          </a:prstGeom>
          <a:noFill/>
        </p:spPr>
        <p:txBody>
          <a:bodyPr wrap="none" lIns="0" rIns="0" tIns="0" bIns="0" anchor="t">
            <a:noAutofit/>
          </a:bodyPr>
          <a:lstStyle/>
          <a:p>
            <a:pPr algn="ctr">
              <a:lnSpc>
                <a:spcPts val="1654"/>
              </a:lnSpc>
            </a:pPr>
            <a:r>
              <a:rPr sz="1272" b="1" i="0" lang="de-DE">
                <a:solidFill>
                  <a:srgbClr val="141A21"/>
                </a:solidFill>
                <a:latin typeface="Geist Mono"/>
              </a:rPr>
              <a:t>200</a:t>
            </a:r>
          </a:p>
        </p:txBody>
      </p:sp>
      <p:sp>
        <p:nvSpPr>
          <p:cNvPr id="76" name="TextBox 75"/>
          <p:cNvSpPr txBox="1"/>
          <p:nvPr/>
        </p:nvSpPr>
        <p:spPr>
          <a:xfrm>
            <a:off x="10392733" y="3972776"/>
            <a:ext cx="667138" cy="197727"/>
          </a:xfrm>
          <a:prstGeom prst="rect">
            <a:avLst/>
          </a:prstGeom>
          <a:noFill/>
        </p:spPr>
        <p:txBody>
          <a:bodyPr wrap="none" lIns="0" rIns="0" tIns="0" bIns="0" anchor="t">
            <a:noAutofit/>
          </a:bodyPr>
          <a:lstStyle/>
          <a:p>
            <a:pPr algn="ctr">
              <a:lnSpc>
                <a:spcPts val="1556"/>
              </a:lnSpc>
            </a:pPr>
            <a:r>
              <a:rPr sz="1197" b="0" i="0" lang="de-DE">
                <a:solidFill>
                  <a:srgbClr val="141A21"/>
                </a:solidFill>
                <a:latin typeface="IBM Plex Sans"/>
              </a:rPr>
              <a:t>Zähler B</a:t>
            </a:r>
          </a:p>
        </p:txBody>
      </p:sp>
      <p:sp>
        <p:nvSpPr>
          <p:cNvPr id="77" name="TextBox 76"/>
          <p:cNvSpPr txBox="1"/>
          <p:nvPr/>
        </p:nvSpPr>
        <p:spPr>
          <a:xfrm>
            <a:off x="10422012" y="4213518"/>
            <a:ext cx="608580" cy="185369"/>
          </a:xfrm>
          <a:prstGeom prst="rect">
            <a:avLst/>
          </a:prstGeom>
          <a:noFill/>
        </p:spPr>
        <p:txBody>
          <a:bodyPr wrap="none" lIns="0" rIns="0" tIns="0" bIns="0" anchor="t">
            <a:noAutofit/>
          </a:bodyPr>
          <a:lstStyle/>
          <a:p>
            <a:pPr algn="ctr">
              <a:lnSpc>
                <a:spcPts val="1459"/>
              </a:lnSpc>
            </a:pPr>
            <a:r>
              <a:rPr sz="1122" b="0" i="0" lang="de-DE">
                <a:solidFill>
                  <a:srgbClr val="657383"/>
                </a:solidFill>
                <a:latin typeface="Geist Mono"/>
              </a:rPr>
              <a:t>200 kW</a:t>
            </a:r>
          </a:p>
        </p:txBody>
      </p:sp>
      <p:sp>
        <p:nvSpPr>
          <p:cNvPr id="78" name="TextBox 77"/>
          <p:cNvSpPr txBox="1"/>
          <p:nvPr/>
        </p:nvSpPr>
        <p:spPr>
          <a:xfrm>
            <a:off x="8918144" y="2968169"/>
            <a:ext cx="460285" cy="197727"/>
          </a:xfrm>
          <a:prstGeom prst="rect">
            <a:avLst/>
          </a:prstGeom>
          <a:noFill/>
        </p:spPr>
        <p:txBody>
          <a:bodyPr wrap="none" lIns="0" rIns="0" tIns="0" bIns="0" anchor="t">
            <a:noAutofit/>
          </a:bodyPr>
          <a:lstStyle/>
          <a:p>
            <a:pPr algn="ctr">
              <a:lnSpc>
                <a:spcPts val="1556"/>
              </a:lnSpc>
            </a:pPr>
            <a:r>
              <a:rPr sz="1197" b="1" i="0" lang="de-DE">
                <a:solidFill>
                  <a:srgbClr val="00718E"/>
                </a:solidFill>
                <a:latin typeface="Geist Mono"/>
              </a:rPr>
              <a:t>÷ kW</a:t>
            </a:r>
          </a:p>
        </p:txBody>
      </p:sp>
      <p:graphicFrame>
        <p:nvGraphicFramePr>
          <p:cNvPr id="79" name="Diagramm VLS-Beispiel 1"/>
          <p:cNvGraphicFramePr>
            <a:graphicFrameLocks noGrp="1"/>
          </p:cNvGraphicFramePr>
          <p:nvPr/>
        </p:nvGraphicFramePr>
        <p:xfrm>
          <a:off x="6999866" y="2170378"/>
          <a:ext cx="1939324" cy="1749201"/>
        </p:xfrm>
        <a:graphic>
          <a:graphicData uri="http://schemas.openxmlformats.org/drawingml/2006/chart">
            <c:chart xmlns:c="http://schemas.openxmlformats.org/drawingml/2006/chart" r:id="rId12"/>
          </a:graphicData>
        </a:graphic>
      </p:graphicFrame>
      <p:graphicFrame>
        <p:nvGraphicFramePr>
          <p:cNvPr id="80" name="Diagramm VLS-Beispiel 2"/>
          <p:cNvGraphicFramePr>
            <a:graphicFrameLocks noGrp="1"/>
          </p:cNvGraphicFramePr>
          <p:nvPr/>
        </p:nvGraphicFramePr>
        <p:xfrm>
          <a:off x="9281334" y="2170378"/>
          <a:ext cx="1939324" cy="1749201"/>
        </p:xfrm>
        <a:graphic>
          <a:graphicData uri="http://schemas.openxmlformats.org/drawingml/2006/chart">
            <c:chart xmlns:c="http://schemas.openxmlformats.org/drawingml/2006/chart" r:id="rId13"/>
          </a:graphicData>
        </a:graphic>
      </p:graphicFrame>
      <p:sp>
        <p:nvSpPr>
          <p:cNvPr id="81" name="Rounded Rectangle 80"/>
          <p:cNvSpPr/>
          <p:nvPr/>
        </p:nvSpPr>
        <p:spPr>
          <a:xfrm>
            <a:off x="6790372" y="4747260"/>
            <a:ext cx="4715828" cy="1066800"/>
          </a:xfrm>
          <a:prstGeom prst="roundRect">
            <a:avLst>
              <a:gd name="adj" fmla="val 8928"/>
            </a:avLst>
          </a:prstGeom>
          <a:solidFill>
            <a:srgbClr val="063659"/>
          </a:solidFill>
          <a:ln>
            <a:noFill/>
          </a:ln>
          <a:effectLst/>
        </p:spPr>
        <p:txBody>
          <a:bodyPr rtlCol="0" anchor="ctr"/>
          <a:lstStyle/>
          <a:p>
            <a:pPr algn="ctr"/>
          </a:p>
        </p:txBody>
      </p:sp>
      <p:sp>
        <p:nvSpPr>
          <p:cNvPr id="82" name="TextBox 81"/>
          <p:cNvSpPr txBox="1"/>
          <p:nvPr/>
        </p:nvSpPr>
        <p:spPr>
          <a:xfrm>
            <a:off x="6980872" y="4994910"/>
            <a:ext cx="1666875" cy="571500"/>
          </a:xfrm>
          <a:prstGeom prst="rect">
            <a:avLst/>
          </a:prstGeom>
          <a:noFill/>
        </p:spPr>
        <p:txBody>
          <a:bodyPr wrap="none" lIns="0" rIns="0" tIns="0" bIns="0" anchor="t">
            <a:noAutofit/>
          </a:bodyPr>
          <a:lstStyle/>
          <a:p>
            <a:pPr algn="l">
              <a:lnSpc>
                <a:spcPts val="4500"/>
              </a:lnSpc>
            </a:pPr>
            <a:r>
              <a:rPr sz="3450" b="1" i="0" lang="de-DE" spc="-69">
                <a:solidFill>
                  <a:srgbClr val="FFFFFF"/>
                </a:solidFill>
                <a:latin typeface="Geist Mono"/>
              </a:rPr>
              <a:t>−6,2 %</a:t>
            </a:r>
          </a:p>
        </p:txBody>
      </p:sp>
      <p:sp>
        <p:nvSpPr>
          <p:cNvPr id="83" name="TextBox 82"/>
          <p:cNvSpPr txBox="1"/>
          <p:nvPr/>
        </p:nvSpPr>
        <p:spPr>
          <a:xfrm>
            <a:off x="8677275" y="4880610"/>
            <a:ext cx="2714625" cy="800100"/>
          </a:xfrm>
          <a:prstGeom prst="rect">
            <a:avLst/>
          </a:prstGeom>
          <a:noFill/>
        </p:spPr>
        <p:txBody>
          <a:bodyPr wrap="square" lIns="0" rIns="0" tIns="0" bIns="0" anchor="t">
            <a:noAutofit/>
          </a:bodyPr>
          <a:lstStyle/>
          <a:p>
            <a:pPr algn="l">
              <a:lnSpc>
                <a:spcPts val="1575"/>
              </a:lnSpc>
            </a:pPr>
            <a:r>
              <a:rPr sz="1125" b="0" i="0" lang="de-DE">
                <a:solidFill>
                  <a:srgbClr val="BBD7EA"/>
                </a:solidFill>
                <a:latin typeface="IBM Plex Sans"/>
              </a:rPr>
              <a:t>Test-RMSE gegenüber einem gleich abgestimmten, direkt auf kWh trainierten Random Forest</a:t>
            </a:r>
          </a:p>
          <a:p>
            <a:pPr algn="l">
              <a:lnSpc>
                <a:spcPts val="1575"/>
              </a:lnSpc>
            </a:pPr>
            <a:r>
              <a:rPr sz="1125" b="0" i="0" lang="de-DE">
                <a:solidFill>
                  <a:srgbClr val="FFFFFF"/>
                </a:solidFill>
                <a:latin typeface="Geist Mono"/>
              </a:rPr>
              <a:t>9.800 → 9.188 kWh</a:t>
            </a:r>
          </a:p>
        </p:txBody>
      </p:sp>
      <p:cxnSp>
        <p:nvCxnSpPr>
          <p:cNvPr id="84"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85" name="Logo" descr="image.png"/>
          <p:cNvPicPr>
            <a:picLocks noChangeAspect="1"/>
          </p:cNvPicPr>
          <p:nvPr/>
        </p:nvPicPr>
        <p:blipFill>
          <a:blip r:embed="rId14"/>
          <a:stretch>
            <a:fillRect/>
          </a:stretch>
        </p:blipFill>
        <p:spPr>
          <a:xfrm>
            <a:off x="685800" y="6400800"/>
            <a:ext cx="715863" cy="247650"/>
          </a:xfrm>
          <a:prstGeom prst="rect">
            <a:avLst/>
          </a:prstGeom>
        </p:spPr>
      </p:pic>
      <p:sp>
        <p:nvSpPr>
          <p:cNvPr id="86" name="TextBox 85"/>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87" name="Connector 86"/>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88" name="Scheibe chart-spline"/>
          <p:cNvGrpSpPr/>
          <p:nvPr/>
        </p:nvGrpSpPr>
        <p:grpSpPr>
          <a:xfrm>
            <a:off x="4516755" y="6419850"/>
            <a:ext cx="209550" cy="209550"/>
            <a:chOff x="4516755" y="6419850"/>
            <a:chExt cx="209550" cy="209550"/>
          </a:xfrm>
        </p:grpSpPr>
        <p:sp>
          <p:nvSpPr>
            <p:cNvPr id="89" name="Oval 88"/>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90" name="Picture 89" descr="chart-spline__FFFFFF.png"/>
            <p:cNvPicPr>
              <a:picLocks noChangeAspect="1"/>
            </p:cNvPicPr>
            <p:nvPr/>
          </p:nvPicPr>
          <p:blipFill>
            <a:blip r:embed="rId15"/>
            <a:stretch>
              <a:fillRect/>
            </a:stretch>
          </p:blipFill>
          <p:spPr>
            <a:xfrm>
              <a:off x="4567047" y="6470142"/>
              <a:ext cx="108966" cy="108966"/>
            </a:xfrm>
            <a:prstGeom prst="rect">
              <a:avLst/>
            </a:prstGeom>
          </p:spPr>
        </p:pic>
      </p:grpSp>
      <p:sp>
        <p:nvSpPr>
          <p:cNvPr id="91" name="TextBox 90"/>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92" name="TextBox 91"/>
          <p:cNvSpPr txBox="1"/>
          <p:nvPr/>
        </p:nvSpPr>
        <p:spPr>
          <a:xfrm>
            <a:off x="5000625" y="6438900"/>
            <a:ext cx="77933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Vorhersage</a:t>
            </a:r>
          </a:p>
        </p:txBody>
      </p:sp>
      <p:grpSp>
        <p:nvGrpSpPr>
          <p:cNvPr id="93" name="Scheibe trees"/>
          <p:cNvGrpSpPr/>
          <p:nvPr/>
        </p:nvGrpSpPr>
        <p:grpSpPr>
          <a:xfrm>
            <a:off x="5799010" y="6419850"/>
            <a:ext cx="209550" cy="209550"/>
            <a:chOff x="5799010" y="6419850"/>
            <a:chExt cx="209550" cy="209550"/>
          </a:xfrm>
        </p:grpSpPr>
        <p:sp>
          <p:nvSpPr>
            <p:cNvPr id="94" name="Oval 93"/>
            <p:cNvSpPr/>
            <p:nvPr/>
          </p:nvSpPr>
          <p:spPr>
            <a:xfrm>
              <a:off x="5799010" y="6419850"/>
              <a:ext cx="209550" cy="209550"/>
            </a:xfrm>
            <a:prstGeom prst="ellipse">
              <a:avLst/>
            </a:prstGeom>
            <a:solidFill>
              <a:srgbClr val="00718E"/>
            </a:solidFill>
            <a:ln>
              <a:noFill/>
            </a:ln>
            <a:effectLst/>
          </p:spPr>
          <p:txBody>
            <a:bodyPr rtlCol="0" anchor="ctr"/>
            <a:lstStyle/>
            <a:p>
              <a:pPr algn="ctr"/>
            </a:p>
          </p:txBody>
        </p:sp>
        <p:pic>
          <p:nvPicPr>
            <p:cNvPr id="95" name="Picture 94" descr="trees__FFFFFF.png"/>
            <p:cNvPicPr>
              <a:picLocks noChangeAspect="1"/>
            </p:cNvPicPr>
            <p:nvPr/>
          </p:nvPicPr>
          <p:blipFill>
            <a:blip r:embed="rId5"/>
            <a:stretch>
              <a:fillRect/>
            </a:stretch>
          </p:blipFill>
          <p:spPr>
            <a:xfrm>
              <a:off x="5849302" y="6470142"/>
              <a:ext cx="108966" cy="108966"/>
            </a:xfrm>
            <a:prstGeom prst="rect">
              <a:avLst/>
            </a:prstGeom>
          </p:spPr>
        </p:pic>
      </p:grpSp>
      <p:sp>
        <p:nvSpPr>
          <p:cNvPr id="96" name="TextBox 95"/>
          <p:cNvSpPr txBox="1"/>
          <p:nvPr/>
        </p:nvSpPr>
        <p:spPr>
          <a:xfrm>
            <a:off x="6065710"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97" name="TextBox 96"/>
          <p:cNvSpPr txBox="1"/>
          <p:nvPr/>
        </p:nvSpPr>
        <p:spPr>
          <a:xfrm>
            <a:off x="6282880" y="6438900"/>
            <a:ext cx="751332"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Lernansatz</a:t>
            </a:r>
          </a:p>
        </p:txBody>
      </p:sp>
      <p:sp>
        <p:nvSpPr>
          <p:cNvPr id="98" name="TextBox 97"/>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99"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ruler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Schlägt das Modell eine einfache Regel?</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Random Forest knapp vorn, einfache Regeln klar geschlagen</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9" name="Picture 8" descr="history__8A96A3.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aktiv"/>
          <p:cNvGrpSpPr/>
          <p:nvPr/>
        </p:nvGrpSpPr>
        <p:grpSpPr>
          <a:xfrm>
            <a:off x="9810750" y="390525"/>
            <a:ext cx="247650" cy="247650"/>
            <a:chOff x="9810750" y="390525"/>
            <a:chExt cx="247650" cy="247650"/>
          </a:xfrm>
        </p:grpSpPr>
        <p:sp>
          <p:nvSpPr>
            <p:cNvPr id="11" name="Oval 10"/>
            <p:cNvSpPr/>
            <p:nvPr/>
          </p:nvSpPr>
          <p:spPr>
            <a:xfrm>
              <a:off x="9810750" y="390525"/>
              <a:ext cx="247650" cy="247650"/>
            </a:xfrm>
            <a:prstGeom prst="ellipse">
              <a:avLst/>
            </a:prstGeom>
            <a:solidFill>
              <a:srgbClr val="084878"/>
            </a:solidFill>
            <a:ln>
              <a:noFill/>
            </a:ln>
            <a:effectLst/>
          </p:spPr>
          <p:txBody>
            <a:bodyPr rtlCol="0" anchor="ctr"/>
            <a:lstStyle/>
            <a:p>
              <a:pPr algn="ctr"/>
            </a:p>
          </p:txBody>
        </p:sp>
        <p:pic>
          <p:nvPicPr>
            <p:cNvPr id="12" name="Picture 11" descr="trees__FFFFFF.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aktiv"/>
          <p:cNvGrpSpPr/>
          <p:nvPr/>
        </p:nvGrpSpPr>
        <p:grpSpPr>
          <a:xfrm>
            <a:off x="10115550" y="390525"/>
            <a:ext cx="247650" cy="247650"/>
            <a:chOff x="10115550" y="390525"/>
            <a:chExt cx="247650" cy="247650"/>
          </a:xfrm>
        </p:grpSpPr>
        <p:sp>
          <p:nvSpPr>
            <p:cNvPr id="14" name="Oval 13"/>
            <p:cNvSpPr/>
            <p:nvPr/>
          </p:nvSpPr>
          <p:spPr>
            <a:xfrm>
              <a:off x="10115550" y="390525"/>
              <a:ext cx="247650" cy="247650"/>
            </a:xfrm>
            <a:prstGeom prst="ellipse">
              <a:avLst/>
            </a:prstGeom>
            <a:solidFill>
              <a:srgbClr val="084878"/>
            </a:solidFill>
            <a:ln>
              <a:noFill/>
            </a:ln>
            <a:effectLst/>
          </p:spPr>
          <p:txBody>
            <a:bodyPr rtlCol="0" anchor="ctr"/>
            <a:lstStyle/>
            <a:p>
              <a:pPr algn="ctr"/>
            </a:p>
          </p:txBody>
        </p:sp>
        <p:pic>
          <p:nvPicPr>
            <p:cNvPr id="15" name="Picture 14" descr="calculator__FFFFFF.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p:cNvGrpSpPr/>
          <p:nvPr/>
        </p:nvGrpSpPr>
        <p:grpSpPr>
          <a:xfrm>
            <a:off x="10656094" y="397669"/>
            <a:ext cx="233362" cy="233362"/>
            <a:chOff x="10656094" y="397669"/>
            <a:chExt cx="233362" cy="233362"/>
          </a:xfrm>
        </p:grpSpPr>
        <p:sp>
          <p:nvSpPr>
            <p:cNvPr id="17" name="Oval 16"/>
            <p:cNvSpPr/>
            <p:nvPr/>
          </p:nvSpPr>
          <p:spPr>
            <a:xfrm>
              <a:off x="10656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8" name="Picture 17" descr="gauge__8A96A3.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p:cNvGrpSpPr/>
          <p:nvPr/>
        </p:nvGrpSpPr>
        <p:grpSpPr>
          <a:xfrm>
            <a:off x="10960894" y="397669"/>
            <a:ext cx="233362" cy="233362"/>
            <a:chOff x="10960894" y="397669"/>
            <a:chExt cx="233362" cy="233362"/>
          </a:xfrm>
        </p:grpSpPr>
        <p:sp>
          <p:nvSpPr>
            <p:cNvPr id="20" name="Oval 19"/>
            <p:cNvSpPr/>
            <p:nvPr/>
          </p:nvSpPr>
          <p:spPr>
            <a:xfrm>
              <a:off x="10960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21" name="Picture 20" descr="diff__8A96A3.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p:cNvGrpSpPr/>
          <p:nvPr/>
        </p:nvGrpSpPr>
        <p:grpSpPr>
          <a:xfrm>
            <a:off x="11265694" y="397669"/>
            <a:ext cx="233362" cy="233362"/>
            <a:chOff x="11265694" y="397669"/>
            <a:chExt cx="233362" cy="233362"/>
          </a:xfrm>
        </p:grpSpPr>
        <p:sp>
          <p:nvSpPr>
            <p:cNvPr id="23" name="Oval 22"/>
            <p:cNvSpPr/>
            <p:nvPr/>
          </p:nvSpPr>
          <p:spPr>
            <a:xfrm>
              <a:off x="11265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24" name="Picture 23" descr="flag__8A96A3.png"/>
            <p:cNvPicPr>
              <a:picLocks noChangeAspect="1"/>
            </p:cNvPicPr>
            <p:nvPr/>
          </p:nvPicPr>
          <p:blipFill>
            <a:blip r:embed="rId9"/>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2–3 · Modell · Rückrechnung</a:t>
            </a:r>
          </a:p>
        </p:txBody>
      </p:sp>
      <p:sp>
        <p:nvSpPr>
          <p:cNvPr id="28" name="Rounded Rectangle 27"/>
          <p:cNvSpPr/>
          <p:nvPr/>
        </p:nvSpPr>
        <p:spPr>
          <a:xfrm>
            <a:off x="685800" y="1362075"/>
            <a:ext cx="5314950" cy="3126105"/>
          </a:xfrm>
          <a:prstGeom prst="roundRect">
            <a:avLst>
              <a:gd name="adj" fmla="val 3046"/>
            </a:avLst>
          </a:prstGeom>
          <a:solidFill>
            <a:srgbClr val="FFFFFF"/>
          </a:solidFill>
          <a:ln w="9525">
            <a:solidFill>
              <a:srgbClr val="D2DAE2"/>
            </a:solidFill>
          </a:ln>
          <a:effectLst/>
        </p:spPr>
        <p:txBody>
          <a:bodyPr rtlCol="0" anchor="ctr"/>
          <a:lstStyle/>
          <a:p>
            <a:pPr algn="ctr"/>
          </a:p>
        </p:txBody>
      </p:sp>
      <p:sp>
        <p:nvSpPr>
          <p:cNvPr id="29" name="TextBox 28"/>
          <p:cNvSpPr txBox="1"/>
          <p:nvPr/>
        </p:nvSpPr>
        <p:spPr>
          <a:xfrm>
            <a:off x="847725" y="1485900"/>
            <a:ext cx="49911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Auswahl · Ø RMSE über 3 zeitliche Folds 2024</a:t>
            </a:r>
          </a:p>
        </p:txBody>
      </p:sp>
      <p:graphicFrame>
        <p:nvGraphicFramePr>
          <p:cNvPr id="30" name="Diagramm Modellvergleich"/>
          <p:cNvGraphicFramePr>
            <a:graphicFrameLocks noGrp="1"/>
          </p:cNvGraphicFramePr>
          <p:nvPr/>
        </p:nvGraphicFramePr>
        <p:xfrm>
          <a:off x="2650232" y="2245727"/>
          <a:ext cx="2448975" cy="1747385"/>
        </p:xfrm>
        <a:graphic>
          <a:graphicData uri="http://schemas.openxmlformats.org/drawingml/2006/chart">
            <c:chart xmlns:c="http://schemas.openxmlformats.org/drawingml/2006/chart" r:id="rId10"/>
          </a:graphicData>
        </a:graphic>
      </p:graphicFrame>
      <p:cxnSp>
        <p:nvCxnSpPr>
          <p:cNvPr id="31" name="Connector 30"/>
          <p:cNvCxnSpPr/>
          <p:nvPr/>
        </p:nvCxnSpPr>
        <p:spPr>
          <a:xfrm>
            <a:off x="3493254" y="2492725"/>
            <a:ext cx="609436" cy="0"/>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493254" y="2435792"/>
            <a:ext cx="0" cy="113866"/>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02690" y="2435792"/>
            <a:ext cx="0" cy="113866"/>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sp>
        <p:nvSpPr>
          <p:cNvPr id="34" name="Fold 1 · Mai–Jun Random Forest 17538"/>
          <p:cNvSpPr/>
          <p:nvPr/>
        </p:nvSpPr>
        <p:spPr>
          <a:xfrm>
            <a:off x="4065031" y="2421559"/>
            <a:ext cx="142332" cy="142332"/>
          </a:xfrm>
          <a:prstGeom prst="diamond">
            <a:avLst/>
          </a:prstGeom>
          <a:solidFill>
            <a:srgbClr val="C77E11"/>
          </a:solidFill>
          <a:ln w="19050">
            <a:solidFill>
              <a:srgbClr val="FFFFFF"/>
            </a:solidFill>
          </a:ln>
          <a:effectLst/>
        </p:spPr>
        <p:txBody>
          <a:bodyPr rtlCol="0" anchor="ctr"/>
          <a:lstStyle/>
          <a:p>
            <a:pPr algn="ctr"/>
          </a:p>
        </p:txBody>
      </p:sp>
      <p:sp>
        <p:nvSpPr>
          <p:cNvPr id="35" name="Fold 2 · Jul–Aug Random Forest 8223"/>
          <p:cNvSpPr/>
          <p:nvPr/>
        </p:nvSpPr>
        <p:spPr>
          <a:xfrm>
            <a:off x="3326431" y="2421559"/>
            <a:ext cx="142332" cy="142332"/>
          </a:xfrm>
          <a:prstGeom prst="diamond">
            <a:avLst/>
          </a:prstGeom>
          <a:solidFill>
            <a:srgbClr val="0A5A93"/>
          </a:solidFill>
          <a:ln w="19050">
            <a:solidFill>
              <a:srgbClr val="FFFFFF"/>
            </a:solidFill>
          </a:ln>
          <a:effectLst/>
        </p:spPr>
        <p:txBody>
          <a:bodyPr rtlCol="0" anchor="ctr"/>
          <a:lstStyle/>
          <a:p>
            <a:pPr algn="ctr"/>
          </a:p>
        </p:txBody>
      </p:sp>
      <p:sp>
        <p:nvSpPr>
          <p:cNvPr id="36" name="Fold 3 · Sep–Okt Random Forest 14056"/>
          <p:cNvSpPr/>
          <p:nvPr/>
        </p:nvSpPr>
        <p:spPr>
          <a:xfrm>
            <a:off x="3788956" y="2421559"/>
            <a:ext cx="142332" cy="142332"/>
          </a:xfrm>
          <a:prstGeom prst="diamond">
            <a:avLst/>
          </a:prstGeom>
          <a:solidFill>
            <a:srgbClr val="3F9440"/>
          </a:solidFill>
          <a:ln w="19050">
            <a:solidFill>
              <a:srgbClr val="FFFFFF"/>
            </a:solidFill>
          </a:ln>
          <a:effectLst/>
        </p:spPr>
        <p:txBody>
          <a:bodyPr rtlCol="0" anchor="ctr"/>
          <a:lstStyle/>
          <a:p>
            <a:pPr algn="ctr"/>
          </a:p>
        </p:txBody>
      </p:sp>
      <p:cxnSp>
        <p:nvCxnSpPr>
          <p:cNvPr id="37" name="Connector 36"/>
          <p:cNvCxnSpPr/>
          <p:nvPr/>
        </p:nvCxnSpPr>
        <p:spPr>
          <a:xfrm>
            <a:off x="3552051" y="2834321"/>
            <a:ext cx="550623" cy="0"/>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552051" y="2777389"/>
            <a:ext cx="0" cy="113865"/>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02674" y="2777389"/>
            <a:ext cx="0" cy="113865"/>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sp>
        <p:nvSpPr>
          <p:cNvPr id="40" name="Fold 1 · Mai–Jun Lineare Regression 17834"/>
          <p:cNvSpPr/>
          <p:nvPr/>
        </p:nvSpPr>
        <p:spPr>
          <a:xfrm>
            <a:off x="4088540" y="2763155"/>
            <a:ext cx="142332" cy="142332"/>
          </a:xfrm>
          <a:prstGeom prst="diamond">
            <a:avLst/>
          </a:prstGeom>
          <a:solidFill>
            <a:srgbClr val="C77E11"/>
          </a:solidFill>
          <a:ln w="19050">
            <a:solidFill>
              <a:srgbClr val="FFFFFF"/>
            </a:solidFill>
          </a:ln>
          <a:effectLst/>
        </p:spPr>
        <p:txBody>
          <a:bodyPr rtlCol="0" anchor="ctr"/>
          <a:lstStyle/>
          <a:p>
            <a:pPr algn="ctr"/>
          </a:p>
        </p:txBody>
      </p:sp>
      <p:sp>
        <p:nvSpPr>
          <p:cNvPr id="41" name="Fold 2 · Jul–Aug Lineare Regression 9332"/>
          <p:cNvSpPr/>
          <p:nvPr/>
        </p:nvSpPr>
        <p:spPr>
          <a:xfrm>
            <a:off x="3414368" y="2763155"/>
            <a:ext cx="142332" cy="142332"/>
          </a:xfrm>
          <a:prstGeom prst="diamond">
            <a:avLst/>
          </a:prstGeom>
          <a:solidFill>
            <a:srgbClr val="0A5A93"/>
          </a:solidFill>
          <a:ln w="19050">
            <a:solidFill>
              <a:srgbClr val="FFFFFF"/>
            </a:solidFill>
          </a:ln>
          <a:effectLst/>
        </p:spPr>
        <p:txBody>
          <a:bodyPr rtlCol="0" anchor="ctr"/>
          <a:lstStyle/>
          <a:p>
            <a:pPr algn="ctr"/>
          </a:p>
        </p:txBody>
      </p:sp>
      <p:sp>
        <p:nvSpPr>
          <p:cNvPr id="42" name="Fold 3 · Sep–Okt Lineare Regression 13763"/>
          <p:cNvSpPr/>
          <p:nvPr/>
        </p:nvSpPr>
        <p:spPr>
          <a:xfrm>
            <a:off x="3765681" y="2763155"/>
            <a:ext cx="142332" cy="142332"/>
          </a:xfrm>
          <a:prstGeom prst="diamond">
            <a:avLst/>
          </a:prstGeom>
          <a:solidFill>
            <a:srgbClr val="3F9440"/>
          </a:solidFill>
          <a:ln w="19050">
            <a:solidFill>
              <a:srgbClr val="FFFFFF"/>
            </a:solidFill>
          </a:ln>
          <a:effectLst/>
        </p:spPr>
        <p:txBody>
          <a:bodyPr rtlCol="0" anchor="ctr"/>
          <a:lstStyle/>
          <a:p>
            <a:pPr algn="ctr"/>
          </a:p>
        </p:txBody>
      </p:sp>
      <p:cxnSp>
        <p:nvCxnSpPr>
          <p:cNvPr id="43" name="Connector 42"/>
          <p:cNvCxnSpPr/>
          <p:nvPr/>
        </p:nvCxnSpPr>
        <p:spPr>
          <a:xfrm>
            <a:off x="3729861" y="3175917"/>
            <a:ext cx="486829" cy="0"/>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729861" y="3118985"/>
            <a:ext cx="0" cy="113865"/>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216690" y="3118985"/>
            <a:ext cx="0" cy="113865"/>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sp>
        <p:nvSpPr>
          <p:cNvPr id="46" name="Fold 1 · Mai–Jun Bis-zu-3-Monats-Mittel 19633"/>
          <p:cNvSpPr/>
          <p:nvPr/>
        </p:nvSpPr>
        <p:spPr>
          <a:xfrm>
            <a:off x="4231233" y="3104752"/>
            <a:ext cx="142332" cy="142332"/>
          </a:xfrm>
          <a:prstGeom prst="diamond">
            <a:avLst/>
          </a:prstGeom>
          <a:solidFill>
            <a:srgbClr val="C77E11"/>
          </a:solidFill>
          <a:ln w="19050">
            <a:solidFill>
              <a:srgbClr val="FFFFFF"/>
            </a:solidFill>
          </a:ln>
          <a:effectLst/>
        </p:spPr>
        <p:txBody>
          <a:bodyPr rtlCol="0" anchor="ctr"/>
          <a:lstStyle/>
          <a:p>
            <a:pPr algn="ctr"/>
          </a:p>
        </p:txBody>
      </p:sp>
      <p:sp>
        <p:nvSpPr>
          <p:cNvPr id="47" name="Fold 2 · Jul–Aug Bis-zu-3-Monats-Mittel 12306"/>
          <p:cNvSpPr/>
          <p:nvPr/>
        </p:nvSpPr>
        <p:spPr>
          <a:xfrm>
            <a:off x="3650172" y="3104752"/>
            <a:ext cx="142332" cy="142332"/>
          </a:xfrm>
          <a:prstGeom prst="diamond">
            <a:avLst/>
          </a:prstGeom>
          <a:solidFill>
            <a:srgbClr val="0A5A93"/>
          </a:solidFill>
          <a:ln w="19050">
            <a:solidFill>
              <a:srgbClr val="FFFFFF"/>
            </a:solidFill>
          </a:ln>
          <a:effectLst/>
        </p:spPr>
        <p:txBody>
          <a:bodyPr rtlCol="0" anchor="ctr"/>
          <a:lstStyle/>
          <a:p>
            <a:pPr algn="ctr"/>
          </a:p>
        </p:txBody>
      </p:sp>
      <p:sp>
        <p:nvSpPr>
          <p:cNvPr id="48" name="Fold 3 · Sep–Okt Bis-zu-3-Monats-Mittel 14510"/>
          <p:cNvSpPr/>
          <p:nvPr/>
        </p:nvSpPr>
        <p:spPr>
          <a:xfrm>
            <a:off x="3824924" y="3104752"/>
            <a:ext cx="142332" cy="142332"/>
          </a:xfrm>
          <a:prstGeom prst="diamond">
            <a:avLst/>
          </a:prstGeom>
          <a:solidFill>
            <a:srgbClr val="3F9440"/>
          </a:solidFill>
          <a:ln w="19050">
            <a:solidFill>
              <a:srgbClr val="FFFFFF"/>
            </a:solidFill>
          </a:ln>
          <a:effectLst/>
        </p:spPr>
        <p:txBody>
          <a:bodyPr rtlCol="0" anchor="ctr"/>
          <a:lstStyle/>
          <a:p>
            <a:pPr algn="ctr"/>
          </a:p>
        </p:txBody>
      </p:sp>
      <p:cxnSp>
        <p:nvCxnSpPr>
          <p:cNvPr id="49" name="Connector 48"/>
          <p:cNvCxnSpPr/>
          <p:nvPr/>
        </p:nvCxnSpPr>
        <p:spPr>
          <a:xfrm>
            <a:off x="3704549" y="3517514"/>
            <a:ext cx="1009664" cy="0"/>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704549" y="3460581"/>
            <a:ext cx="0" cy="113865"/>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714213" y="3460581"/>
            <a:ext cx="0" cy="113865"/>
          </a:xfrm>
          <a:prstGeom prst="line">
            <a:avLst/>
          </a:prstGeom>
          <a:ln w="14287">
            <a:solidFill>
              <a:srgbClr val="4E5A68"/>
            </a:solidFill>
          </a:ln>
        </p:spPr>
        <p:style>
          <a:lnRef idx="2">
            <a:schemeClr val="accent1"/>
          </a:lnRef>
          <a:fillRef idx="0">
            <a:schemeClr val="accent1"/>
          </a:fillRef>
          <a:effectRef idx="1">
            <a:schemeClr val="accent1"/>
          </a:effectRef>
          <a:fontRef idx="minor">
            <a:schemeClr val="tx1"/>
          </a:fontRef>
        </p:style>
      </p:cxnSp>
      <p:sp>
        <p:nvSpPr>
          <p:cNvPr id="52" name="Fold 1 · Mai–Jun Vormonat 26814"/>
          <p:cNvSpPr/>
          <p:nvPr/>
        </p:nvSpPr>
        <p:spPr>
          <a:xfrm>
            <a:off x="4800674" y="3446348"/>
            <a:ext cx="142332" cy="142332"/>
          </a:xfrm>
          <a:prstGeom prst="diamond">
            <a:avLst/>
          </a:prstGeom>
          <a:solidFill>
            <a:srgbClr val="C77E11"/>
          </a:solidFill>
          <a:ln w="19050">
            <a:solidFill>
              <a:srgbClr val="FFFFFF"/>
            </a:solidFill>
          </a:ln>
          <a:effectLst/>
        </p:spPr>
        <p:txBody>
          <a:bodyPr rtlCol="0" anchor="ctr"/>
          <a:lstStyle/>
          <a:p>
            <a:pPr algn="ctr"/>
          </a:p>
        </p:txBody>
      </p:sp>
      <p:sp>
        <p:nvSpPr>
          <p:cNvPr id="53" name="Fold 2 · Jul–Aug Vormonat 11376"/>
          <p:cNvSpPr/>
          <p:nvPr/>
        </p:nvSpPr>
        <p:spPr>
          <a:xfrm>
            <a:off x="3576456" y="3446348"/>
            <a:ext cx="142332" cy="142332"/>
          </a:xfrm>
          <a:prstGeom prst="diamond">
            <a:avLst/>
          </a:prstGeom>
          <a:solidFill>
            <a:srgbClr val="0A5A93"/>
          </a:solidFill>
          <a:ln w="19050">
            <a:solidFill>
              <a:srgbClr val="FFFFFF"/>
            </a:solidFill>
          </a:ln>
          <a:effectLst/>
        </p:spPr>
        <p:txBody>
          <a:bodyPr rtlCol="0" anchor="ctr"/>
          <a:lstStyle/>
          <a:p>
            <a:pPr algn="ctr"/>
          </a:p>
        </p:txBody>
      </p:sp>
      <p:sp>
        <p:nvSpPr>
          <p:cNvPr id="54" name="Fold 3 · Sep–Okt Vormonat 17191"/>
          <p:cNvSpPr/>
          <p:nvPr/>
        </p:nvSpPr>
        <p:spPr>
          <a:xfrm>
            <a:off x="4037515" y="3446348"/>
            <a:ext cx="142332" cy="142332"/>
          </a:xfrm>
          <a:prstGeom prst="diamond">
            <a:avLst/>
          </a:prstGeom>
          <a:solidFill>
            <a:srgbClr val="3F9440"/>
          </a:solidFill>
          <a:ln w="19050">
            <a:solidFill>
              <a:srgbClr val="FFFFFF"/>
            </a:solidFill>
          </a:ln>
          <a:effectLst/>
        </p:spPr>
        <p:txBody>
          <a:bodyPr rtlCol="0" anchor="ctr"/>
          <a:lstStyle/>
          <a:p>
            <a:pPr algn="ctr"/>
          </a:p>
        </p:txBody>
      </p:sp>
      <p:sp>
        <p:nvSpPr>
          <p:cNvPr id="55" name="TextBox 54"/>
          <p:cNvSpPr txBox="1"/>
          <p:nvPr/>
        </p:nvSpPr>
        <p:spPr>
          <a:xfrm>
            <a:off x="1928135" y="3789130"/>
            <a:ext cx="684503" cy="185031"/>
          </a:xfrm>
          <a:prstGeom prst="rect">
            <a:avLst/>
          </a:prstGeom>
          <a:noFill/>
        </p:spPr>
        <p:txBody>
          <a:bodyPr wrap="none" lIns="0" rIns="0" tIns="0" bIns="0" anchor="t">
            <a:noAutofit/>
          </a:bodyPr>
          <a:lstStyle/>
          <a:p>
            <a:pPr algn="r">
              <a:lnSpc>
                <a:spcPts val="1456"/>
              </a:lnSpc>
            </a:pPr>
            <a:r>
              <a:rPr sz="1120" b="0" i="0" lang="de-DE">
                <a:solidFill>
                  <a:srgbClr val="657383"/>
                </a:solidFill>
                <a:latin typeface="IBM Plex Sans"/>
              </a:rPr>
              <a:t>Tsd. kWh</a:t>
            </a:r>
          </a:p>
        </p:txBody>
      </p:sp>
      <p:sp>
        <p:nvSpPr>
          <p:cNvPr id="56" name="Freeform 55"/>
          <p:cNvSpPr/>
          <p:nvPr/>
        </p:nvSpPr>
        <p:spPr>
          <a:xfrm>
            <a:off x="857214" y="1809533"/>
            <a:ext cx="132843" cy="132843"/>
          </a:xfrm>
          <a:custGeom>
            <a:avLst/>
            <a:gdLst/>
            <a:ahLst/>
            <a:cxnLst/>
            <a:rect l="l" t="t" r="r" b="b"/>
            <a:pathLst>
              <a:path w="132843" h="132843">
                <a:moveTo>
                  <a:pt x="66421" y="0"/>
                </a:moveTo>
                <a:lnTo>
                  <a:pt x="132843" y="66421"/>
                </a:lnTo>
                <a:lnTo>
                  <a:pt x="66421" y="132843"/>
                </a:lnTo>
                <a:lnTo>
                  <a:pt x="0" y="66421"/>
                </a:lnTo>
                <a:close/>
              </a:path>
            </a:pathLst>
          </a:custGeom>
          <a:solidFill>
            <a:srgbClr val="C77E11"/>
          </a:solidFill>
          <a:ln w="18977">
            <a:solidFill>
              <a:srgbClr val="FFFFFF"/>
            </a:solidFill>
          </a:ln>
          <a:effectLst/>
        </p:spPr>
        <p:txBody>
          <a:bodyPr rtlCol="0" anchor="ctr"/>
          <a:lstStyle/>
          <a:p>
            <a:pPr algn="ctr"/>
          </a:p>
        </p:txBody>
      </p:sp>
      <p:sp>
        <p:nvSpPr>
          <p:cNvPr id="57" name="TextBox 56"/>
          <p:cNvSpPr txBox="1"/>
          <p:nvPr/>
        </p:nvSpPr>
        <p:spPr>
          <a:xfrm>
            <a:off x="1056478" y="1777508"/>
            <a:ext cx="1155622" cy="185031"/>
          </a:xfrm>
          <a:prstGeom prst="rect">
            <a:avLst/>
          </a:prstGeom>
          <a:noFill/>
        </p:spPr>
        <p:txBody>
          <a:bodyPr wrap="none" lIns="0" rIns="0" tIns="0" bIns="0" anchor="t">
            <a:noAutofit/>
          </a:bodyPr>
          <a:lstStyle/>
          <a:p>
            <a:pPr algn="l">
              <a:lnSpc>
                <a:spcPts val="1456"/>
              </a:lnSpc>
            </a:pPr>
            <a:r>
              <a:rPr sz="1120" b="0" i="0" lang="de-DE">
                <a:solidFill>
                  <a:srgbClr val="4E5A68"/>
                </a:solidFill>
                <a:latin typeface="IBM Plex Sans"/>
              </a:rPr>
              <a:t>Fold 1 · Mai–Jun</a:t>
            </a:r>
          </a:p>
        </p:txBody>
      </p:sp>
      <p:sp>
        <p:nvSpPr>
          <p:cNvPr id="58" name="Freeform 57"/>
          <p:cNvSpPr/>
          <p:nvPr/>
        </p:nvSpPr>
        <p:spPr>
          <a:xfrm>
            <a:off x="2451329" y="1809533"/>
            <a:ext cx="132843" cy="132843"/>
          </a:xfrm>
          <a:custGeom>
            <a:avLst/>
            <a:gdLst/>
            <a:ahLst/>
            <a:cxnLst/>
            <a:rect l="l" t="t" r="r" b="b"/>
            <a:pathLst>
              <a:path w="132843" h="132843">
                <a:moveTo>
                  <a:pt x="66422" y="0"/>
                </a:moveTo>
                <a:lnTo>
                  <a:pt x="132843" y="66421"/>
                </a:lnTo>
                <a:lnTo>
                  <a:pt x="66422" y="132843"/>
                </a:lnTo>
                <a:lnTo>
                  <a:pt x="0" y="66421"/>
                </a:lnTo>
                <a:close/>
              </a:path>
            </a:pathLst>
          </a:custGeom>
          <a:solidFill>
            <a:srgbClr val="0A5A93"/>
          </a:solidFill>
          <a:ln w="18977">
            <a:solidFill>
              <a:srgbClr val="FFFFFF"/>
            </a:solidFill>
          </a:ln>
          <a:effectLst/>
        </p:spPr>
        <p:txBody>
          <a:bodyPr rtlCol="0" anchor="ctr"/>
          <a:lstStyle/>
          <a:p>
            <a:pPr algn="ctr"/>
          </a:p>
        </p:txBody>
      </p:sp>
      <p:sp>
        <p:nvSpPr>
          <p:cNvPr id="59" name="TextBox 58"/>
          <p:cNvSpPr txBox="1"/>
          <p:nvPr/>
        </p:nvSpPr>
        <p:spPr>
          <a:xfrm>
            <a:off x="2650594" y="1777508"/>
            <a:ext cx="1134272" cy="185031"/>
          </a:xfrm>
          <a:prstGeom prst="rect">
            <a:avLst/>
          </a:prstGeom>
          <a:noFill/>
        </p:spPr>
        <p:txBody>
          <a:bodyPr wrap="none" lIns="0" rIns="0" tIns="0" bIns="0" anchor="t">
            <a:noAutofit/>
          </a:bodyPr>
          <a:lstStyle/>
          <a:p>
            <a:pPr algn="l">
              <a:lnSpc>
                <a:spcPts val="1456"/>
              </a:lnSpc>
            </a:pPr>
            <a:r>
              <a:rPr sz="1120" b="0" i="0" lang="de-DE">
                <a:solidFill>
                  <a:srgbClr val="4E5A68"/>
                </a:solidFill>
                <a:latin typeface="IBM Plex Sans"/>
              </a:rPr>
              <a:t>Fold 2 · Jul–Aug</a:t>
            </a:r>
          </a:p>
        </p:txBody>
      </p:sp>
      <p:sp>
        <p:nvSpPr>
          <p:cNvPr id="60" name="Freeform 59"/>
          <p:cNvSpPr/>
          <p:nvPr/>
        </p:nvSpPr>
        <p:spPr>
          <a:xfrm>
            <a:off x="4045445" y="1809533"/>
            <a:ext cx="132843" cy="132843"/>
          </a:xfrm>
          <a:custGeom>
            <a:avLst/>
            <a:gdLst/>
            <a:ahLst/>
            <a:cxnLst/>
            <a:rect l="l" t="t" r="r" b="b"/>
            <a:pathLst>
              <a:path w="132843" h="132843">
                <a:moveTo>
                  <a:pt x="66421" y="0"/>
                </a:moveTo>
                <a:lnTo>
                  <a:pt x="132843" y="66421"/>
                </a:lnTo>
                <a:lnTo>
                  <a:pt x="66421" y="132843"/>
                </a:lnTo>
                <a:lnTo>
                  <a:pt x="0" y="66421"/>
                </a:lnTo>
                <a:close/>
              </a:path>
            </a:pathLst>
          </a:custGeom>
          <a:solidFill>
            <a:srgbClr val="3F9440"/>
          </a:solidFill>
          <a:ln w="18977">
            <a:solidFill>
              <a:srgbClr val="FFFFFF"/>
            </a:solidFill>
          </a:ln>
          <a:effectLst/>
        </p:spPr>
        <p:txBody>
          <a:bodyPr rtlCol="0" anchor="ctr"/>
          <a:lstStyle/>
          <a:p>
            <a:pPr algn="ctr"/>
          </a:p>
        </p:txBody>
      </p:sp>
      <p:sp>
        <p:nvSpPr>
          <p:cNvPr id="61" name="TextBox 60"/>
          <p:cNvSpPr txBox="1"/>
          <p:nvPr/>
        </p:nvSpPr>
        <p:spPr>
          <a:xfrm>
            <a:off x="4244709" y="1777508"/>
            <a:ext cx="1164161" cy="185031"/>
          </a:xfrm>
          <a:prstGeom prst="rect">
            <a:avLst/>
          </a:prstGeom>
          <a:noFill/>
        </p:spPr>
        <p:txBody>
          <a:bodyPr wrap="none" lIns="0" rIns="0" tIns="0" bIns="0" anchor="t">
            <a:noAutofit/>
          </a:bodyPr>
          <a:lstStyle/>
          <a:p>
            <a:pPr algn="l">
              <a:lnSpc>
                <a:spcPts val="1456"/>
              </a:lnSpc>
            </a:pPr>
            <a:r>
              <a:rPr sz="1120" b="0" i="0" lang="de-DE">
                <a:solidFill>
                  <a:srgbClr val="4E5A68"/>
                </a:solidFill>
                <a:latin typeface="IBM Plex Sans"/>
              </a:rPr>
              <a:t>Fold 3 · Sep–Okt</a:t>
            </a:r>
          </a:p>
        </p:txBody>
      </p:sp>
      <p:sp>
        <p:nvSpPr>
          <p:cNvPr id="62" name="TextBox 61"/>
          <p:cNvSpPr txBox="1"/>
          <p:nvPr/>
        </p:nvSpPr>
        <p:spPr>
          <a:xfrm>
            <a:off x="5221217" y="2043194"/>
            <a:ext cx="617608" cy="185031"/>
          </a:xfrm>
          <a:prstGeom prst="rect">
            <a:avLst/>
          </a:prstGeom>
          <a:noFill/>
        </p:spPr>
        <p:txBody>
          <a:bodyPr wrap="none" lIns="0" rIns="0" tIns="0" bIns="0" anchor="t">
            <a:noAutofit/>
          </a:bodyPr>
          <a:lstStyle/>
          <a:p>
            <a:pPr algn="r">
              <a:lnSpc>
                <a:spcPts val="1456"/>
              </a:lnSpc>
            </a:pPr>
            <a:r>
              <a:rPr sz="1120" b="1" i="0" lang="de-DE">
                <a:solidFill>
                  <a:srgbClr val="657383"/>
                </a:solidFill>
                <a:latin typeface="IBM Plex Sans"/>
              </a:rPr>
              <a:t>Ø RMSE</a:t>
            </a:r>
          </a:p>
        </p:txBody>
      </p:sp>
      <p:sp>
        <p:nvSpPr>
          <p:cNvPr id="63" name="TextBox 62"/>
          <p:cNvSpPr txBox="1"/>
          <p:nvPr/>
        </p:nvSpPr>
        <p:spPr>
          <a:xfrm>
            <a:off x="1434908" y="2384553"/>
            <a:ext cx="1177730" cy="197367"/>
          </a:xfrm>
          <a:prstGeom prst="rect">
            <a:avLst/>
          </a:prstGeom>
          <a:noFill/>
        </p:spPr>
        <p:txBody>
          <a:bodyPr wrap="none" lIns="0" rIns="0" tIns="0" bIns="0" anchor="t">
            <a:noAutofit/>
          </a:bodyPr>
          <a:lstStyle/>
          <a:p>
            <a:pPr algn="r">
              <a:lnSpc>
                <a:spcPts val="1554"/>
              </a:lnSpc>
            </a:pPr>
            <a:r>
              <a:rPr sz="1195" b="1" i="0" lang="de-DE">
                <a:solidFill>
                  <a:srgbClr val="141A21"/>
                </a:solidFill>
                <a:latin typeface="IBM Plex Sans"/>
              </a:rPr>
              <a:t>Random Forest</a:t>
            </a:r>
          </a:p>
        </p:txBody>
      </p:sp>
      <p:sp>
        <p:nvSpPr>
          <p:cNvPr id="64" name="TextBox 63"/>
          <p:cNvSpPr txBox="1"/>
          <p:nvPr/>
        </p:nvSpPr>
        <p:spPr>
          <a:xfrm>
            <a:off x="5162861" y="2387542"/>
            <a:ext cx="675964"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13.272</a:t>
            </a:r>
          </a:p>
        </p:txBody>
      </p:sp>
      <p:sp>
        <p:nvSpPr>
          <p:cNvPr id="65" name="TextBox 64"/>
          <p:cNvSpPr txBox="1"/>
          <p:nvPr/>
        </p:nvSpPr>
        <p:spPr>
          <a:xfrm>
            <a:off x="1217805" y="2726149"/>
            <a:ext cx="1394834"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Lineare Regression</a:t>
            </a:r>
          </a:p>
        </p:txBody>
      </p:sp>
      <p:sp>
        <p:nvSpPr>
          <p:cNvPr id="66" name="TextBox 65"/>
          <p:cNvSpPr txBox="1"/>
          <p:nvPr/>
        </p:nvSpPr>
        <p:spPr>
          <a:xfrm>
            <a:off x="5162861" y="2729138"/>
            <a:ext cx="675964"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13.643</a:t>
            </a:r>
          </a:p>
        </p:txBody>
      </p:sp>
      <p:sp>
        <p:nvSpPr>
          <p:cNvPr id="67" name="TextBox 66"/>
          <p:cNvSpPr txBox="1"/>
          <p:nvPr/>
        </p:nvSpPr>
        <p:spPr>
          <a:xfrm>
            <a:off x="921755" y="3067745"/>
            <a:ext cx="1690884"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Bis-zu-3-Monats-Mittel</a:t>
            </a:r>
          </a:p>
        </p:txBody>
      </p:sp>
      <p:sp>
        <p:nvSpPr>
          <p:cNvPr id="68" name="TextBox 67"/>
          <p:cNvSpPr txBox="1"/>
          <p:nvPr/>
        </p:nvSpPr>
        <p:spPr>
          <a:xfrm>
            <a:off x="5162861" y="3070734"/>
            <a:ext cx="675964"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15.483</a:t>
            </a:r>
          </a:p>
        </p:txBody>
      </p:sp>
      <p:sp>
        <p:nvSpPr>
          <p:cNvPr id="69" name="TextBox 68"/>
          <p:cNvSpPr txBox="1"/>
          <p:nvPr/>
        </p:nvSpPr>
        <p:spPr>
          <a:xfrm>
            <a:off x="1846342" y="3409342"/>
            <a:ext cx="766297"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Vormonat</a:t>
            </a:r>
          </a:p>
        </p:txBody>
      </p:sp>
      <p:sp>
        <p:nvSpPr>
          <p:cNvPr id="70" name="TextBox 69"/>
          <p:cNvSpPr txBox="1"/>
          <p:nvPr/>
        </p:nvSpPr>
        <p:spPr>
          <a:xfrm>
            <a:off x="5162861" y="3412331"/>
            <a:ext cx="675964"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18.460</a:t>
            </a:r>
          </a:p>
        </p:txBody>
      </p:sp>
      <p:sp>
        <p:nvSpPr>
          <p:cNvPr id="71" name="TextBox 70"/>
          <p:cNvSpPr txBox="1"/>
          <p:nvPr/>
        </p:nvSpPr>
        <p:spPr>
          <a:xfrm>
            <a:off x="847725" y="4068128"/>
            <a:ext cx="5048250" cy="180975"/>
          </a:xfrm>
          <a:prstGeom prst="rect">
            <a:avLst/>
          </a:prstGeom>
          <a:noFill/>
        </p:spPr>
        <p:txBody>
          <a:bodyPr wrap="square" lIns="0" rIns="0" tIns="0" bIns="0" anchor="t">
            <a:noAutofit/>
          </a:bodyPr>
          <a:lstStyle/>
          <a:p>
            <a:pPr algn="l">
              <a:lnSpc>
                <a:spcPts val="1417"/>
              </a:lnSpc>
            </a:pPr>
            <a:r>
              <a:rPr sz="1050" b="0" i="0" lang="de-DE">
                <a:solidFill>
                  <a:srgbClr val="4E5A68"/>
                </a:solidFill>
                <a:latin typeface="IBM Plex Sans"/>
              </a:rPr>
              <a:t>Fold 1 liegt überall am höchsten und zieht jeden Mittelwert hoch. Strich = ±1 Std.</a:t>
            </a:r>
          </a:p>
        </p:txBody>
      </p:sp>
      <p:sp>
        <p:nvSpPr>
          <p:cNvPr id="72" name="Rounded Rectangle 71"/>
          <p:cNvSpPr/>
          <p:nvPr/>
        </p:nvSpPr>
        <p:spPr>
          <a:xfrm>
            <a:off x="6191250" y="1362075"/>
            <a:ext cx="5314950" cy="3126105"/>
          </a:xfrm>
          <a:prstGeom prst="roundRect">
            <a:avLst>
              <a:gd name="adj" fmla="val 3046"/>
            </a:avLst>
          </a:prstGeom>
          <a:solidFill>
            <a:srgbClr val="FFFFFF"/>
          </a:solidFill>
          <a:ln w="9525">
            <a:solidFill>
              <a:srgbClr val="D2DAE2"/>
            </a:solidFill>
          </a:ln>
          <a:effectLst/>
        </p:spPr>
        <p:txBody>
          <a:bodyPr rtlCol="0" anchor="ctr"/>
          <a:lstStyle/>
          <a:p>
            <a:pPr algn="ctr"/>
          </a:p>
        </p:txBody>
      </p:sp>
      <p:sp>
        <p:nvSpPr>
          <p:cNvPr id="73" name="TextBox 72"/>
          <p:cNvSpPr txBox="1"/>
          <p:nvPr/>
        </p:nvSpPr>
        <p:spPr>
          <a:xfrm>
            <a:off x="6353175" y="1485900"/>
            <a:ext cx="49911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Bestätigung · RMSE im Testjahr 2025</a:t>
            </a:r>
          </a:p>
        </p:txBody>
      </p:sp>
      <p:graphicFrame>
        <p:nvGraphicFramePr>
          <p:cNvPr id="74" name="Diagramm Modellvergleich"/>
          <p:cNvGraphicFramePr>
            <a:graphicFrameLocks noGrp="1"/>
          </p:cNvGraphicFramePr>
          <p:nvPr/>
        </p:nvGraphicFramePr>
        <p:xfrm>
          <a:off x="8155682" y="2245727"/>
          <a:ext cx="2448975" cy="1747385"/>
        </p:xfrm>
        <a:graphic>
          <a:graphicData uri="http://schemas.openxmlformats.org/drawingml/2006/chart">
            <c:chart xmlns:c="http://schemas.openxmlformats.org/drawingml/2006/chart" r:id="rId11"/>
          </a:graphicData>
        </a:graphic>
      </p:graphicFrame>
      <p:sp>
        <p:nvSpPr>
          <p:cNvPr id="75" name="TextBox 74"/>
          <p:cNvSpPr txBox="1"/>
          <p:nvPr/>
        </p:nvSpPr>
        <p:spPr>
          <a:xfrm>
            <a:off x="7433585" y="3789130"/>
            <a:ext cx="684503" cy="185031"/>
          </a:xfrm>
          <a:prstGeom prst="rect">
            <a:avLst/>
          </a:prstGeom>
          <a:noFill/>
        </p:spPr>
        <p:txBody>
          <a:bodyPr wrap="none" lIns="0" rIns="0" tIns="0" bIns="0" anchor="t">
            <a:noAutofit/>
          </a:bodyPr>
          <a:lstStyle/>
          <a:p>
            <a:pPr algn="r">
              <a:lnSpc>
                <a:spcPts val="1456"/>
              </a:lnSpc>
            </a:pPr>
            <a:r>
              <a:rPr sz="1120" b="0" i="0" lang="de-DE">
                <a:solidFill>
                  <a:srgbClr val="657383"/>
                </a:solidFill>
                <a:latin typeface="IBM Plex Sans"/>
              </a:rPr>
              <a:t>Tsd. kWh</a:t>
            </a:r>
          </a:p>
        </p:txBody>
      </p:sp>
      <p:sp>
        <p:nvSpPr>
          <p:cNvPr id="76" name="TextBox 75"/>
          <p:cNvSpPr txBox="1"/>
          <p:nvPr/>
        </p:nvSpPr>
        <p:spPr>
          <a:xfrm>
            <a:off x="10486127" y="2043194"/>
            <a:ext cx="858148" cy="185031"/>
          </a:xfrm>
          <a:prstGeom prst="rect">
            <a:avLst/>
          </a:prstGeom>
          <a:noFill/>
        </p:spPr>
        <p:txBody>
          <a:bodyPr wrap="none" lIns="0" rIns="0" tIns="0" bIns="0" anchor="t">
            <a:noAutofit/>
          </a:bodyPr>
          <a:lstStyle/>
          <a:p>
            <a:pPr algn="r">
              <a:lnSpc>
                <a:spcPts val="1456"/>
              </a:lnSpc>
            </a:pPr>
            <a:r>
              <a:rPr sz="1120" b="1" i="0" lang="de-DE">
                <a:solidFill>
                  <a:srgbClr val="657383"/>
                </a:solidFill>
                <a:latin typeface="IBM Plex Sans"/>
              </a:rPr>
              <a:t>RMSE 2025</a:t>
            </a:r>
          </a:p>
        </p:txBody>
      </p:sp>
      <p:sp>
        <p:nvSpPr>
          <p:cNvPr id="77" name="TextBox 76"/>
          <p:cNvSpPr txBox="1"/>
          <p:nvPr/>
        </p:nvSpPr>
        <p:spPr>
          <a:xfrm>
            <a:off x="6353175" y="1777508"/>
            <a:ext cx="1527107" cy="185031"/>
          </a:xfrm>
          <a:prstGeom prst="rect">
            <a:avLst/>
          </a:prstGeom>
          <a:noFill/>
        </p:spPr>
        <p:txBody>
          <a:bodyPr wrap="none" lIns="0" rIns="0" tIns="0" bIns="0" anchor="t">
            <a:noAutofit/>
          </a:bodyPr>
          <a:lstStyle/>
          <a:p>
            <a:pPr algn="l">
              <a:lnSpc>
                <a:spcPts val="1456"/>
              </a:lnSpc>
            </a:pPr>
            <a:r>
              <a:rPr sz="1120" b="0" i="0" lang="de-DE">
                <a:solidFill>
                  <a:srgbClr val="657383"/>
                </a:solidFill>
                <a:latin typeface="IBM Plex Sans"/>
              </a:rPr>
              <a:t>gleiche Skala wie links</a:t>
            </a:r>
          </a:p>
        </p:txBody>
      </p:sp>
      <p:sp>
        <p:nvSpPr>
          <p:cNvPr id="78" name="TextBox 77"/>
          <p:cNvSpPr txBox="1"/>
          <p:nvPr/>
        </p:nvSpPr>
        <p:spPr>
          <a:xfrm>
            <a:off x="6940358" y="2384553"/>
            <a:ext cx="1177730" cy="197367"/>
          </a:xfrm>
          <a:prstGeom prst="rect">
            <a:avLst/>
          </a:prstGeom>
          <a:noFill/>
        </p:spPr>
        <p:txBody>
          <a:bodyPr wrap="none" lIns="0" rIns="0" tIns="0" bIns="0" anchor="t">
            <a:noAutofit/>
          </a:bodyPr>
          <a:lstStyle/>
          <a:p>
            <a:pPr algn="r">
              <a:lnSpc>
                <a:spcPts val="1554"/>
              </a:lnSpc>
            </a:pPr>
            <a:r>
              <a:rPr sz="1195" b="1" i="0" lang="de-DE">
                <a:solidFill>
                  <a:srgbClr val="141A21"/>
                </a:solidFill>
                <a:latin typeface="IBM Plex Sans"/>
              </a:rPr>
              <a:t>Random Forest</a:t>
            </a:r>
          </a:p>
        </p:txBody>
      </p:sp>
      <p:sp>
        <p:nvSpPr>
          <p:cNvPr id="79" name="TextBox 78"/>
          <p:cNvSpPr txBox="1"/>
          <p:nvPr/>
        </p:nvSpPr>
        <p:spPr>
          <a:xfrm>
            <a:off x="10765097" y="2387542"/>
            <a:ext cx="579178"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9.188</a:t>
            </a:r>
          </a:p>
        </p:txBody>
      </p:sp>
      <p:sp>
        <p:nvSpPr>
          <p:cNvPr id="80" name="TextBox 79"/>
          <p:cNvSpPr txBox="1"/>
          <p:nvPr/>
        </p:nvSpPr>
        <p:spPr>
          <a:xfrm>
            <a:off x="6723255" y="2726149"/>
            <a:ext cx="1394834"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Lineare Regression</a:t>
            </a:r>
          </a:p>
        </p:txBody>
      </p:sp>
      <p:sp>
        <p:nvSpPr>
          <p:cNvPr id="81" name="TextBox 80"/>
          <p:cNvSpPr txBox="1"/>
          <p:nvPr/>
        </p:nvSpPr>
        <p:spPr>
          <a:xfrm>
            <a:off x="10765097" y="2729138"/>
            <a:ext cx="579178"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9.414</a:t>
            </a:r>
          </a:p>
        </p:txBody>
      </p:sp>
      <p:sp>
        <p:nvSpPr>
          <p:cNvPr id="82" name="TextBox 81"/>
          <p:cNvSpPr txBox="1"/>
          <p:nvPr/>
        </p:nvSpPr>
        <p:spPr>
          <a:xfrm>
            <a:off x="6427205" y="3067745"/>
            <a:ext cx="1690884"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Bis-zu-3-Monats-Mittel</a:t>
            </a:r>
          </a:p>
        </p:txBody>
      </p:sp>
      <p:sp>
        <p:nvSpPr>
          <p:cNvPr id="83" name="TextBox 82"/>
          <p:cNvSpPr txBox="1"/>
          <p:nvPr/>
        </p:nvSpPr>
        <p:spPr>
          <a:xfrm>
            <a:off x="10668311" y="3070734"/>
            <a:ext cx="675964"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10.922</a:t>
            </a:r>
          </a:p>
        </p:txBody>
      </p:sp>
      <p:sp>
        <p:nvSpPr>
          <p:cNvPr id="84" name="TextBox 83"/>
          <p:cNvSpPr txBox="1"/>
          <p:nvPr/>
        </p:nvSpPr>
        <p:spPr>
          <a:xfrm>
            <a:off x="7351792" y="3409342"/>
            <a:ext cx="766297"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Vormonat</a:t>
            </a:r>
          </a:p>
        </p:txBody>
      </p:sp>
      <p:sp>
        <p:nvSpPr>
          <p:cNvPr id="85" name="TextBox 84"/>
          <p:cNvSpPr txBox="1"/>
          <p:nvPr/>
        </p:nvSpPr>
        <p:spPr>
          <a:xfrm>
            <a:off x="10668311" y="3412331"/>
            <a:ext cx="675964" cy="209702"/>
          </a:xfrm>
          <a:prstGeom prst="rect">
            <a:avLst/>
          </a:prstGeom>
          <a:noFill/>
        </p:spPr>
        <p:txBody>
          <a:bodyPr wrap="none" lIns="0" rIns="0" tIns="0" bIns="0" anchor="t">
            <a:noAutofit/>
          </a:bodyPr>
          <a:lstStyle/>
          <a:p>
            <a:pPr algn="r">
              <a:lnSpc>
                <a:spcPts val="1651"/>
              </a:lnSpc>
            </a:pPr>
            <a:r>
              <a:rPr sz="1270" b="1" i="0" lang="de-DE">
                <a:solidFill>
                  <a:srgbClr val="141A21"/>
                </a:solidFill>
                <a:latin typeface="Geist Mono"/>
              </a:rPr>
              <a:t>12.386</a:t>
            </a:r>
          </a:p>
        </p:txBody>
      </p:sp>
      <p:sp>
        <p:nvSpPr>
          <p:cNvPr id="86" name="TextBox 85"/>
          <p:cNvSpPr txBox="1"/>
          <p:nvPr/>
        </p:nvSpPr>
        <p:spPr>
          <a:xfrm>
            <a:off x="6353175" y="4068128"/>
            <a:ext cx="5048250" cy="342900"/>
          </a:xfrm>
          <a:prstGeom prst="rect">
            <a:avLst/>
          </a:prstGeom>
          <a:noFill/>
        </p:spPr>
        <p:txBody>
          <a:bodyPr wrap="square" lIns="0" rIns="0" tIns="0" bIns="0" anchor="t">
            <a:noAutofit/>
          </a:bodyPr>
          <a:lstStyle/>
          <a:p>
            <a:pPr algn="l">
              <a:lnSpc>
                <a:spcPts val="1316"/>
              </a:lnSpc>
            </a:pPr>
            <a:r>
              <a:rPr sz="975" b="0" i="0" lang="de-DE">
                <a:solidFill>
                  <a:srgbClr val="084878"/>
                </a:solidFill>
                <a:latin typeface="Geist Mono"/>
              </a:rPr>
              <a:t>RMSE = √ Ø(Ist − Prognose)² · bestraft große Fehler, die am Spotmarkt teuer sind</a:t>
            </a:r>
          </a:p>
        </p:txBody>
      </p:sp>
      <p:sp>
        <p:nvSpPr>
          <p:cNvPr id="87" name="Rounded Rectangle 86"/>
          <p:cNvSpPr/>
          <p:nvPr/>
        </p:nvSpPr>
        <p:spPr>
          <a:xfrm>
            <a:off x="685800" y="4640580"/>
            <a:ext cx="3620452" cy="1226820"/>
          </a:xfrm>
          <a:prstGeom prst="roundRect">
            <a:avLst>
              <a:gd name="adj" fmla="val 7763"/>
            </a:avLst>
          </a:prstGeom>
          <a:solidFill>
            <a:srgbClr val="063659"/>
          </a:solidFill>
          <a:ln w="9525">
            <a:solidFill>
              <a:srgbClr val="04263F"/>
            </a:solidFill>
          </a:ln>
          <a:effectLst/>
        </p:spPr>
        <p:txBody>
          <a:bodyPr rtlCol="0" anchor="ctr"/>
          <a:lstStyle/>
          <a:p>
            <a:pPr algn="ctr"/>
          </a:p>
        </p:txBody>
      </p:sp>
      <p:grpSp>
        <p:nvGrpSpPr>
          <p:cNvPr id="88" name="Zählwerk −15,9%"/>
          <p:cNvGrpSpPr/>
          <p:nvPr/>
        </p:nvGrpSpPr>
        <p:grpSpPr>
          <a:xfrm>
            <a:off x="695325" y="4764405"/>
            <a:ext cx="1653540" cy="441960"/>
            <a:chOff x="695325" y="4764405"/>
            <a:chExt cx="1653540" cy="441960"/>
          </a:xfrm>
        </p:grpSpPr>
        <p:sp>
          <p:nvSpPr>
            <p:cNvPr id="89" name="TextBox 88"/>
            <p:cNvSpPr txBox="1"/>
            <p:nvPr/>
          </p:nvSpPr>
          <p:spPr>
            <a:xfrm>
              <a:off x="695325" y="4764405"/>
              <a:ext cx="434340" cy="441960"/>
            </a:xfrm>
            <a:prstGeom prst="rect">
              <a:avLst/>
            </a:prstGeom>
            <a:noFill/>
          </p:spPr>
          <p:txBody>
            <a:bodyPr wrap="none" lIns="0" rIns="0" tIns="0" bIns="0" anchor="ctr">
              <a:noAutofit/>
            </a:bodyPr>
            <a:lstStyle/>
            <a:p>
              <a:pPr algn="ctr">
                <a:lnSpc>
                  <a:spcPts val="3000"/>
                </a:lnSpc>
              </a:pPr>
              <a:r>
                <a:rPr sz="3000" b="1" i="0" lang="de-DE">
                  <a:solidFill>
                    <a:srgbClr val="6CC0D2"/>
                  </a:solidFill>
                  <a:latin typeface="Geist Mono"/>
                </a:rPr>
                <a:t>−</a:t>
              </a:r>
            </a:p>
          </p:txBody>
        </p:sp>
        <p:sp>
          <p:nvSpPr>
            <p:cNvPr id="90" name="Rounded Rectangle 89"/>
            <p:cNvSpPr/>
            <p:nvPr/>
          </p:nvSpPr>
          <p:spPr>
            <a:xfrm>
              <a:off x="1000125" y="4764405"/>
              <a:ext cx="281940" cy="44196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91" name="TextBox 90"/>
            <p:cNvSpPr txBox="1"/>
            <p:nvPr/>
          </p:nvSpPr>
          <p:spPr>
            <a:xfrm>
              <a:off x="942975" y="4764405"/>
              <a:ext cx="396240" cy="441960"/>
            </a:xfrm>
            <a:prstGeom prst="rect">
              <a:avLst/>
            </a:prstGeom>
            <a:noFill/>
          </p:spPr>
          <p:txBody>
            <a:bodyPr wrap="none" lIns="0" rIns="0" tIns="0" bIns="0" anchor="ctr">
              <a:noAutofit/>
            </a:bodyPr>
            <a:lstStyle/>
            <a:p>
              <a:pPr algn="ctr">
                <a:lnSpc>
                  <a:spcPts val="3000"/>
                </a:lnSpc>
              </a:pPr>
              <a:r>
                <a:rPr sz="3000" b="1" i="0" lang="de-DE">
                  <a:solidFill>
                    <a:srgbClr val="FFFFFF"/>
                  </a:solidFill>
                  <a:latin typeface="Geist Mono"/>
                </a:rPr>
                <a:t>1</a:t>
              </a:r>
            </a:p>
          </p:txBody>
        </p:sp>
        <p:sp>
          <p:nvSpPr>
            <p:cNvPr id="92" name="Rounded Rectangle 91"/>
            <p:cNvSpPr/>
            <p:nvPr/>
          </p:nvSpPr>
          <p:spPr>
            <a:xfrm>
              <a:off x="1304925" y="4764405"/>
              <a:ext cx="281940" cy="44196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93" name="TextBox 92"/>
            <p:cNvSpPr txBox="1"/>
            <p:nvPr/>
          </p:nvSpPr>
          <p:spPr>
            <a:xfrm>
              <a:off x="1247775" y="4764405"/>
              <a:ext cx="396240" cy="441960"/>
            </a:xfrm>
            <a:prstGeom prst="rect">
              <a:avLst/>
            </a:prstGeom>
            <a:noFill/>
          </p:spPr>
          <p:txBody>
            <a:bodyPr wrap="none" lIns="0" rIns="0" tIns="0" bIns="0" anchor="ctr">
              <a:noAutofit/>
            </a:bodyPr>
            <a:lstStyle/>
            <a:p>
              <a:pPr algn="ctr">
                <a:lnSpc>
                  <a:spcPts val="3000"/>
                </a:lnSpc>
              </a:pPr>
              <a:r>
                <a:rPr sz="3000" b="1" i="0" lang="de-DE">
                  <a:solidFill>
                    <a:srgbClr val="FFFFFF"/>
                  </a:solidFill>
                  <a:latin typeface="Geist Mono"/>
                </a:rPr>
                <a:t>5</a:t>
              </a:r>
            </a:p>
          </p:txBody>
        </p:sp>
        <p:sp>
          <p:nvSpPr>
            <p:cNvPr id="94" name="TextBox 93"/>
            <p:cNvSpPr txBox="1"/>
            <p:nvPr/>
          </p:nvSpPr>
          <p:spPr>
            <a:xfrm>
              <a:off x="1457325" y="4764405"/>
              <a:ext cx="434340" cy="441960"/>
            </a:xfrm>
            <a:prstGeom prst="rect">
              <a:avLst/>
            </a:prstGeom>
            <a:noFill/>
          </p:spPr>
          <p:txBody>
            <a:bodyPr wrap="none" lIns="0" rIns="0" tIns="0" bIns="0" anchor="ctr">
              <a:noAutofit/>
            </a:bodyPr>
            <a:lstStyle/>
            <a:p>
              <a:pPr algn="ctr">
                <a:lnSpc>
                  <a:spcPts val="3000"/>
                </a:lnSpc>
              </a:pPr>
              <a:r>
                <a:rPr sz="3000" b="1" i="0" lang="de-DE">
                  <a:solidFill>
                    <a:srgbClr val="6CC0D2"/>
                  </a:solidFill>
                  <a:latin typeface="Geist Mono"/>
                </a:rPr>
                <a:t>,</a:t>
              </a:r>
            </a:p>
          </p:txBody>
        </p:sp>
        <p:sp>
          <p:nvSpPr>
            <p:cNvPr id="95" name="Rounded Rectangle 94"/>
            <p:cNvSpPr/>
            <p:nvPr/>
          </p:nvSpPr>
          <p:spPr>
            <a:xfrm>
              <a:off x="1762125" y="4764405"/>
              <a:ext cx="281940" cy="441960"/>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96" name="TextBox 95"/>
            <p:cNvSpPr txBox="1"/>
            <p:nvPr/>
          </p:nvSpPr>
          <p:spPr>
            <a:xfrm>
              <a:off x="1704975" y="4764405"/>
              <a:ext cx="396240" cy="441960"/>
            </a:xfrm>
            <a:prstGeom prst="rect">
              <a:avLst/>
            </a:prstGeom>
            <a:noFill/>
          </p:spPr>
          <p:txBody>
            <a:bodyPr wrap="none" lIns="0" rIns="0" tIns="0" bIns="0" anchor="ctr">
              <a:noAutofit/>
            </a:bodyPr>
            <a:lstStyle/>
            <a:p>
              <a:pPr algn="ctr">
                <a:lnSpc>
                  <a:spcPts val="3000"/>
                </a:lnSpc>
              </a:pPr>
              <a:r>
                <a:rPr sz="3000" b="1" i="0" lang="de-DE">
                  <a:solidFill>
                    <a:srgbClr val="FFFFFF"/>
                  </a:solidFill>
                  <a:latin typeface="Geist Mono"/>
                </a:rPr>
                <a:t>9</a:t>
              </a:r>
            </a:p>
          </p:txBody>
        </p:sp>
        <p:sp>
          <p:nvSpPr>
            <p:cNvPr id="97" name="TextBox 96"/>
            <p:cNvSpPr txBox="1"/>
            <p:nvPr/>
          </p:nvSpPr>
          <p:spPr>
            <a:xfrm>
              <a:off x="1914525" y="4764405"/>
              <a:ext cx="434340" cy="441960"/>
            </a:xfrm>
            <a:prstGeom prst="rect">
              <a:avLst/>
            </a:prstGeom>
            <a:noFill/>
          </p:spPr>
          <p:txBody>
            <a:bodyPr wrap="none" lIns="0" rIns="0" tIns="0" bIns="0" anchor="ctr">
              <a:noAutofit/>
            </a:bodyPr>
            <a:lstStyle/>
            <a:p>
              <a:pPr algn="ctr">
                <a:lnSpc>
                  <a:spcPts val="3000"/>
                </a:lnSpc>
              </a:pPr>
              <a:r>
                <a:rPr sz="3000" b="1" i="0" lang="de-DE">
                  <a:solidFill>
                    <a:srgbClr val="6CC0D2"/>
                  </a:solidFill>
                  <a:latin typeface="Geist Mono"/>
                </a:rPr>
                <a:t>%</a:t>
              </a:r>
            </a:p>
          </p:txBody>
        </p:sp>
      </p:grpSp>
      <p:sp>
        <p:nvSpPr>
          <p:cNvPr id="98" name="TextBox 97"/>
          <p:cNvSpPr txBox="1"/>
          <p:nvPr/>
        </p:nvSpPr>
        <p:spPr>
          <a:xfrm>
            <a:off x="847725" y="5282565"/>
            <a:ext cx="3333750" cy="381000"/>
          </a:xfrm>
          <a:prstGeom prst="rect">
            <a:avLst/>
          </a:prstGeom>
          <a:noFill/>
        </p:spPr>
        <p:txBody>
          <a:bodyPr wrap="square" lIns="0" rIns="0" tIns="0" bIns="0" anchor="t">
            <a:noAutofit/>
          </a:bodyPr>
          <a:lstStyle/>
          <a:p>
            <a:pPr algn="l">
              <a:lnSpc>
                <a:spcPts val="1470"/>
              </a:lnSpc>
            </a:pPr>
            <a:r>
              <a:rPr sz="1087" b="0" i="0" lang="de-DE">
                <a:solidFill>
                  <a:srgbClr val="BBD7EA"/>
                </a:solidFill>
                <a:latin typeface="IBM Plex Sans"/>
              </a:rPr>
              <a:t>weniger RMSE als die beste einfache Regel</a:t>
            </a:r>
          </a:p>
          <a:p>
            <a:pPr algn="l">
              <a:lnSpc>
                <a:spcPts val="1470"/>
              </a:lnSpc>
            </a:pPr>
            <a:r>
              <a:rPr sz="1087" b="0" i="0" lang="de-DE">
                <a:solidFill>
                  <a:srgbClr val="FFFFFF"/>
                </a:solidFill>
                <a:latin typeface="Geist Mono"/>
              </a:rPr>
              <a:t>Test 2025: 10.922 → 9.188 kWh</a:t>
            </a:r>
          </a:p>
        </p:txBody>
      </p:sp>
      <p:sp>
        <p:nvSpPr>
          <p:cNvPr id="99" name="Rounded Rectangle 98"/>
          <p:cNvSpPr/>
          <p:nvPr/>
        </p:nvSpPr>
        <p:spPr>
          <a:xfrm>
            <a:off x="4458652" y="4640580"/>
            <a:ext cx="3448050" cy="1226820"/>
          </a:xfrm>
          <a:prstGeom prst="roundRect">
            <a:avLst>
              <a:gd name="adj" fmla="val 7763"/>
            </a:avLst>
          </a:prstGeom>
          <a:solidFill>
            <a:srgbClr val="FFFFFF"/>
          </a:solidFill>
          <a:ln w="9525">
            <a:solidFill>
              <a:srgbClr val="D2DAE2"/>
            </a:solidFill>
          </a:ln>
          <a:effectLst/>
        </p:spPr>
        <p:txBody>
          <a:bodyPr rtlCol="0" anchor="ctr"/>
          <a:lstStyle/>
          <a:p>
            <a:pPr algn="ctr"/>
          </a:p>
        </p:txBody>
      </p:sp>
      <p:grpSp>
        <p:nvGrpSpPr>
          <p:cNvPr id="100" name="Scheibe gauge"/>
          <p:cNvGrpSpPr/>
          <p:nvPr/>
        </p:nvGrpSpPr>
        <p:grpSpPr>
          <a:xfrm>
            <a:off x="4620578" y="5092065"/>
            <a:ext cx="323850" cy="323850"/>
            <a:chOff x="4620578" y="5092065"/>
            <a:chExt cx="323850" cy="323850"/>
          </a:xfrm>
        </p:grpSpPr>
        <p:sp>
          <p:nvSpPr>
            <p:cNvPr id="101" name="Oval 100"/>
            <p:cNvSpPr/>
            <p:nvPr/>
          </p:nvSpPr>
          <p:spPr>
            <a:xfrm>
              <a:off x="4620578" y="5092065"/>
              <a:ext cx="323850" cy="323850"/>
            </a:xfrm>
            <a:prstGeom prst="ellipse">
              <a:avLst/>
            </a:prstGeom>
            <a:solidFill>
              <a:srgbClr val="084878"/>
            </a:solidFill>
            <a:ln>
              <a:noFill/>
            </a:ln>
            <a:effectLst/>
          </p:spPr>
          <p:txBody>
            <a:bodyPr rtlCol="0" anchor="ctr"/>
            <a:lstStyle/>
            <a:p>
              <a:pPr algn="ctr"/>
            </a:p>
          </p:txBody>
        </p:sp>
        <p:pic>
          <p:nvPicPr>
            <p:cNvPr id="102" name="Picture 101" descr="gauge__FFFFFF.png"/>
            <p:cNvPicPr>
              <a:picLocks noChangeAspect="1"/>
            </p:cNvPicPr>
            <p:nvPr/>
          </p:nvPicPr>
          <p:blipFill>
            <a:blip r:embed="rId12"/>
            <a:stretch>
              <a:fillRect/>
            </a:stretch>
          </p:blipFill>
          <p:spPr>
            <a:xfrm>
              <a:off x="4698302" y="5169789"/>
              <a:ext cx="168402" cy="168402"/>
            </a:xfrm>
            <a:prstGeom prst="rect">
              <a:avLst/>
            </a:prstGeom>
          </p:spPr>
        </p:pic>
      </p:grpSp>
      <p:sp>
        <p:nvSpPr>
          <p:cNvPr id="103" name="TextBox 102"/>
          <p:cNvSpPr txBox="1"/>
          <p:nvPr/>
        </p:nvSpPr>
        <p:spPr>
          <a:xfrm>
            <a:off x="5077778" y="4845368"/>
            <a:ext cx="266700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Testjahr 2025</a:t>
            </a:r>
          </a:p>
        </p:txBody>
      </p:sp>
      <p:sp>
        <p:nvSpPr>
          <p:cNvPr id="104" name="TextBox 103"/>
          <p:cNvSpPr txBox="1"/>
          <p:nvPr/>
        </p:nvSpPr>
        <p:spPr>
          <a:xfrm>
            <a:off x="5077778" y="5035868"/>
            <a:ext cx="2705100" cy="428625"/>
          </a:xfrm>
          <a:prstGeom prst="rect">
            <a:avLst/>
          </a:prstGeom>
          <a:noFill/>
        </p:spPr>
        <p:txBody>
          <a:bodyPr wrap="square" lIns="0" rIns="0" tIns="0" bIns="0" anchor="t">
            <a:noAutofit/>
          </a:bodyPr>
          <a:lstStyle/>
          <a:p>
            <a:pPr algn="l">
              <a:lnSpc>
                <a:spcPts val="1679"/>
              </a:lnSpc>
            </a:pPr>
            <a:r>
              <a:rPr sz="1200" b="1" i="0" lang="de-DE">
                <a:solidFill>
                  <a:srgbClr val="084878"/>
                </a:solidFill>
                <a:latin typeface="IBM Plex Sans"/>
              </a:rPr>
              <a:t>RMSE</a:t>
            </a:r>
            <a:r>
              <a:rPr sz="1200" b="0" i="0" lang="de-DE">
                <a:solidFill>
                  <a:srgbClr val="141A21"/>
                </a:solidFill>
                <a:latin typeface="IBM Plex Sans"/>
              </a:rPr>
              <a:t> 9.188 kWh · </a:t>
            </a:r>
            <a:r>
              <a:rPr sz="1200" b="1" i="0" lang="de-DE">
                <a:solidFill>
                  <a:srgbClr val="084878"/>
                </a:solidFill>
                <a:latin typeface="IBM Plex Sans"/>
              </a:rPr>
              <a:t>MAE</a:t>
            </a:r>
            <a:r>
              <a:rPr sz="1200" b="0" i="0" lang="de-DE">
                <a:solidFill>
                  <a:srgbClr val="141A21"/>
                </a:solidFill>
                <a:latin typeface="IBM Plex Sans"/>
              </a:rPr>
              <a:t> 3.725 kWh · </a:t>
            </a:r>
            <a:r>
              <a:rPr sz="1200" b="1" i="0" lang="de-DE">
                <a:solidFill>
                  <a:srgbClr val="084878"/>
                </a:solidFill>
                <a:latin typeface="IBM Plex Sans"/>
              </a:rPr>
              <a:t>R²</a:t>
            </a:r>
            <a:r>
              <a:rPr sz="1200" b="0" i="0" lang="de-DE">
                <a:solidFill>
                  <a:srgbClr val="141A21"/>
                </a:solidFill>
                <a:latin typeface="IBM Plex Sans"/>
              </a:rPr>
              <a:t> 0,901</a:t>
            </a:r>
          </a:p>
        </p:txBody>
      </p:sp>
      <p:sp>
        <p:nvSpPr>
          <p:cNvPr id="105" name="TextBox 104"/>
          <p:cNvSpPr txBox="1"/>
          <p:nvPr/>
        </p:nvSpPr>
        <p:spPr>
          <a:xfrm>
            <a:off x="5077778" y="5491162"/>
            <a:ext cx="270510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R² ist keine Trefferquote.</a:t>
            </a:r>
          </a:p>
        </p:txBody>
      </p:sp>
      <p:sp>
        <p:nvSpPr>
          <p:cNvPr id="106" name="Rounded Rectangle 105"/>
          <p:cNvSpPr/>
          <p:nvPr/>
        </p:nvSpPr>
        <p:spPr>
          <a:xfrm>
            <a:off x="8058150" y="4640580"/>
            <a:ext cx="3448050" cy="1226820"/>
          </a:xfrm>
          <a:prstGeom prst="roundRect">
            <a:avLst>
              <a:gd name="adj" fmla="val 7763"/>
            </a:avLst>
          </a:prstGeom>
          <a:solidFill>
            <a:srgbClr val="FFFFFF"/>
          </a:solidFill>
          <a:ln w="9525">
            <a:solidFill>
              <a:srgbClr val="D2DAE2"/>
            </a:solidFill>
          </a:ln>
          <a:effectLst/>
        </p:spPr>
        <p:txBody>
          <a:bodyPr rtlCol="0" anchor="ctr"/>
          <a:lstStyle/>
          <a:p>
            <a:pPr algn="ctr"/>
          </a:p>
        </p:txBody>
      </p:sp>
      <p:grpSp>
        <p:nvGrpSpPr>
          <p:cNvPr id="107" name="Scheibe sliders-horizontal"/>
          <p:cNvGrpSpPr/>
          <p:nvPr/>
        </p:nvGrpSpPr>
        <p:grpSpPr>
          <a:xfrm>
            <a:off x="8220075" y="5092065"/>
            <a:ext cx="323850" cy="323850"/>
            <a:chOff x="8220075" y="5092065"/>
            <a:chExt cx="323850" cy="323850"/>
          </a:xfrm>
        </p:grpSpPr>
        <p:sp>
          <p:nvSpPr>
            <p:cNvPr id="108" name="Oval 107"/>
            <p:cNvSpPr/>
            <p:nvPr/>
          </p:nvSpPr>
          <p:spPr>
            <a:xfrm>
              <a:off x="8220075" y="5092065"/>
              <a:ext cx="323850" cy="323850"/>
            </a:xfrm>
            <a:prstGeom prst="ellipse">
              <a:avLst/>
            </a:prstGeom>
            <a:solidFill>
              <a:srgbClr val="00718E"/>
            </a:solidFill>
            <a:ln>
              <a:noFill/>
            </a:ln>
            <a:effectLst/>
          </p:spPr>
          <p:txBody>
            <a:bodyPr rtlCol="0" anchor="ctr"/>
            <a:lstStyle/>
            <a:p>
              <a:pPr algn="ctr"/>
            </a:p>
          </p:txBody>
        </p:sp>
        <p:pic>
          <p:nvPicPr>
            <p:cNvPr id="109" name="Picture 108" descr="sliders-horizontal__FFFFFF.png"/>
            <p:cNvPicPr>
              <a:picLocks noChangeAspect="1"/>
            </p:cNvPicPr>
            <p:nvPr/>
          </p:nvPicPr>
          <p:blipFill>
            <a:blip r:embed="rId13"/>
            <a:stretch>
              <a:fillRect/>
            </a:stretch>
          </p:blipFill>
          <p:spPr>
            <a:xfrm>
              <a:off x="8297799" y="5169789"/>
              <a:ext cx="168402" cy="168402"/>
            </a:xfrm>
            <a:prstGeom prst="rect">
              <a:avLst/>
            </a:prstGeom>
          </p:spPr>
        </p:pic>
      </p:grpSp>
      <p:sp>
        <p:nvSpPr>
          <p:cNvPr id="110" name="TextBox 109"/>
          <p:cNvSpPr txBox="1"/>
          <p:nvPr/>
        </p:nvSpPr>
        <p:spPr>
          <a:xfrm>
            <a:off x="8677275" y="4764405"/>
            <a:ext cx="2667000" cy="161925"/>
          </a:xfrm>
          <a:prstGeom prst="rect">
            <a:avLst/>
          </a:prstGeom>
          <a:noFill/>
        </p:spPr>
        <p:txBody>
          <a:bodyPr wrap="none" lIns="0" rIns="0" tIns="0" bIns="0" anchor="t">
            <a:noAutofit/>
          </a:bodyPr>
          <a:lstStyle/>
          <a:p>
            <a:pPr algn="l">
              <a:lnSpc>
                <a:spcPts val="1275"/>
              </a:lnSpc>
            </a:pPr>
            <a:r>
              <a:rPr sz="975" b="1" i="0" lang="de-DE" cap="all" spc="78">
                <a:solidFill>
                  <a:srgbClr val="657383"/>
                </a:solidFill>
                <a:latin typeface="IBM Plex Sans"/>
              </a:rPr>
              <a:t>Top-3-Treiber · Permutation, kWh</a:t>
            </a:r>
          </a:p>
        </p:txBody>
      </p:sp>
      <p:sp>
        <p:nvSpPr>
          <p:cNvPr id="111" name="TextBox 110"/>
          <p:cNvSpPr txBox="1"/>
          <p:nvPr/>
        </p:nvSpPr>
        <p:spPr>
          <a:xfrm>
            <a:off x="8677275" y="4964430"/>
            <a:ext cx="1905000" cy="193358"/>
          </a:xfrm>
          <a:prstGeom prst="rect">
            <a:avLst/>
          </a:prstGeom>
          <a:noFill/>
        </p:spPr>
        <p:txBody>
          <a:bodyPr wrap="none" lIns="0" rIns="0" tIns="0" bIns="0" anchor="t">
            <a:noAutofit/>
          </a:bodyPr>
          <a:lstStyle/>
          <a:p>
            <a:pPr algn="l">
              <a:lnSpc>
                <a:spcPts val="1522"/>
              </a:lnSpc>
            </a:pPr>
            <a:r>
              <a:rPr sz="1125" b="0" i="0" lang="de-DE">
                <a:solidFill>
                  <a:srgbClr val="141A21"/>
                </a:solidFill>
                <a:latin typeface="IBM Plex Sans"/>
              </a:rPr>
              <a:t>Verbrauchshistorie</a:t>
            </a:r>
          </a:p>
        </p:txBody>
      </p:sp>
      <p:sp>
        <p:nvSpPr>
          <p:cNvPr id="112" name="TextBox 111"/>
          <p:cNvSpPr txBox="1"/>
          <p:nvPr/>
        </p:nvSpPr>
        <p:spPr>
          <a:xfrm>
            <a:off x="9810750" y="4964430"/>
            <a:ext cx="1426845" cy="193358"/>
          </a:xfrm>
          <a:prstGeom prst="rect">
            <a:avLst/>
          </a:prstGeom>
          <a:noFill/>
        </p:spPr>
        <p:txBody>
          <a:bodyPr wrap="none" lIns="0" rIns="0" tIns="0" bIns="0" anchor="t">
            <a:noAutofit/>
          </a:bodyPr>
          <a:lstStyle/>
          <a:p>
            <a:pPr algn="r">
              <a:lnSpc>
                <a:spcPts val="1522"/>
              </a:lnSpc>
            </a:pPr>
            <a:r>
              <a:rPr sz="1125" b="1" i="0" lang="de-DE">
                <a:solidFill>
                  <a:srgbClr val="00718E"/>
                </a:solidFill>
                <a:latin typeface="Geist Mono"/>
              </a:rPr>
              <a:t>+7.256</a:t>
            </a:r>
          </a:p>
        </p:txBody>
      </p:sp>
      <p:sp>
        <p:nvSpPr>
          <p:cNvPr id="113" name="TextBox 112"/>
          <p:cNvSpPr txBox="1"/>
          <p:nvPr/>
        </p:nvSpPr>
        <p:spPr>
          <a:xfrm>
            <a:off x="8677275" y="5157788"/>
            <a:ext cx="1905000" cy="193358"/>
          </a:xfrm>
          <a:prstGeom prst="rect">
            <a:avLst/>
          </a:prstGeom>
          <a:noFill/>
        </p:spPr>
        <p:txBody>
          <a:bodyPr wrap="none" lIns="0" rIns="0" tIns="0" bIns="0" anchor="t">
            <a:noAutofit/>
          </a:bodyPr>
          <a:lstStyle/>
          <a:p>
            <a:pPr algn="l">
              <a:lnSpc>
                <a:spcPts val="1522"/>
              </a:lnSpc>
            </a:pPr>
            <a:r>
              <a:rPr sz="1125" b="0" i="0" lang="de-DE">
                <a:solidFill>
                  <a:srgbClr val="141A21"/>
                </a:solidFill>
                <a:latin typeface="IBM Plex Sans"/>
              </a:rPr>
              <a:t>Produktionsplan</a:t>
            </a:r>
          </a:p>
        </p:txBody>
      </p:sp>
      <p:sp>
        <p:nvSpPr>
          <p:cNvPr id="114" name="TextBox 113"/>
          <p:cNvSpPr txBox="1"/>
          <p:nvPr/>
        </p:nvSpPr>
        <p:spPr>
          <a:xfrm>
            <a:off x="9810750" y="5157788"/>
            <a:ext cx="1426845" cy="193358"/>
          </a:xfrm>
          <a:prstGeom prst="rect">
            <a:avLst/>
          </a:prstGeom>
          <a:noFill/>
        </p:spPr>
        <p:txBody>
          <a:bodyPr wrap="none" lIns="0" rIns="0" tIns="0" bIns="0" anchor="t">
            <a:noAutofit/>
          </a:bodyPr>
          <a:lstStyle/>
          <a:p>
            <a:pPr algn="r">
              <a:lnSpc>
                <a:spcPts val="1522"/>
              </a:lnSpc>
            </a:pPr>
            <a:r>
              <a:rPr sz="1125" b="1" i="0" lang="de-DE">
                <a:solidFill>
                  <a:srgbClr val="00718E"/>
                </a:solidFill>
                <a:latin typeface="Geist Mono"/>
              </a:rPr>
              <a:t>+798</a:t>
            </a:r>
          </a:p>
        </p:txBody>
      </p:sp>
      <p:sp>
        <p:nvSpPr>
          <p:cNvPr id="115" name="TextBox 114"/>
          <p:cNvSpPr txBox="1"/>
          <p:nvPr/>
        </p:nvSpPr>
        <p:spPr>
          <a:xfrm>
            <a:off x="8677275" y="5351145"/>
            <a:ext cx="1905000" cy="193358"/>
          </a:xfrm>
          <a:prstGeom prst="rect">
            <a:avLst/>
          </a:prstGeom>
          <a:noFill/>
        </p:spPr>
        <p:txBody>
          <a:bodyPr wrap="none" lIns="0" rIns="0" tIns="0" bIns="0" anchor="t">
            <a:noAutofit/>
          </a:bodyPr>
          <a:lstStyle/>
          <a:p>
            <a:pPr algn="l">
              <a:lnSpc>
                <a:spcPts val="1522"/>
              </a:lnSpc>
            </a:pPr>
            <a:r>
              <a:rPr sz="1125" b="0" i="0" lang="de-DE">
                <a:solidFill>
                  <a:srgbClr val="141A21"/>
                </a:solidFill>
                <a:latin typeface="IBM Plex Sans"/>
              </a:rPr>
              <a:t>Wartung</a:t>
            </a:r>
          </a:p>
        </p:txBody>
      </p:sp>
      <p:sp>
        <p:nvSpPr>
          <p:cNvPr id="116" name="TextBox 115"/>
          <p:cNvSpPr txBox="1"/>
          <p:nvPr/>
        </p:nvSpPr>
        <p:spPr>
          <a:xfrm>
            <a:off x="9810750" y="5351145"/>
            <a:ext cx="1426845" cy="193358"/>
          </a:xfrm>
          <a:prstGeom prst="rect">
            <a:avLst/>
          </a:prstGeom>
          <a:noFill/>
        </p:spPr>
        <p:txBody>
          <a:bodyPr wrap="none" lIns="0" rIns="0" tIns="0" bIns="0" anchor="t">
            <a:noAutofit/>
          </a:bodyPr>
          <a:lstStyle/>
          <a:p>
            <a:pPr algn="r">
              <a:lnSpc>
                <a:spcPts val="1522"/>
              </a:lnSpc>
            </a:pPr>
            <a:r>
              <a:rPr sz="1125" b="1" i="0" lang="de-DE">
                <a:solidFill>
                  <a:srgbClr val="00718E"/>
                </a:solidFill>
                <a:latin typeface="Geist Mono"/>
              </a:rPr>
              <a:t>+591</a:t>
            </a:r>
          </a:p>
        </p:txBody>
      </p:sp>
      <p:sp>
        <p:nvSpPr>
          <p:cNvPr id="117" name="TextBox 116"/>
          <p:cNvSpPr txBox="1"/>
          <p:nvPr/>
        </p:nvSpPr>
        <p:spPr>
          <a:xfrm>
            <a:off x="8677275" y="5572125"/>
            <a:ext cx="266700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betrieblich plausibel, keine Kausalität</a:t>
            </a:r>
          </a:p>
        </p:txBody>
      </p:sp>
      <p:cxnSp>
        <p:nvCxnSpPr>
          <p:cNvPr id="11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19" name="Logo" descr="image.png"/>
          <p:cNvPicPr>
            <a:picLocks noChangeAspect="1"/>
          </p:cNvPicPr>
          <p:nvPr/>
        </p:nvPicPr>
        <p:blipFill>
          <a:blip r:embed="rId14"/>
          <a:stretch>
            <a:fillRect/>
          </a:stretch>
        </p:blipFill>
        <p:spPr>
          <a:xfrm>
            <a:off x="685800" y="6400800"/>
            <a:ext cx="715863" cy="247650"/>
          </a:xfrm>
          <a:prstGeom prst="rect">
            <a:avLst/>
          </a:prstGeom>
        </p:spPr>
      </p:pic>
      <p:sp>
        <p:nvSpPr>
          <p:cNvPr id="120" name="TextBox 119"/>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121" name="Connector 12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122" name="Scheibe sliders-horizontal"/>
          <p:cNvGrpSpPr/>
          <p:nvPr/>
        </p:nvGrpSpPr>
        <p:grpSpPr>
          <a:xfrm>
            <a:off x="4516755" y="6419850"/>
            <a:ext cx="209550" cy="209550"/>
            <a:chOff x="4516755" y="6419850"/>
            <a:chExt cx="209550" cy="209550"/>
          </a:xfrm>
        </p:grpSpPr>
        <p:sp>
          <p:nvSpPr>
            <p:cNvPr id="123" name="Oval 12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124" name="Picture 123" descr="sliders-horizontal__FFFFFF.png"/>
            <p:cNvPicPr>
              <a:picLocks noChangeAspect="1"/>
            </p:cNvPicPr>
            <p:nvPr/>
          </p:nvPicPr>
          <p:blipFill>
            <a:blip r:embed="rId13"/>
            <a:stretch>
              <a:fillRect/>
            </a:stretch>
          </p:blipFill>
          <p:spPr>
            <a:xfrm>
              <a:off x="4567047" y="6470142"/>
              <a:ext cx="108966" cy="108966"/>
            </a:xfrm>
            <a:prstGeom prst="rect">
              <a:avLst/>
            </a:prstGeom>
          </p:spPr>
        </p:pic>
      </p:grpSp>
      <p:sp>
        <p:nvSpPr>
          <p:cNvPr id="125" name="TextBox 124"/>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126" name="TextBox 125"/>
          <p:cNvSpPr txBox="1"/>
          <p:nvPr/>
        </p:nvSpPr>
        <p:spPr>
          <a:xfrm>
            <a:off x="5000625" y="6438900"/>
            <a:ext cx="69265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grpSp>
        <p:nvGrpSpPr>
          <p:cNvPr id="127" name="Scheibe trees"/>
          <p:cNvGrpSpPr/>
          <p:nvPr/>
        </p:nvGrpSpPr>
        <p:grpSpPr>
          <a:xfrm>
            <a:off x="5712333" y="6419850"/>
            <a:ext cx="209550" cy="209550"/>
            <a:chOff x="5712333" y="6419850"/>
            <a:chExt cx="209550" cy="209550"/>
          </a:xfrm>
        </p:grpSpPr>
        <p:sp>
          <p:nvSpPr>
            <p:cNvPr id="128" name="Oval 127"/>
            <p:cNvSpPr/>
            <p:nvPr/>
          </p:nvSpPr>
          <p:spPr>
            <a:xfrm>
              <a:off x="5712333" y="6419850"/>
              <a:ext cx="209550" cy="209550"/>
            </a:xfrm>
            <a:prstGeom prst="ellipse">
              <a:avLst/>
            </a:prstGeom>
            <a:solidFill>
              <a:srgbClr val="00718E"/>
            </a:solidFill>
            <a:ln>
              <a:noFill/>
            </a:ln>
            <a:effectLst/>
          </p:spPr>
          <p:txBody>
            <a:bodyPr rtlCol="0" anchor="ctr"/>
            <a:lstStyle/>
            <a:p>
              <a:pPr algn="ctr"/>
            </a:p>
          </p:txBody>
        </p:sp>
        <p:pic>
          <p:nvPicPr>
            <p:cNvPr id="129" name="Picture 128" descr="trees__FFFFFF.png"/>
            <p:cNvPicPr>
              <a:picLocks noChangeAspect="1"/>
            </p:cNvPicPr>
            <p:nvPr/>
          </p:nvPicPr>
          <p:blipFill>
            <a:blip r:embed="rId5"/>
            <a:stretch>
              <a:fillRect/>
            </a:stretch>
          </p:blipFill>
          <p:spPr>
            <a:xfrm>
              <a:off x="5762625" y="6470142"/>
              <a:ext cx="108966" cy="108966"/>
            </a:xfrm>
            <a:prstGeom prst="rect">
              <a:avLst/>
            </a:prstGeom>
          </p:spPr>
        </p:pic>
      </p:grpSp>
      <p:sp>
        <p:nvSpPr>
          <p:cNvPr id="130" name="TextBox 129"/>
          <p:cNvSpPr txBox="1"/>
          <p:nvPr/>
        </p:nvSpPr>
        <p:spPr>
          <a:xfrm>
            <a:off x="5979033"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131" name="TextBox 130"/>
          <p:cNvSpPr txBox="1"/>
          <p:nvPr/>
        </p:nvSpPr>
        <p:spPr>
          <a:xfrm>
            <a:off x="6196203" y="6438900"/>
            <a:ext cx="751332"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Lernansatz</a:t>
            </a:r>
          </a:p>
        </p:txBody>
      </p:sp>
      <p:grpSp>
        <p:nvGrpSpPr>
          <p:cNvPr id="132" name="Scheibe ruler"/>
          <p:cNvGrpSpPr/>
          <p:nvPr/>
        </p:nvGrpSpPr>
        <p:grpSpPr>
          <a:xfrm>
            <a:off x="6966585" y="6419850"/>
            <a:ext cx="209550" cy="209550"/>
            <a:chOff x="6966585" y="6419850"/>
            <a:chExt cx="209550" cy="209550"/>
          </a:xfrm>
        </p:grpSpPr>
        <p:sp>
          <p:nvSpPr>
            <p:cNvPr id="133" name="Oval 132"/>
            <p:cNvSpPr/>
            <p:nvPr/>
          </p:nvSpPr>
          <p:spPr>
            <a:xfrm>
              <a:off x="6966585" y="6419850"/>
              <a:ext cx="209550" cy="209550"/>
            </a:xfrm>
            <a:prstGeom prst="ellipse">
              <a:avLst/>
            </a:prstGeom>
            <a:solidFill>
              <a:srgbClr val="00718E"/>
            </a:solidFill>
            <a:ln>
              <a:noFill/>
            </a:ln>
            <a:effectLst/>
          </p:spPr>
          <p:txBody>
            <a:bodyPr rtlCol="0" anchor="ctr"/>
            <a:lstStyle/>
            <a:p>
              <a:pPr algn="ctr"/>
            </a:p>
          </p:txBody>
        </p:sp>
        <p:pic>
          <p:nvPicPr>
            <p:cNvPr id="134" name="Picture 133" descr="ruler__FFFFFF.png"/>
            <p:cNvPicPr>
              <a:picLocks noChangeAspect="1"/>
            </p:cNvPicPr>
            <p:nvPr/>
          </p:nvPicPr>
          <p:blipFill>
            <a:blip r:embed="rId3"/>
            <a:stretch>
              <a:fillRect/>
            </a:stretch>
          </p:blipFill>
          <p:spPr>
            <a:xfrm>
              <a:off x="7016877" y="6470142"/>
              <a:ext cx="108966" cy="108966"/>
            </a:xfrm>
            <a:prstGeom prst="rect">
              <a:avLst/>
            </a:prstGeom>
          </p:spPr>
        </p:pic>
      </p:grpSp>
      <p:sp>
        <p:nvSpPr>
          <p:cNvPr id="135" name="TextBox 134"/>
          <p:cNvSpPr txBox="1"/>
          <p:nvPr/>
        </p:nvSpPr>
        <p:spPr>
          <a:xfrm>
            <a:off x="723328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06</a:t>
            </a:r>
          </a:p>
        </p:txBody>
      </p:sp>
      <p:sp>
        <p:nvSpPr>
          <p:cNvPr id="136" name="TextBox 135"/>
          <p:cNvSpPr txBox="1"/>
          <p:nvPr/>
        </p:nvSpPr>
        <p:spPr>
          <a:xfrm>
            <a:off x="7450455" y="6438900"/>
            <a:ext cx="72199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Evaluation</a:t>
            </a:r>
          </a:p>
        </p:txBody>
      </p:sp>
      <p:sp>
        <p:nvSpPr>
          <p:cNvPr id="137" name="TextBox 136"/>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138"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4F7"/>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A86505"/>
            </a:solidFill>
            <a:ln>
              <a:noFill/>
            </a:ln>
            <a:effectLst/>
          </p:spPr>
          <p:txBody>
            <a:bodyPr rtlCol="0" anchor="ctr"/>
            <a:lstStyle/>
            <a:p>
              <a:pPr algn="ctr"/>
            </a:p>
          </p:txBody>
        </p:sp>
        <p:pic>
          <p:nvPicPr>
            <p:cNvPr id="4" name="Picture 3" descr="flag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Ab wann ist eine Abweichung ungewöhnlich?</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Aus dem Prognosefehler wird ein Prüfhinweis</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9" name="Picture 8" descr="history__8A96A3.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p:cNvGrpSpPr/>
          <p:nvPr/>
        </p:nvGrpSpPr>
        <p:grpSpPr>
          <a:xfrm>
            <a:off x="9817894" y="397669"/>
            <a:ext cx="233362" cy="233362"/>
            <a:chOff x="9817894" y="397669"/>
            <a:chExt cx="233362" cy="233362"/>
          </a:xfrm>
        </p:grpSpPr>
        <p:sp>
          <p:nvSpPr>
            <p:cNvPr id="11" name="Oval 10"/>
            <p:cNvSpPr/>
            <p:nvPr/>
          </p:nvSpPr>
          <p:spPr>
            <a:xfrm>
              <a:off x="9817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2" name="Picture 11" descr="trees__8A96A3.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p:cNvGrpSpPr/>
          <p:nvPr/>
        </p:nvGrpSpPr>
        <p:grpSpPr>
          <a:xfrm>
            <a:off x="10122694" y="397669"/>
            <a:ext cx="233362" cy="233362"/>
            <a:chOff x="10122694" y="397669"/>
            <a:chExt cx="233362" cy="233362"/>
          </a:xfrm>
        </p:grpSpPr>
        <p:sp>
          <p:nvSpPr>
            <p:cNvPr id="14" name="Oval 13"/>
            <p:cNvSpPr/>
            <p:nvPr/>
          </p:nvSpPr>
          <p:spPr>
            <a:xfrm>
              <a:off x="10122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5" name="Picture 14" descr="calculator__8A96A3.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aktiv"/>
          <p:cNvGrpSpPr/>
          <p:nvPr/>
        </p:nvGrpSpPr>
        <p:grpSpPr>
          <a:xfrm>
            <a:off x="10648950" y="390525"/>
            <a:ext cx="247650" cy="247650"/>
            <a:chOff x="10648950" y="390525"/>
            <a:chExt cx="247650" cy="247650"/>
          </a:xfrm>
        </p:grpSpPr>
        <p:sp>
          <p:nvSpPr>
            <p:cNvPr id="17" name="Oval 16"/>
            <p:cNvSpPr/>
            <p:nvPr/>
          </p:nvSpPr>
          <p:spPr>
            <a:xfrm>
              <a:off x="10648950" y="390525"/>
              <a:ext cx="247650" cy="247650"/>
            </a:xfrm>
            <a:prstGeom prst="ellipse">
              <a:avLst/>
            </a:prstGeom>
            <a:solidFill>
              <a:srgbClr val="00718E"/>
            </a:solidFill>
            <a:ln>
              <a:noFill/>
            </a:ln>
            <a:effectLst/>
          </p:spPr>
          <p:txBody>
            <a:bodyPr rtlCol="0" anchor="ctr"/>
            <a:lstStyle/>
            <a:p>
              <a:pPr algn="ctr"/>
            </a:p>
          </p:txBody>
        </p:sp>
        <p:pic>
          <p:nvPicPr>
            <p:cNvPr id="18" name="Picture 17" descr="gauge__FFFFFF.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aktiv"/>
          <p:cNvGrpSpPr/>
          <p:nvPr/>
        </p:nvGrpSpPr>
        <p:grpSpPr>
          <a:xfrm>
            <a:off x="10953750" y="390525"/>
            <a:ext cx="247650" cy="247650"/>
            <a:chOff x="10953750" y="390525"/>
            <a:chExt cx="247650" cy="247650"/>
          </a:xfrm>
        </p:grpSpPr>
        <p:sp>
          <p:nvSpPr>
            <p:cNvPr id="20" name="Oval 19"/>
            <p:cNvSpPr/>
            <p:nvPr/>
          </p:nvSpPr>
          <p:spPr>
            <a:xfrm>
              <a:off x="10953750" y="390525"/>
              <a:ext cx="247650" cy="247650"/>
            </a:xfrm>
            <a:prstGeom prst="ellipse">
              <a:avLst/>
            </a:prstGeom>
            <a:solidFill>
              <a:srgbClr val="00718E"/>
            </a:solidFill>
            <a:ln>
              <a:noFill/>
            </a:ln>
            <a:effectLst/>
          </p:spPr>
          <p:txBody>
            <a:bodyPr rtlCol="0" anchor="ctr"/>
            <a:lstStyle/>
            <a:p>
              <a:pPr algn="ctr"/>
            </a:p>
          </p:txBody>
        </p:sp>
        <p:pic>
          <p:nvPicPr>
            <p:cNvPr id="21" name="Picture 20" descr="diff__FFFFFF.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aktiv"/>
          <p:cNvGrpSpPr/>
          <p:nvPr/>
        </p:nvGrpSpPr>
        <p:grpSpPr>
          <a:xfrm>
            <a:off x="11258550" y="390525"/>
            <a:ext cx="247650" cy="247650"/>
            <a:chOff x="11258550" y="390525"/>
            <a:chExt cx="247650" cy="247650"/>
          </a:xfrm>
        </p:grpSpPr>
        <p:sp>
          <p:nvSpPr>
            <p:cNvPr id="23" name="Oval 22"/>
            <p:cNvSpPr/>
            <p:nvPr/>
          </p:nvSpPr>
          <p:spPr>
            <a:xfrm>
              <a:off x="11258550" y="390525"/>
              <a:ext cx="247650" cy="247650"/>
            </a:xfrm>
            <a:prstGeom prst="ellipse">
              <a:avLst/>
            </a:prstGeom>
            <a:solidFill>
              <a:srgbClr val="00718E"/>
            </a:solidFill>
            <a:ln>
              <a:noFill/>
            </a:ln>
            <a:effectLst/>
          </p:spPr>
          <p:txBody>
            <a:bodyPr rtlCol="0" anchor="ctr"/>
            <a:lstStyle/>
            <a:p>
              <a:pPr algn="ctr"/>
            </a:p>
          </p:txBody>
        </p:sp>
        <p:pic>
          <p:nvPicPr>
            <p:cNvPr id="24" name="Picture 23" descr="flag__FFFFFF.png"/>
            <p:cNvPicPr>
              <a:picLocks noChangeAspect="1"/>
            </p:cNvPicPr>
            <p:nvPr/>
          </p:nvPicPr>
          <p:blipFill>
            <a:blip r:embed="rId3"/>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4–6 · Istwert · Residuum · Prüfhinweis</a:t>
            </a:r>
          </a:p>
        </p:txBody>
      </p:sp>
      <p:sp>
        <p:nvSpPr>
          <p:cNvPr id="28" name="Kette"/>
          <p:cNvSpPr/>
          <p:nvPr/>
        </p:nvSpPr>
        <p:spPr>
          <a:xfrm>
            <a:off x="1009650" y="1647825"/>
            <a:ext cx="19050" cy="2343150"/>
          </a:xfrm>
          <a:prstGeom prst="rect">
            <a:avLst/>
          </a:prstGeom>
          <a:solidFill>
            <a:srgbClr val="D2DAE2"/>
          </a:solidFill>
          <a:ln>
            <a:noFill/>
          </a:ln>
          <a:effectLst/>
        </p:spPr>
        <p:txBody>
          <a:bodyPr rtlCol="0" anchor="ctr"/>
          <a:lstStyle/>
          <a:p>
            <a:pPr algn="ctr"/>
          </a:p>
        </p:txBody>
      </p:sp>
      <p:sp>
        <p:nvSpPr>
          <p:cNvPr id="29" name="Rounded Rectangle 28"/>
          <p:cNvSpPr/>
          <p:nvPr/>
        </p:nvSpPr>
        <p:spPr>
          <a:xfrm>
            <a:off x="685800" y="1362075"/>
            <a:ext cx="4612958" cy="899160"/>
          </a:xfrm>
          <a:prstGeom prst="roundRect">
            <a:avLst>
              <a:gd name="adj" fmla="val 10593"/>
            </a:avLst>
          </a:prstGeom>
          <a:solidFill>
            <a:srgbClr val="FFFFFF"/>
          </a:solidFill>
          <a:ln w="9525">
            <a:solidFill>
              <a:srgbClr val="D2DAE2"/>
            </a:solidFill>
          </a:ln>
          <a:effectLst/>
        </p:spPr>
        <p:txBody>
          <a:bodyPr rtlCol="0" anchor="ctr"/>
          <a:lstStyle/>
          <a:p>
            <a:pPr algn="ctr"/>
          </a:p>
        </p:txBody>
      </p:sp>
      <p:grpSp>
        <p:nvGrpSpPr>
          <p:cNvPr id="30" name="Scheibe diff"/>
          <p:cNvGrpSpPr/>
          <p:nvPr/>
        </p:nvGrpSpPr>
        <p:grpSpPr>
          <a:xfrm>
            <a:off x="847725" y="1485900"/>
            <a:ext cx="342900" cy="342900"/>
            <a:chOff x="847725" y="1485900"/>
            <a:chExt cx="342900" cy="342900"/>
          </a:xfrm>
        </p:grpSpPr>
        <p:sp>
          <p:nvSpPr>
            <p:cNvPr id="31" name="Oval 30"/>
            <p:cNvSpPr/>
            <p:nvPr/>
          </p:nvSpPr>
          <p:spPr>
            <a:xfrm>
              <a:off x="847725" y="1485900"/>
              <a:ext cx="342900" cy="342900"/>
            </a:xfrm>
            <a:prstGeom prst="ellipse">
              <a:avLst/>
            </a:prstGeom>
            <a:solidFill>
              <a:srgbClr val="084878"/>
            </a:solidFill>
            <a:ln>
              <a:noFill/>
            </a:ln>
            <a:effectLst/>
          </p:spPr>
          <p:txBody>
            <a:bodyPr rtlCol="0" anchor="ctr"/>
            <a:lstStyle/>
            <a:p>
              <a:pPr algn="ctr"/>
            </a:p>
          </p:txBody>
        </p:sp>
        <p:pic>
          <p:nvPicPr>
            <p:cNvPr id="32" name="Picture 31" descr="diff__FFFFFF.png"/>
            <p:cNvPicPr>
              <a:picLocks noChangeAspect="1"/>
            </p:cNvPicPr>
            <p:nvPr/>
          </p:nvPicPr>
          <p:blipFill>
            <a:blip r:embed="rId8"/>
            <a:stretch>
              <a:fillRect/>
            </a:stretch>
          </p:blipFill>
          <p:spPr>
            <a:xfrm>
              <a:off x="930021" y="1568196"/>
              <a:ext cx="178308" cy="178308"/>
            </a:xfrm>
            <a:prstGeom prst="rect">
              <a:avLst/>
            </a:prstGeom>
          </p:spPr>
        </p:pic>
      </p:grpSp>
      <p:sp>
        <p:nvSpPr>
          <p:cNvPr id="33" name="TextBox 32"/>
          <p:cNvSpPr txBox="1"/>
          <p:nvPr/>
        </p:nvSpPr>
        <p:spPr>
          <a:xfrm>
            <a:off x="1323975" y="1485900"/>
            <a:ext cx="3810000"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Residuum</a:t>
            </a:r>
          </a:p>
        </p:txBody>
      </p:sp>
      <p:sp>
        <p:nvSpPr>
          <p:cNvPr id="34" name="TextBox 33"/>
          <p:cNvSpPr txBox="1"/>
          <p:nvPr/>
        </p:nvSpPr>
        <p:spPr>
          <a:xfrm>
            <a:off x="1323975" y="1809940"/>
            <a:ext cx="19812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r</a:t>
            </a:r>
          </a:p>
        </p:txBody>
      </p:sp>
      <p:sp>
        <p:nvSpPr>
          <p:cNvPr id="35" name="TextBox 34"/>
          <p:cNvSpPr txBox="1"/>
          <p:nvPr/>
        </p:nvSpPr>
        <p:spPr>
          <a:xfrm>
            <a:off x="1503045" y="1809940"/>
            <a:ext cx="198120" cy="222885"/>
          </a:xfrm>
          <a:prstGeom prst="rect">
            <a:avLst/>
          </a:prstGeom>
          <a:noFill/>
        </p:spPr>
        <p:txBody>
          <a:bodyPr wrap="none" lIns="0" rIns="0" tIns="0" bIns="0" anchor="t">
            <a:noAutofit/>
          </a:bodyPr>
          <a:lstStyle/>
          <a:p>
            <a:pPr algn="l">
              <a:lnSpc>
                <a:spcPts val="1755"/>
              </a:lnSpc>
            </a:pPr>
            <a:r>
              <a:rPr sz="1350" b="1" i="0" lang="de-DE">
                <a:solidFill>
                  <a:srgbClr val="00718E"/>
                </a:solidFill>
                <a:latin typeface="Geist Mono"/>
              </a:rPr>
              <a:t>=</a:t>
            </a:r>
          </a:p>
        </p:txBody>
      </p:sp>
      <p:sp>
        <p:nvSpPr>
          <p:cNvPr id="36" name="TextBox 35"/>
          <p:cNvSpPr txBox="1"/>
          <p:nvPr/>
        </p:nvSpPr>
        <p:spPr>
          <a:xfrm>
            <a:off x="1644015" y="1704975"/>
            <a:ext cx="1880616" cy="178308"/>
          </a:xfrm>
          <a:prstGeom prst="rect">
            <a:avLst/>
          </a:prstGeom>
          <a:noFill/>
        </p:spPr>
        <p:txBody>
          <a:bodyPr wrap="none" lIns="0" rIns="0" tIns="0" bIns="0" anchor="t">
            <a:noAutofit/>
          </a:bodyPr>
          <a:lstStyle/>
          <a:p>
            <a:pPr algn="ctr">
              <a:lnSpc>
                <a:spcPts val="1404"/>
              </a:lnSpc>
            </a:pPr>
            <a:r>
              <a:rPr sz="1080" b="1" i="0" lang="de-DE">
                <a:solidFill>
                  <a:srgbClr val="084878"/>
                </a:solidFill>
                <a:latin typeface="Geist Mono"/>
              </a:rPr>
              <a:t>Ist − Prognose [kWh]</a:t>
            </a:r>
          </a:p>
        </p:txBody>
      </p:sp>
      <p:cxnSp>
        <p:nvCxnSpPr>
          <p:cNvPr id="37" name="Connector 36"/>
          <p:cNvCxnSpPr/>
          <p:nvPr/>
        </p:nvCxnSpPr>
        <p:spPr>
          <a:xfrm>
            <a:off x="1723263" y="1921383"/>
            <a:ext cx="1722120" cy="0"/>
          </a:xfrm>
          <a:prstGeom prst="line">
            <a:avLst/>
          </a:prstGeom>
          <a:ln w="19050">
            <a:solidFill>
              <a:srgbClr val="08487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644015" y="1959483"/>
            <a:ext cx="1880616" cy="178308"/>
          </a:xfrm>
          <a:prstGeom prst="rect">
            <a:avLst/>
          </a:prstGeom>
          <a:noFill/>
        </p:spPr>
        <p:txBody>
          <a:bodyPr wrap="none" lIns="0" rIns="0" tIns="0" bIns="0" anchor="t">
            <a:noAutofit/>
          </a:bodyPr>
          <a:lstStyle/>
          <a:p>
            <a:pPr algn="ctr">
              <a:lnSpc>
                <a:spcPts val="1404"/>
              </a:lnSpc>
            </a:pPr>
            <a:r>
              <a:rPr sz="1080" b="1" i="0" lang="de-DE">
                <a:solidFill>
                  <a:srgbClr val="084878"/>
                </a:solidFill>
                <a:latin typeface="Geist Mono"/>
              </a:rPr>
              <a:t>Vertragsleistung [kW]</a:t>
            </a:r>
          </a:p>
        </p:txBody>
      </p:sp>
      <p:sp>
        <p:nvSpPr>
          <p:cNvPr id="39" name="Rounded Rectangle 38"/>
          <p:cNvSpPr/>
          <p:nvPr/>
        </p:nvSpPr>
        <p:spPr>
          <a:xfrm>
            <a:off x="685800" y="2357438"/>
            <a:ext cx="4612958" cy="923925"/>
          </a:xfrm>
          <a:prstGeom prst="roundRect">
            <a:avLst>
              <a:gd name="adj" fmla="val 10309"/>
            </a:avLst>
          </a:prstGeom>
          <a:solidFill>
            <a:srgbClr val="FFFFFF"/>
          </a:solidFill>
          <a:ln w="9525">
            <a:solidFill>
              <a:srgbClr val="D2DAE2"/>
            </a:solidFill>
          </a:ln>
          <a:effectLst/>
        </p:spPr>
        <p:txBody>
          <a:bodyPr rtlCol="0" anchor="ctr"/>
          <a:lstStyle/>
          <a:p>
            <a:pPr algn="ctr"/>
          </a:p>
        </p:txBody>
      </p:sp>
      <p:grpSp>
        <p:nvGrpSpPr>
          <p:cNvPr id="40" name="Scheibe ruler"/>
          <p:cNvGrpSpPr/>
          <p:nvPr/>
        </p:nvGrpSpPr>
        <p:grpSpPr>
          <a:xfrm>
            <a:off x="847725" y="2481262"/>
            <a:ext cx="342900" cy="342900"/>
            <a:chOff x="847725" y="2481262"/>
            <a:chExt cx="342900" cy="342900"/>
          </a:xfrm>
        </p:grpSpPr>
        <p:sp>
          <p:nvSpPr>
            <p:cNvPr id="41" name="Oval 40"/>
            <p:cNvSpPr/>
            <p:nvPr/>
          </p:nvSpPr>
          <p:spPr>
            <a:xfrm>
              <a:off x="847725" y="2481262"/>
              <a:ext cx="342900" cy="342900"/>
            </a:xfrm>
            <a:prstGeom prst="ellipse">
              <a:avLst/>
            </a:prstGeom>
            <a:solidFill>
              <a:srgbClr val="A86505"/>
            </a:solidFill>
            <a:ln>
              <a:noFill/>
            </a:ln>
            <a:effectLst/>
          </p:spPr>
          <p:txBody>
            <a:bodyPr rtlCol="0" anchor="ctr"/>
            <a:lstStyle/>
            <a:p>
              <a:pPr algn="ctr"/>
            </a:p>
          </p:txBody>
        </p:sp>
        <p:pic>
          <p:nvPicPr>
            <p:cNvPr id="42" name="Picture 41" descr="ruler__FFFFFF.png"/>
            <p:cNvPicPr>
              <a:picLocks noChangeAspect="1"/>
            </p:cNvPicPr>
            <p:nvPr/>
          </p:nvPicPr>
          <p:blipFill>
            <a:blip r:embed="rId9"/>
            <a:stretch>
              <a:fillRect/>
            </a:stretch>
          </p:blipFill>
          <p:spPr>
            <a:xfrm>
              <a:off x="930021" y="2563558"/>
              <a:ext cx="178308" cy="178308"/>
            </a:xfrm>
            <a:prstGeom prst="rect">
              <a:avLst/>
            </a:prstGeom>
          </p:spPr>
        </p:pic>
      </p:grpSp>
      <p:sp>
        <p:nvSpPr>
          <p:cNvPr id="43" name="TextBox 42"/>
          <p:cNvSpPr txBox="1"/>
          <p:nvPr/>
        </p:nvSpPr>
        <p:spPr>
          <a:xfrm>
            <a:off x="1323975" y="2481262"/>
            <a:ext cx="3810000"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Schwelle</a:t>
            </a:r>
          </a:p>
        </p:txBody>
      </p:sp>
      <p:sp>
        <p:nvSpPr>
          <p:cNvPr id="44" name="TextBox 43"/>
          <p:cNvSpPr txBox="1"/>
          <p:nvPr/>
        </p:nvSpPr>
        <p:spPr>
          <a:xfrm>
            <a:off x="1323975" y="2700338"/>
            <a:ext cx="40386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q99</a:t>
            </a:r>
          </a:p>
        </p:txBody>
      </p:sp>
      <p:sp>
        <p:nvSpPr>
          <p:cNvPr id="45" name="TextBox 44"/>
          <p:cNvSpPr txBox="1"/>
          <p:nvPr/>
        </p:nvSpPr>
        <p:spPr>
          <a:xfrm>
            <a:off x="1708785" y="2700338"/>
            <a:ext cx="198120" cy="222885"/>
          </a:xfrm>
          <a:prstGeom prst="rect">
            <a:avLst/>
          </a:prstGeom>
          <a:noFill/>
        </p:spPr>
        <p:txBody>
          <a:bodyPr wrap="none" lIns="0" rIns="0" tIns="0" bIns="0" anchor="t">
            <a:noAutofit/>
          </a:bodyPr>
          <a:lstStyle/>
          <a:p>
            <a:pPr algn="l">
              <a:lnSpc>
                <a:spcPts val="1755"/>
              </a:lnSpc>
            </a:pPr>
            <a:r>
              <a:rPr sz="1350" b="1" i="0" lang="de-DE">
                <a:solidFill>
                  <a:srgbClr val="00718E"/>
                </a:solidFill>
                <a:latin typeface="Geist Mono"/>
              </a:rPr>
              <a:t>=</a:t>
            </a:r>
          </a:p>
        </p:txBody>
      </p:sp>
      <p:sp>
        <p:nvSpPr>
          <p:cNvPr id="46" name="TextBox 45"/>
          <p:cNvSpPr txBox="1"/>
          <p:nvPr/>
        </p:nvSpPr>
        <p:spPr>
          <a:xfrm>
            <a:off x="1887855" y="2700338"/>
            <a:ext cx="122682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144,4 VLS-h</a:t>
            </a:r>
          </a:p>
        </p:txBody>
      </p:sp>
      <p:sp>
        <p:nvSpPr>
          <p:cNvPr id="47" name="TextBox 46"/>
          <p:cNvSpPr txBox="1"/>
          <p:nvPr/>
        </p:nvSpPr>
        <p:spPr>
          <a:xfrm>
            <a:off x="1323975" y="2970848"/>
            <a:ext cx="3905250" cy="190500"/>
          </a:xfrm>
          <a:prstGeom prst="rect">
            <a:avLst/>
          </a:prstGeom>
          <a:noFill/>
        </p:spPr>
        <p:txBody>
          <a:bodyPr wrap="none" lIns="0" rIns="0" tIns="0" bIns="0" anchor="t">
            <a:noAutofit/>
          </a:bodyPr>
          <a:lstStyle/>
          <a:p>
            <a:pPr algn="l">
              <a:lnSpc>
                <a:spcPts val="1470"/>
              </a:lnSpc>
            </a:pPr>
            <a:r>
              <a:rPr sz="1087" b="0" i="0" lang="de-DE">
                <a:solidFill>
                  <a:srgbClr val="4E5A68"/>
                </a:solidFill>
                <a:latin typeface="IBM Plex Sans"/>
              </a:rPr>
              <a:t>99. Perzentil der 1.397 Fehlerbeträge Nov–Dez 2024</a:t>
            </a:r>
          </a:p>
        </p:txBody>
      </p:sp>
      <p:sp>
        <p:nvSpPr>
          <p:cNvPr id="48" name="Rounded Rectangle 47"/>
          <p:cNvSpPr/>
          <p:nvPr/>
        </p:nvSpPr>
        <p:spPr>
          <a:xfrm>
            <a:off x="685800" y="3375660"/>
            <a:ext cx="4612958" cy="923925"/>
          </a:xfrm>
          <a:prstGeom prst="roundRect">
            <a:avLst>
              <a:gd name="adj" fmla="val 10309"/>
            </a:avLst>
          </a:prstGeom>
          <a:solidFill>
            <a:srgbClr val="FFFFFF"/>
          </a:solidFill>
          <a:ln w="9525">
            <a:solidFill>
              <a:srgbClr val="D2DAE2"/>
            </a:solidFill>
          </a:ln>
          <a:effectLst/>
        </p:spPr>
        <p:txBody>
          <a:bodyPr rtlCol="0" anchor="ctr"/>
          <a:lstStyle/>
          <a:p>
            <a:pPr algn="ctr"/>
          </a:p>
        </p:txBody>
      </p:sp>
      <p:grpSp>
        <p:nvGrpSpPr>
          <p:cNvPr id="49" name="Scheibe flag"/>
          <p:cNvGrpSpPr/>
          <p:nvPr/>
        </p:nvGrpSpPr>
        <p:grpSpPr>
          <a:xfrm>
            <a:off x="847725" y="3499485"/>
            <a:ext cx="342900" cy="342900"/>
            <a:chOff x="847725" y="3499485"/>
            <a:chExt cx="342900" cy="342900"/>
          </a:xfrm>
        </p:grpSpPr>
        <p:sp>
          <p:nvSpPr>
            <p:cNvPr id="50" name="Oval 49"/>
            <p:cNvSpPr/>
            <p:nvPr/>
          </p:nvSpPr>
          <p:spPr>
            <a:xfrm>
              <a:off x="847725" y="3499485"/>
              <a:ext cx="342900" cy="342900"/>
            </a:xfrm>
            <a:prstGeom prst="ellipse">
              <a:avLst/>
            </a:prstGeom>
            <a:solidFill>
              <a:srgbClr val="A86505"/>
            </a:solidFill>
            <a:ln>
              <a:noFill/>
            </a:ln>
            <a:effectLst/>
          </p:spPr>
          <p:txBody>
            <a:bodyPr rtlCol="0" anchor="ctr"/>
            <a:lstStyle/>
            <a:p>
              <a:pPr algn="ctr"/>
            </a:p>
          </p:txBody>
        </p:sp>
        <p:pic>
          <p:nvPicPr>
            <p:cNvPr id="51" name="Picture 50" descr="flag__FFFFFF.png"/>
            <p:cNvPicPr>
              <a:picLocks noChangeAspect="1"/>
            </p:cNvPicPr>
            <p:nvPr/>
          </p:nvPicPr>
          <p:blipFill>
            <a:blip r:embed="rId3"/>
            <a:stretch>
              <a:fillRect/>
            </a:stretch>
          </p:blipFill>
          <p:spPr>
            <a:xfrm>
              <a:off x="930021" y="3581781"/>
              <a:ext cx="178308" cy="178308"/>
            </a:xfrm>
            <a:prstGeom prst="rect">
              <a:avLst/>
            </a:prstGeom>
          </p:spPr>
        </p:pic>
      </p:grpSp>
      <p:sp>
        <p:nvSpPr>
          <p:cNvPr id="52" name="TextBox 51"/>
          <p:cNvSpPr txBox="1"/>
          <p:nvPr/>
        </p:nvSpPr>
        <p:spPr>
          <a:xfrm>
            <a:off x="1323975" y="3499485"/>
            <a:ext cx="3810000"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Faktor</a:t>
            </a:r>
          </a:p>
        </p:txBody>
      </p:sp>
      <p:sp>
        <p:nvSpPr>
          <p:cNvPr id="53" name="TextBox 52"/>
          <p:cNvSpPr txBox="1"/>
          <p:nvPr/>
        </p:nvSpPr>
        <p:spPr>
          <a:xfrm>
            <a:off x="1323975" y="3718560"/>
            <a:ext cx="19812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F</a:t>
            </a:r>
          </a:p>
        </p:txBody>
      </p:sp>
      <p:sp>
        <p:nvSpPr>
          <p:cNvPr id="54" name="TextBox 53"/>
          <p:cNvSpPr txBox="1"/>
          <p:nvPr/>
        </p:nvSpPr>
        <p:spPr>
          <a:xfrm>
            <a:off x="1503045" y="3718560"/>
            <a:ext cx="198120" cy="222885"/>
          </a:xfrm>
          <a:prstGeom prst="rect">
            <a:avLst/>
          </a:prstGeom>
          <a:noFill/>
        </p:spPr>
        <p:txBody>
          <a:bodyPr wrap="none" lIns="0" rIns="0" tIns="0" bIns="0" anchor="t">
            <a:noAutofit/>
          </a:bodyPr>
          <a:lstStyle/>
          <a:p>
            <a:pPr algn="l">
              <a:lnSpc>
                <a:spcPts val="1755"/>
              </a:lnSpc>
            </a:pPr>
            <a:r>
              <a:rPr sz="1350" b="1" i="0" lang="de-DE">
                <a:solidFill>
                  <a:srgbClr val="00718E"/>
                </a:solidFill>
                <a:latin typeface="Geist Mono"/>
              </a:rPr>
              <a:t>=</a:t>
            </a:r>
          </a:p>
        </p:txBody>
      </p:sp>
      <p:sp>
        <p:nvSpPr>
          <p:cNvPr id="55" name="TextBox 54"/>
          <p:cNvSpPr txBox="1"/>
          <p:nvPr/>
        </p:nvSpPr>
        <p:spPr>
          <a:xfrm>
            <a:off x="1682115" y="3718560"/>
            <a:ext cx="81534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r ÷ q99</a:t>
            </a:r>
          </a:p>
        </p:txBody>
      </p:sp>
      <p:sp>
        <p:nvSpPr>
          <p:cNvPr id="56" name="TextBox 55"/>
          <p:cNvSpPr txBox="1"/>
          <p:nvPr/>
        </p:nvSpPr>
        <p:spPr>
          <a:xfrm>
            <a:off x="1323975" y="3989070"/>
            <a:ext cx="3905250" cy="190500"/>
          </a:xfrm>
          <a:prstGeom prst="rect">
            <a:avLst/>
          </a:prstGeom>
          <a:noFill/>
        </p:spPr>
        <p:txBody>
          <a:bodyPr wrap="none" lIns="0" rIns="0" tIns="0" bIns="0" anchor="t">
            <a:noAutofit/>
          </a:bodyPr>
          <a:lstStyle/>
          <a:p>
            <a:pPr algn="l">
              <a:lnSpc>
                <a:spcPts val="1470"/>
              </a:lnSpc>
            </a:pPr>
            <a:r>
              <a:rPr sz="1087" b="1" i="0" lang="de-DE">
                <a:solidFill>
                  <a:srgbClr val="084878"/>
                </a:solidFill>
                <a:latin typeface="IBM Plex Sans"/>
              </a:rPr>
              <a:t>F ≥ +1 oder F ≤ −1 ⇒ Prüfhinweis</a:t>
            </a:r>
            <a:r>
              <a:rPr sz="1087" b="0" i="0" lang="de-DE">
                <a:solidFill>
                  <a:srgbClr val="4E5A68"/>
                </a:solidFill>
                <a:latin typeface="IBM Plex Sans"/>
              </a:rPr>
              <a:t> · keine Wahrscheinlichkeit</a:t>
            </a:r>
          </a:p>
        </p:txBody>
      </p:sp>
      <p:sp>
        <p:nvSpPr>
          <p:cNvPr id="57" name="Rounded Rectangle 56"/>
          <p:cNvSpPr/>
          <p:nvPr/>
        </p:nvSpPr>
        <p:spPr>
          <a:xfrm>
            <a:off x="685800" y="4413885"/>
            <a:ext cx="1416082" cy="295275"/>
          </a:xfrm>
          <a:prstGeom prst="roundRect">
            <a:avLst>
              <a:gd name="adj" fmla="val 50000"/>
            </a:avLst>
          </a:prstGeom>
          <a:solidFill>
            <a:srgbClr val="FFFFFF"/>
          </a:solidFill>
          <a:ln w="9525">
            <a:solidFill>
              <a:srgbClr val="D2DAE2"/>
            </a:solidFill>
          </a:ln>
          <a:effectLst/>
        </p:spPr>
        <p:txBody>
          <a:bodyPr rtlCol="0" anchor="ctr"/>
          <a:lstStyle/>
          <a:p>
            <a:pPr algn="ctr"/>
          </a:p>
        </p:txBody>
      </p:sp>
      <p:sp>
        <p:nvSpPr>
          <p:cNvPr id="58" name="TextBox 57"/>
          <p:cNvSpPr txBox="1"/>
          <p:nvPr/>
        </p:nvSpPr>
        <p:spPr>
          <a:xfrm>
            <a:off x="685800" y="4413885"/>
            <a:ext cx="1416082" cy="295275"/>
          </a:xfrm>
          <a:prstGeom prst="rect">
            <a:avLst/>
          </a:prstGeom>
          <a:noFill/>
        </p:spPr>
        <p:txBody>
          <a:bodyPr wrap="none" lIns="0" rIns="0" tIns="0" bIns="0" anchor="ctr">
            <a:noAutofit/>
          </a:bodyPr>
          <a:lstStyle/>
          <a:p>
            <a:pPr algn="ctr">
              <a:lnSpc>
                <a:spcPts val="1425"/>
              </a:lnSpc>
            </a:pPr>
            <a:r>
              <a:rPr sz="1087" b="0" i="0" lang="de-DE">
                <a:solidFill>
                  <a:srgbClr val="4E5A68"/>
                </a:solidFill>
                <a:latin typeface="IBM Plex Sans"/>
              </a:rPr>
              <a:t>Modellabweichung</a:t>
            </a:r>
          </a:p>
        </p:txBody>
      </p:sp>
      <p:pic>
        <p:nvPicPr>
          <p:cNvPr id="59" name="Icon chevron-right" descr="chevron-right__8A96A3.png"/>
          <p:cNvPicPr>
            <a:picLocks noChangeAspect="1"/>
          </p:cNvPicPr>
          <p:nvPr/>
        </p:nvPicPr>
        <p:blipFill>
          <a:blip r:embed="rId10"/>
          <a:stretch>
            <a:fillRect/>
          </a:stretch>
        </p:blipFill>
        <p:spPr>
          <a:xfrm>
            <a:off x="2159032" y="4485322"/>
            <a:ext cx="152400" cy="152400"/>
          </a:xfrm>
          <a:prstGeom prst="rect">
            <a:avLst/>
          </a:prstGeom>
        </p:spPr>
      </p:pic>
      <p:sp>
        <p:nvSpPr>
          <p:cNvPr id="60" name="Rounded Rectangle 59"/>
          <p:cNvSpPr/>
          <p:nvPr/>
        </p:nvSpPr>
        <p:spPr>
          <a:xfrm>
            <a:off x="2368582" y="4413885"/>
            <a:ext cx="1034891" cy="295275"/>
          </a:xfrm>
          <a:prstGeom prst="roundRect">
            <a:avLst>
              <a:gd name="adj" fmla="val 50000"/>
            </a:avLst>
          </a:prstGeom>
          <a:solidFill>
            <a:srgbClr val="A86505"/>
          </a:solidFill>
          <a:ln w="9525">
            <a:solidFill>
              <a:srgbClr val="A86505"/>
            </a:solidFill>
          </a:ln>
          <a:effectLst/>
        </p:spPr>
        <p:txBody>
          <a:bodyPr rtlCol="0" anchor="ctr"/>
          <a:lstStyle/>
          <a:p>
            <a:pPr algn="ctr"/>
          </a:p>
        </p:txBody>
      </p:sp>
      <p:sp>
        <p:nvSpPr>
          <p:cNvPr id="61" name="TextBox 60"/>
          <p:cNvSpPr txBox="1"/>
          <p:nvPr/>
        </p:nvSpPr>
        <p:spPr>
          <a:xfrm>
            <a:off x="2368582" y="4413885"/>
            <a:ext cx="1034891" cy="295275"/>
          </a:xfrm>
          <a:prstGeom prst="rect">
            <a:avLst/>
          </a:prstGeom>
          <a:noFill/>
        </p:spPr>
        <p:txBody>
          <a:bodyPr wrap="none" lIns="0" rIns="0" tIns="0" bIns="0" anchor="ctr">
            <a:noAutofit/>
          </a:bodyPr>
          <a:lstStyle/>
          <a:p>
            <a:pPr algn="ctr">
              <a:lnSpc>
                <a:spcPts val="1425"/>
              </a:lnSpc>
            </a:pPr>
            <a:r>
              <a:rPr sz="1087" b="1" i="0" lang="de-DE">
                <a:solidFill>
                  <a:srgbClr val="FFFFFF"/>
                </a:solidFill>
                <a:latin typeface="IBM Plex Sans"/>
              </a:rPr>
              <a:t>Prüfhinweis</a:t>
            </a:r>
          </a:p>
        </p:txBody>
      </p:sp>
      <p:pic>
        <p:nvPicPr>
          <p:cNvPr id="62" name="Icon chevron-right" descr="chevron-right__8A96A3.png"/>
          <p:cNvPicPr>
            <a:picLocks noChangeAspect="1"/>
          </p:cNvPicPr>
          <p:nvPr/>
        </p:nvPicPr>
        <p:blipFill>
          <a:blip r:embed="rId10"/>
          <a:stretch>
            <a:fillRect/>
          </a:stretch>
        </p:blipFill>
        <p:spPr>
          <a:xfrm>
            <a:off x="3460623" y="4485322"/>
            <a:ext cx="152400" cy="152400"/>
          </a:xfrm>
          <a:prstGeom prst="rect">
            <a:avLst/>
          </a:prstGeom>
        </p:spPr>
      </p:pic>
      <p:sp>
        <p:nvSpPr>
          <p:cNvPr id="63" name="Rounded Rectangle 62"/>
          <p:cNvSpPr/>
          <p:nvPr/>
        </p:nvSpPr>
        <p:spPr>
          <a:xfrm>
            <a:off x="3670173" y="4413885"/>
            <a:ext cx="1492044" cy="295275"/>
          </a:xfrm>
          <a:prstGeom prst="roundRect">
            <a:avLst>
              <a:gd name="adj" fmla="val 50000"/>
            </a:avLst>
          </a:prstGeom>
          <a:solidFill>
            <a:srgbClr val="FFFFFF"/>
          </a:solidFill>
          <a:ln w="9525">
            <a:solidFill>
              <a:srgbClr val="D2DAE2"/>
            </a:solidFill>
          </a:ln>
          <a:effectLst/>
        </p:spPr>
        <p:txBody>
          <a:bodyPr rtlCol="0" anchor="ctr"/>
          <a:lstStyle/>
          <a:p>
            <a:pPr algn="ctr"/>
          </a:p>
        </p:txBody>
      </p:sp>
      <p:sp>
        <p:nvSpPr>
          <p:cNvPr id="64" name="TextBox 63"/>
          <p:cNvSpPr txBox="1"/>
          <p:nvPr/>
        </p:nvSpPr>
        <p:spPr>
          <a:xfrm>
            <a:off x="3670173" y="4413885"/>
            <a:ext cx="1492044" cy="295275"/>
          </a:xfrm>
          <a:prstGeom prst="rect">
            <a:avLst/>
          </a:prstGeom>
          <a:noFill/>
        </p:spPr>
        <p:txBody>
          <a:bodyPr wrap="none" lIns="0" rIns="0" tIns="0" bIns="0" anchor="ctr">
            <a:noAutofit/>
          </a:bodyPr>
          <a:lstStyle/>
          <a:p>
            <a:pPr algn="ctr">
              <a:lnSpc>
                <a:spcPts val="1425"/>
              </a:lnSpc>
            </a:pPr>
            <a:r>
              <a:rPr sz="1087" b="0" i="0" lang="de-DE">
                <a:solidFill>
                  <a:srgbClr val="4E5A68"/>
                </a:solidFill>
                <a:latin typeface="IBM Plex Sans"/>
              </a:rPr>
              <a:t>bestätigte Anomalie</a:t>
            </a:r>
          </a:p>
        </p:txBody>
      </p:sp>
      <p:sp>
        <p:nvSpPr>
          <p:cNvPr id="65" name="Rounded Rectangle 64"/>
          <p:cNvSpPr/>
          <p:nvPr/>
        </p:nvSpPr>
        <p:spPr>
          <a:xfrm>
            <a:off x="5508308" y="1362075"/>
            <a:ext cx="5997892" cy="3969068"/>
          </a:xfrm>
          <a:prstGeom prst="roundRect">
            <a:avLst>
              <a:gd name="adj" fmla="val 2399"/>
            </a:avLst>
          </a:prstGeom>
          <a:solidFill>
            <a:srgbClr val="FFFFFF"/>
          </a:solidFill>
          <a:ln w="9525">
            <a:solidFill>
              <a:srgbClr val="D2DAE2"/>
            </a:solidFill>
          </a:ln>
          <a:effectLst/>
        </p:spPr>
        <p:txBody>
          <a:bodyPr rtlCol="0" anchor="ctr"/>
          <a:lstStyle/>
          <a:p>
            <a:pPr algn="ctr"/>
          </a:p>
        </p:txBody>
      </p:sp>
      <p:sp>
        <p:nvSpPr>
          <p:cNvPr id="66" name="TextBox 65"/>
          <p:cNvSpPr txBox="1"/>
          <p:nvPr/>
        </p:nvSpPr>
        <p:spPr>
          <a:xfrm>
            <a:off x="5708332" y="1524000"/>
            <a:ext cx="57150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Kalibrierung Nov–Dez 2024 </a:t>
            </a:r>
            <a:r>
              <a:rPr sz="1200" b="0" i="0" lang="de-DE">
                <a:solidFill>
                  <a:srgbClr val="657383"/>
                </a:solidFill>
                <a:latin typeface="IBM Plex Sans"/>
              </a:rPr>
              <a:t>· 1.397 Fehlerbeträge, der Größe nach sortiert</a:t>
            </a:r>
          </a:p>
        </p:txBody>
      </p:sp>
      <p:graphicFrame>
        <p:nvGraphicFramePr>
          <p:cNvPr id="67" name="Diagramm Kalibrierung"/>
          <p:cNvGraphicFramePr>
            <a:graphicFrameLocks noGrp="1"/>
          </p:cNvGraphicFramePr>
          <p:nvPr/>
        </p:nvGraphicFramePr>
        <p:xfrm>
          <a:off x="5765201" y="1981064"/>
          <a:ext cx="5521983" cy="2761025"/>
        </p:xfrm>
        <a:graphic>
          <a:graphicData uri="http://schemas.openxmlformats.org/drawingml/2006/chart">
            <c:chart xmlns:c="http://schemas.openxmlformats.org/drawingml/2006/chart" r:id="rId11"/>
          </a:graphicData>
        </a:graphic>
      </p:graphicFrame>
      <p:sp>
        <p:nvSpPr>
          <p:cNvPr id="68" name="TextBox 67"/>
          <p:cNvSpPr txBox="1"/>
          <p:nvPr/>
        </p:nvSpPr>
        <p:spPr>
          <a:xfrm>
            <a:off x="6260501" y="4728853"/>
            <a:ext cx="2522886" cy="185643"/>
          </a:xfrm>
          <a:prstGeom prst="rect">
            <a:avLst/>
          </a:prstGeom>
          <a:noFill/>
        </p:spPr>
        <p:txBody>
          <a:bodyPr wrap="none" lIns="0" rIns="0" tIns="0" bIns="0" anchor="t">
            <a:noAutofit/>
          </a:bodyPr>
          <a:lstStyle/>
          <a:p>
            <a:pPr algn="l">
              <a:lnSpc>
                <a:spcPts val="1461"/>
              </a:lnSpc>
            </a:pPr>
            <a:r>
              <a:rPr sz="1124" b="0" i="0" lang="de-DE">
                <a:solidFill>
                  <a:srgbClr val="4E5A68"/>
                </a:solidFill>
                <a:latin typeface="IBM Plex Sans"/>
              </a:rPr>
              <a:t>Rang in der sortierten Liste (Perzentil)</a:t>
            </a:r>
          </a:p>
        </p:txBody>
      </p:sp>
      <p:sp>
        <p:nvSpPr>
          <p:cNvPr id="69" name="TextBox 68"/>
          <p:cNvSpPr txBox="1"/>
          <p:nvPr/>
        </p:nvSpPr>
        <p:spPr>
          <a:xfrm>
            <a:off x="5708332" y="1758570"/>
            <a:ext cx="1486142" cy="185643"/>
          </a:xfrm>
          <a:prstGeom prst="rect">
            <a:avLst/>
          </a:prstGeom>
          <a:noFill/>
        </p:spPr>
        <p:txBody>
          <a:bodyPr wrap="none" lIns="0" rIns="0" tIns="0" bIns="0" anchor="t">
            <a:noAutofit/>
          </a:bodyPr>
          <a:lstStyle/>
          <a:p>
            <a:pPr algn="l">
              <a:lnSpc>
                <a:spcPts val="1461"/>
              </a:lnSpc>
            </a:pPr>
            <a:r>
              <a:rPr sz="1124" b="0" i="0" lang="de-DE">
                <a:solidFill>
                  <a:srgbClr val="4E5A68"/>
                </a:solidFill>
                <a:latin typeface="IBM Plex Sans"/>
              </a:rPr>
              <a:t>Fehlerbetrag in VLS-h</a:t>
            </a:r>
          </a:p>
        </p:txBody>
      </p:sp>
      <p:sp>
        <p:nvSpPr>
          <p:cNvPr id="70" name="TextBox 69"/>
          <p:cNvSpPr txBox="1"/>
          <p:nvPr/>
        </p:nvSpPr>
        <p:spPr>
          <a:xfrm>
            <a:off x="10923441" y="4522266"/>
            <a:ext cx="437975" cy="185643"/>
          </a:xfrm>
          <a:prstGeom prst="rect">
            <a:avLst/>
          </a:prstGeom>
          <a:noFill/>
        </p:spPr>
        <p:txBody>
          <a:bodyPr wrap="none" lIns="0" rIns="0" tIns="0" bIns="0" anchor="t">
            <a:noAutofit/>
          </a:bodyPr>
          <a:lstStyle/>
          <a:p>
            <a:pPr algn="ctr">
              <a:lnSpc>
                <a:spcPts val="1461"/>
              </a:lnSpc>
            </a:pPr>
            <a:r>
              <a:rPr sz="1124" b="1" i="0" lang="de-DE">
                <a:solidFill>
                  <a:srgbClr val="141A21"/>
                </a:solidFill>
                <a:latin typeface="Geist Mono"/>
              </a:rPr>
              <a:t>99 %</a:t>
            </a:r>
          </a:p>
        </p:txBody>
      </p:sp>
      <p:sp>
        <p:nvSpPr>
          <p:cNvPr id="71" name="TextBox 70"/>
          <p:cNvSpPr txBox="1"/>
          <p:nvPr/>
        </p:nvSpPr>
        <p:spPr>
          <a:xfrm>
            <a:off x="6336662" y="3511941"/>
            <a:ext cx="2102857" cy="198019"/>
          </a:xfrm>
          <a:prstGeom prst="rect">
            <a:avLst/>
          </a:prstGeom>
          <a:noFill/>
        </p:spPr>
        <p:txBody>
          <a:bodyPr wrap="none" lIns="0" rIns="0" tIns="0" bIns="0" anchor="t">
            <a:noAutofit/>
          </a:bodyPr>
          <a:lstStyle/>
          <a:p>
            <a:pPr algn="l">
              <a:lnSpc>
                <a:spcPts val="1559"/>
              </a:lnSpc>
            </a:pPr>
            <a:r>
              <a:rPr sz="1199" b="1" i="0" lang="de-DE">
                <a:solidFill>
                  <a:srgbClr val="7F4C03"/>
                </a:solidFill>
                <a:latin typeface="IBM Plex Sans"/>
              </a:rPr>
              <a:t>Schwelle q99 = 144,4 VLS-h</a:t>
            </a:r>
          </a:p>
        </p:txBody>
      </p:sp>
      <p:sp>
        <p:nvSpPr>
          <p:cNvPr id="72" name="TextBox 71"/>
          <p:cNvSpPr txBox="1"/>
          <p:nvPr/>
        </p:nvSpPr>
        <p:spPr>
          <a:xfrm>
            <a:off x="7529321" y="3955580"/>
            <a:ext cx="2393793" cy="198019"/>
          </a:xfrm>
          <a:prstGeom prst="rect">
            <a:avLst/>
          </a:prstGeom>
          <a:noFill/>
        </p:spPr>
        <p:txBody>
          <a:bodyPr wrap="none" lIns="0" rIns="0" tIns="0" bIns="0" anchor="t">
            <a:noAutofit/>
          </a:bodyPr>
          <a:lstStyle/>
          <a:p>
            <a:pPr algn="ctr">
              <a:lnSpc>
                <a:spcPts val="1559"/>
              </a:lnSpc>
            </a:pPr>
            <a:r>
              <a:rPr sz="1199" b="1" i="0" lang="de-DE">
                <a:solidFill>
                  <a:srgbClr val="005E77"/>
                </a:solidFill>
                <a:latin typeface="IBM Plex Sans"/>
              </a:rPr>
              <a:t>1.383 Fehler unter der Schwelle</a:t>
            </a:r>
          </a:p>
        </p:txBody>
      </p:sp>
      <p:sp>
        <p:nvSpPr>
          <p:cNvPr id="73" name="TextBox 72"/>
          <p:cNvSpPr txBox="1"/>
          <p:nvPr/>
        </p:nvSpPr>
        <p:spPr>
          <a:xfrm>
            <a:off x="9231497" y="2237195"/>
            <a:ext cx="1796689" cy="198019"/>
          </a:xfrm>
          <a:prstGeom prst="rect">
            <a:avLst/>
          </a:prstGeom>
          <a:noFill/>
        </p:spPr>
        <p:txBody>
          <a:bodyPr wrap="none" lIns="0" rIns="0" tIns="0" bIns="0" anchor="t">
            <a:noAutofit/>
          </a:bodyPr>
          <a:lstStyle/>
          <a:p>
            <a:pPr algn="r">
              <a:lnSpc>
                <a:spcPts val="1559"/>
              </a:lnSpc>
            </a:pPr>
            <a:r>
              <a:rPr sz="1199" b="1" i="0" lang="de-DE">
                <a:solidFill>
                  <a:srgbClr val="951C15"/>
                </a:solidFill>
                <a:latin typeface="IBM Plex Sans"/>
              </a:rPr>
              <a:t>14 Fehler darüber (1 %)</a:t>
            </a:r>
          </a:p>
        </p:txBody>
      </p:sp>
      <p:sp>
        <p:nvSpPr>
          <p:cNvPr id="74" name="TextBox 73"/>
          <p:cNvSpPr txBox="1"/>
          <p:nvPr/>
        </p:nvSpPr>
        <p:spPr>
          <a:xfrm>
            <a:off x="5708332" y="4970145"/>
            <a:ext cx="5715000" cy="180975"/>
          </a:xfrm>
          <a:prstGeom prst="rect">
            <a:avLst/>
          </a:prstGeom>
          <a:noFill/>
        </p:spPr>
        <p:txBody>
          <a:bodyPr wrap="square" lIns="0" rIns="0" tIns="0" bIns="0" anchor="t">
            <a:noAutofit/>
          </a:bodyPr>
          <a:lstStyle/>
          <a:p>
            <a:pPr algn="l">
              <a:lnSpc>
                <a:spcPts val="1417"/>
              </a:lnSpc>
            </a:pPr>
            <a:r>
              <a:rPr sz="1050" b="0" i="0" lang="de-DE">
                <a:solidFill>
                  <a:srgbClr val="4E5A68"/>
                </a:solidFill>
                <a:latin typeface="IBM Plex Sans"/>
              </a:rPr>
              <a:t>99 von 100 Vorwärtsfehlern waren kleiner als 144,4 VLS-h; 14 lagen darüber.</a:t>
            </a:r>
          </a:p>
        </p:txBody>
      </p:sp>
      <p:sp>
        <p:nvSpPr>
          <p:cNvPr id="75" name="Rounded Rectangle 74"/>
          <p:cNvSpPr/>
          <p:nvPr/>
        </p:nvSpPr>
        <p:spPr>
          <a:xfrm>
            <a:off x="685800" y="5591175"/>
            <a:ext cx="10820400" cy="495300"/>
          </a:xfrm>
          <a:prstGeom prst="roundRect">
            <a:avLst>
              <a:gd name="adj" fmla="val 19230"/>
            </a:avLst>
          </a:prstGeom>
          <a:solidFill>
            <a:srgbClr val="E3F3F7"/>
          </a:solidFill>
          <a:ln>
            <a:noFill/>
          </a:ln>
          <a:effectLst/>
        </p:spPr>
        <p:txBody>
          <a:bodyPr rtlCol="0" anchor="ctr"/>
          <a:lstStyle/>
          <a:p>
            <a:pPr algn="ctr"/>
          </a:p>
        </p:txBody>
      </p:sp>
      <p:grpSp>
        <p:nvGrpSpPr>
          <p:cNvPr id="76" name="Scheibe lightbulb"/>
          <p:cNvGrpSpPr/>
          <p:nvPr/>
        </p:nvGrpSpPr>
        <p:grpSpPr>
          <a:xfrm>
            <a:off x="800100" y="5695950"/>
            <a:ext cx="285750" cy="285750"/>
            <a:chOff x="800100" y="5695950"/>
            <a:chExt cx="285750" cy="285750"/>
          </a:xfrm>
        </p:grpSpPr>
        <p:sp>
          <p:nvSpPr>
            <p:cNvPr id="77" name="Oval 76"/>
            <p:cNvSpPr/>
            <p:nvPr/>
          </p:nvSpPr>
          <p:spPr>
            <a:xfrm>
              <a:off x="800100" y="5695950"/>
              <a:ext cx="285750" cy="285750"/>
            </a:xfrm>
            <a:prstGeom prst="ellipse">
              <a:avLst/>
            </a:prstGeom>
            <a:solidFill>
              <a:srgbClr val="A86505"/>
            </a:solidFill>
            <a:ln>
              <a:noFill/>
            </a:ln>
            <a:effectLst/>
          </p:spPr>
          <p:txBody>
            <a:bodyPr rtlCol="0" anchor="ctr"/>
            <a:lstStyle/>
            <a:p>
              <a:pPr algn="ctr"/>
            </a:p>
          </p:txBody>
        </p:sp>
        <p:pic>
          <p:nvPicPr>
            <p:cNvPr id="78" name="Picture 77" descr="lightbulb__FFFFFF.png"/>
            <p:cNvPicPr>
              <a:picLocks noChangeAspect="1"/>
            </p:cNvPicPr>
            <p:nvPr/>
          </p:nvPicPr>
          <p:blipFill>
            <a:blip r:embed="rId12"/>
            <a:stretch>
              <a:fillRect/>
            </a:stretch>
          </p:blipFill>
          <p:spPr>
            <a:xfrm>
              <a:off x="868680" y="5764530"/>
              <a:ext cx="148590" cy="148590"/>
            </a:xfrm>
            <a:prstGeom prst="rect">
              <a:avLst/>
            </a:prstGeom>
          </p:spPr>
        </p:pic>
      </p:grpSp>
      <p:sp>
        <p:nvSpPr>
          <p:cNvPr id="79" name="Merksatz"/>
          <p:cNvSpPr txBox="1"/>
          <p:nvPr/>
        </p:nvSpPr>
        <p:spPr>
          <a:xfrm>
            <a:off x="1219200" y="5591175"/>
            <a:ext cx="10096500" cy="495300"/>
          </a:xfrm>
          <a:prstGeom prst="rect">
            <a:avLst/>
          </a:prstGeom>
          <a:noFill/>
        </p:spPr>
        <p:txBody>
          <a:bodyPr wrap="square" lIns="0" rIns="0" tIns="0" bIns="0" anchor="ctr">
            <a:noAutofit/>
          </a:bodyPr>
          <a:lstStyle/>
          <a:p>
            <a:pPr algn="l">
              <a:lnSpc>
                <a:spcPts val="1822"/>
              </a:lnSpc>
            </a:pPr>
            <a:r>
              <a:rPr sz="1350" b="0" i="0" lang="de-DE">
                <a:solidFill>
                  <a:srgbClr val="005E77"/>
                </a:solidFill>
                <a:latin typeface="IBM Plex Sans"/>
              </a:rPr>
              <a:t>Das Modell ersetzt keine Abrechnungsentscheidung. Es markiert nur, was eine Prüfung wert ist.</a:t>
            </a:r>
          </a:p>
        </p:txBody>
      </p:sp>
      <p:cxnSp>
        <p:nvCxnSpPr>
          <p:cNvPr id="80"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81" name="Logo" descr="image.png"/>
          <p:cNvPicPr>
            <a:picLocks noChangeAspect="1"/>
          </p:cNvPicPr>
          <p:nvPr/>
        </p:nvPicPr>
        <p:blipFill>
          <a:blip r:embed="rId13"/>
          <a:stretch>
            <a:fillRect/>
          </a:stretch>
        </p:blipFill>
        <p:spPr>
          <a:xfrm>
            <a:off x="685800" y="6400800"/>
            <a:ext cx="715863" cy="247650"/>
          </a:xfrm>
          <a:prstGeom prst="rect">
            <a:avLst/>
          </a:prstGeom>
        </p:spPr>
      </p:pic>
      <p:sp>
        <p:nvSpPr>
          <p:cNvPr id="82" name="TextBox 81"/>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83" name="Connector 82"/>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84" name="Scheibe chart-spline"/>
          <p:cNvGrpSpPr/>
          <p:nvPr/>
        </p:nvGrpSpPr>
        <p:grpSpPr>
          <a:xfrm>
            <a:off x="4516755" y="6419850"/>
            <a:ext cx="209550" cy="209550"/>
            <a:chOff x="4516755" y="6419850"/>
            <a:chExt cx="209550" cy="209550"/>
          </a:xfrm>
        </p:grpSpPr>
        <p:sp>
          <p:nvSpPr>
            <p:cNvPr id="85" name="Oval 84"/>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86" name="Picture 85" descr="chart-spline__FFFFFF.png"/>
            <p:cNvPicPr>
              <a:picLocks noChangeAspect="1"/>
            </p:cNvPicPr>
            <p:nvPr/>
          </p:nvPicPr>
          <p:blipFill>
            <a:blip r:embed="rId14"/>
            <a:stretch>
              <a:fillRect/>
            </a:stretch>
          </p:blipFill>
          <p:spPr>
            <a:xfrm>
              <a:off x="4567047" y="6470142"/>
              <a:ext cx="108966" cy="108966"/>
            </a:xfrm>
            <a:prstGeom prst="rect">
              <a:avLst/>
            </a:prstGeom>
          </p:spPr>
        </p:pic>
      </p:grpSp>
      <p:sp>
        <p:nvSpPr>
          <p:cNvPr id="87" name="TextBox 86"/>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88" name="TextBox 87"/>
          <p:cNvSpPr txBox="1"/>
          <p:nvPr/>
        </p:nvSpPr>
        <p:spPr>
          <a:xfrm>
            <a:off x="5000625" y="6438900"/>
            <a:ext cx="77933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Vorhersage</a:t>
            </a:r>
          </a:p>
        </p:txBody>
      </p:sp>
      <p:grpSp>
        <p:nvGrpSpPr>
          <p:cNvPr id="89" name="Scheibe split"/>
          <p:cNvGrpSpPr/>
          <p:nvPr/>
        </p:nvGrpSpPr>
        <p:grpSpPr>
          <a:xfrm>
            <a:off x="5799010" y="6419850"/>
            <a:ext cx="209550" cy="209550"/>
            <a:chOff x="5799010" y="6419850"/>
            <a:chExt cx="209550" cy="209550"/>
          </a:xfrm>
        </p:grpSpPr>
        <p:sp>
          <p:nvSpPr>
            <p:cNvPr id="90" name="Oval 89"/>
            <p:cNvSpPr/>
            <p:nvPr/>
          </p:nvSpPr>
          <p:spPr>
            <a:xfrm>
              <a:off x="5799010" y="6419850"/>
              <a:ext cx="209550" cy="209550"/>
            </a:xfrm>
            <a:prstGeom prst="ellipse">
              <a:avLst/>
            </a:prstGeom>
            <a:solidFill>
              <a:srgbClr val="00718E"/>
            </a:solidFill>
            <a:ln>
              <a:noFill/>
            </a:ln>
            <a:effectLst/>
          </p:spPr>
          <p:txBody>
            <a:bodyPr rtlCol="0" anchor="ctr"/>
            <a:lstStyle/>
            <a:p>
              <a:pPr algn="ctr"/>
            </a:p>
          </p:txBody>
        </p:sp>
        <p:pic>
          <p:nvPicPr>
            <p:cNvPr id="91" name="Picture 90" descr="split__FFFFFF.png"/>
            <p:cNvPicPr>
              <a:picLocks noChangeAspect="1"/>
            </p:cNvPicPr>
            <p:nvPr/>
          </p:nvPicPr>
          <p:blipFill>
            <a:blip r:embed="rId15"/>
            <a:stretch>
              <a:fillRect/>
            </a:stretch>
          </p:blipFill>
          <p:spPr>
            <a:xfrm>
              <a:off x="5849302" y="6470142"/>
              <a:ext cx="108966" cy="108966"/>
            </a:xfrm>
            <a:prstGeom prst="rect">
              <a:avLst/>
            </a:prstGeom>
          </p:spPr>
        </p:pic>
      </p:grpSp>
      <p:sp>
        <p:nvSpPr>
          <p:cNvPr id="92" name="TextBox 91"/>
          <p:cNvSpPr txBox="1"/>
          <p:nvPr/>
        </p:nvSpPr>
        <p:spPr>
          <a:xfrm>
            <a:off x="6065710"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93" name="TextBox 92"/>
          <p:cNvSpPr txBox="1"/>
          <p:nvPr/>
        </p:nvSpPr>
        <p:spPr>
          <a:xfrm>
            <a:off x="6282880" y="6438900"/>
            <a:ext cx="91001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Entscheidung</a:t>
            </a:r>
          </a:p>
        </p:txBody>
      </p:sp>
      <p:sp>
        <p:nvSpPr>
          <p:cNvPr id="94" name="TextBox 93"/>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95"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C77E11"/>
            </a:solidFill>
            <a:ln>
              <a:noFill/>
            </a:ln>
            <a:effectLst/>
          </p:spPr>
          <p:txBody>
            <a:bodyPr rtlCol="0" anchor="ctr"/>
            <a:lstStyle/>
            <a:p>
              <a:pPr algn="ctr"/>
            </a:p>
          </p:txBody>
        </p:sp>
        <p:pic>
          <p:nvPicPr>
            <p:cNvPr id="4" name="Picture 3" descr="snowflake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Warum nicht einfach die Schwelle aus 2025 nehmen?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Die Schwelle wird vor 2025 festgelegt und dann eingefroren</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9" name="Picture 8" descr="history__9CC3E0.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p:cNvGrpSpPr/>
          <p:nvPr/>
        </p:nvGrpSpPr>
        <p:grpSpPr>
          <a:xfrm>
            <a:off x="9817894" y="397669"/>
            <a:ext cx="233362" cy="233362"/>
            <a:chOff x="9817894" y="397669"/>
            <a:chExt cx="233362" cy="233362"/>
          </a:xfrm>
        </p:grpSpPr>
        <p:sp>
          <p:nvSpPr>
            <p:cNvPr id="11" name="Oval 10"/>
            <p:cNvSpPr/>
            <p:nvPr/>
          </p:nvSpPr>
          <p:spPr>
            <a:xfrm>
              <a:off x="98178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2" name="Picture 11" descr="trees__9CC3E0.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p:cNvGrpSpPr/>
          <p:nvPr/>
        </p:nvGrpSpPr>
        <p:grpSpPr>
          <a:xfrm>
            <a:off x="10122694" y="397669"/>
            <a:ext cx="233362" cy="233362"/>
            <a:chOff x="10122694" y="397669"/>
            <a:chExt cx="233362" cy="233362"/>
          </a:xfrm>
        </p:grpSpPr>
        <p:sp>
          <p:nvSpPr>
            <p:cNvPr id="14" name="Oval 13"/>
            <p:cNvSpPr/>
            <p:nvPr/>
          </p:nvSpPr>
          <p:spPr>
            <a:xfrm>
              <a:off x="101226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5" name="Picture 14" descr="calculator__9CC3E0.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p:cNvGrpSpPr/>
          <p:nvPr/>
        </p:nvGrpSpPr>
        <p:grpSpPr>
          <a:xfrm>
            <a:off x="10656094" y="397669"/>
            <a:ext cx="233362" cy="233362"/>
            <a:chOff x="10656094" y="397669"/>
            <a:chExt cx="233362" cy="233362"/>
          </a:xfrm>
        </p:grpSpPr>
        <p:sp>
          <p:nvSpPr>
            <p:cNvPr id="17" name="Oval 16"/>
            <p:cNvSpPr/>
            <p:nvPr/>
          </p:nvSpPr>
          <p:spPr>
            <a:xfrm>
              <a:off x="106560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8" name="Picture 17" descr="gauge__9CC3E0.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aktiv"/>
          <p:cNvGrpSpPr/>
          <p:nvPr/>
        </p:nvGrpSpPr>
        <p:grpSpPr>
          <a:xfrm>
            <a:off x="10953750" y="390525"/>
            <a:ext cx="247650" cy="247650"/>
            <a:chOff x="10953750" y="390525"/>
            <a:chExt cx="247650" cy="247650"/>
          </a:xfrm>
        </p:grpSpPr>
        <p:sp>
          <p:nvSpPr>
            <p:cNvPr id="20" name="Oval 19"/>
            <p:cNvSpPr/>
            <p:nvPr/>
          </p:nvSpPr>
          <p:spPr>
            <a:xfrm>
              <a:off x="10953750" y="390525"/>
              <a:ext cx="247650" cy="247650"/>
            </a:xfrm>
            <a:prstGeom prst="ellipse">
              <a:avLst/>
            </a:prstGeom>
            <a:solidFill>
              <a:srgbClr val="6CC0D2"/>
            </a:solidFill>
            <a:ln>
              <a:noFill/>
            </a:ln>
            <a:effectLst/>
          </p:spPr>
          <p:txBody>
            <a:bodyPr rtlCol="0" anchor="ctr"/>
            <a:lstStyle/>
            <a:p>
              <a:pPr algn="ctr"/>
            </a:p>
          </p:txBody>
        </p:sp>
        <p:pic>
          <p:nvPicPr>
            <p:cNvPr id="21" name="Picture 20" descr="diff__04263F.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aktiv"/>
          <p:cNvGrpSpPr/>
          <p:nvPr/>
        </p:nvGrpSpPr>
        <p:grpSpPr>
          <a:xfrm>
            <a:off x="11258550" y="390525"/>
            <a:ext cx="247650" cy="247650"/>
            <a:chOff x="11258550" y="390525"/>
            <a:chExt cx="247650" cy="247650"/>
          </a:xfrm>
        </p:grpSpPr>
        <p:sp>
          <p:nvSpPr>
            <p:cNvPr id="23" name="Oval 22"/>
            <p:cNvSpPr/>
            <p:nvPr/>
          </p:nvSpPr>
          <p:spPr>
            <a:xfrm>
              <a:off x="11258550" y="390525"/>
              <a:ext cx="247650" cy="247650"/>
            </a:xfrm>
            <a:prstGeom prst="ellipse">
              <a:avLst/>
            </a:prstGeom>
            <a:solidFill>
              <a:srgbClr val="6CC0D2"/>
            </a:solidFill>
            <a:ln>
              <a:noFill/>
            </a:ln>
            <a:effectLst/>
          </p:spPr>
          <p:txBody>
            <a:bodyPr rtlCol="0" anchor="ctr"/>
            <a:lstStyle/>
            <a:p>
              <a:pPr algn="ctr"/>
            </a:p>
          </p:txBody>
        </p:sp>
        <p:pic>
          <p:nvPicPr>
            <p:cNvPr id="24" name="Picture 23" descr="flag__04263F.png"/>
            <p:cNvPicPr>
              <a:picLocks noChangeAspect="1"/>
            </p:cNvPicPr>
            <p:nvPr/>
          </p:nvPicPr>
          <p:blipFill>
            <a:blip r:embed="rId9"/>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FFFFFF">
                <a:alpha val="30000"/>
              </a:srgbClr>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6CC0D2"/>
                </a:solidFill>
                <a:latin typeface="IBM Plex Sans"/>
              </a:rPr>
              <a:t>5–6 · Residuum · Prüfhinweis</a:t>
            </a:r>
          </a:p>
        </p:txBody>
      </p:sp>
      <p:sp>
        <p:nvSpPr>
          <p:cNvPr id="28" name="Rounded Rectangle 27"/>
          <p:cNvSpPr/>
          <p:nvPr/>
        </p:nvSpPr>
        <p:spPr>
          <a:xfrm>
            <a:off x="685800" y="1362075"/>
            <a:ext cx="5175885" cy="990600"/>
          </a:xfrm>
          <a:prstGeom prst="roundRect">
            <a:avLst>
              <a:gd name="adj" fmla="val 9615"/>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29" name="Scheibe chart-spline"/>
          <p:cNvGrpSpPr/>
          <p:nvPr/>
        </p:nvGrpSpPr>
        <p:grpSpPr>
          <a:xfrm>
            <a:off x="866775" y="1504950"/>
            <a:ext cx="361950" cy="361950"/>
            <a:chOff x="866775" y="1504950"/>
            <a:chExt cx="361950" cy="361950"/>
          </a:xfrm>
        </p:grpSpPr>
        <p:sp>
          <p:nvSpPr>
            <p:cNvPr id="30" name="Oval 29"/>
            <p:cNvSpPr/>
            <p:nvPr/>
          </p:nvSpPr>
          <p:spPr>
            <a:xfrm>
              <a:off x="866775" y="1504950"/>
              <a:ext cx="361950" cy="361950"/>
            </a:xfrm>
            <a:prstGeom prst="ellipse">
              <a:avLst/>
            </a:prstGeom>
            <a:solidFill>
              <a:srgbClr val="6CC0D2"/>
            </a:solidFill>
            <a:ln>
              <a:noFill/>
            </a:ln>
            <a:effectLst/>
          </p:spPr>
          <p:txBody>
            <a:bodyPr rtlCol="0" anchor="ctr"/>
            <a:lstStyle/>
            <a:p>
              <a:pPr algn="ctr"/>
            </a:p>
          </p:txBody>
        </p:sp>
        <p:pic>
          <p:nvPicPr>
            <p:cNvPr id="31" name="Picture 30" descr="chart-spline__04263F.png"/>
            <p:cNvPicPr>
              <a:picLocks noChangeAspect="1"/>
            </p:cNvPicPr>
            <p:nvPr/>
          </p:nvPicPr>
          <p:blipFill>
            <a:blip r:embed="rId10"/>
            <a:stretch>
              <a:fillRect/>
            </a:stretch>
          </p:blipFill>
          <p:spPr>
            <a:xfrm>
              <a:off x="953643" y="1591818"/>
              <a:ext cx="188214" cy="188214"/>
            </a:xfrm>
            <a:prstGeom prst="rect">
              <a:avLst/>
            </a:prstGeom>
          </p:spPr>
        </p:pic>
      </p:grpSp>
      <p:sp>
        <p:nvSpPr>
          <p:cNvPr id="32" name="TextBox 31"/>
          <p:cNvSpPr txBox="1"/>
          <p:nvPr/>
        </p:nvSpPr>
        <p:spPr>
          <a:xfrm>
            <a:off x="1381125" y="1504950"/>
            <a:ext cx="4333875"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Vorwärts prognostizieren</a:t>
            </a:r>
          </a:p>
        </p:txBody>
      </p:sp>
      <p:sp>
        <p:nvSpPr>
          <p:cNvPr id="33" name="TextBox 32"/>
          <p:cNvSpPr txBox="1"/>
          <p:nvPr/>
        </p:nvSpPr>
        <p:spPr>
          <a:xfrm>
            <a:off x="1381125" y="1781175"/>
            <a:ext cx="4333875" cy="419100"/>
          </a:xfrm>
          <a:prstGeom prst="rect">
            <a:avLst/>
          </a:prstGeom>
          <a:noFill/>
        </p:spPr>
        <p:txBody>
          <a:bodyPr wrap="square" lIns="0" rIns="0" tIns="0" bIns="0" anchor="t">
            <a:noAutofit/>
          </a:bodyPr>
          <a:lstStyle/>
          <a:p>
            <a:pPr algn="l">
              <a:lnSpc>
                <a:spcPts val="1627"/>
              </a:lnSpc>
            </a:pPr>
            <a:r>
              <a:rPr sz="1162" b="0" i="0" lang="de-DE">
                <a:solidFill>
                  <a:srgbClr val="BBD7EA"/>
                </a:solidFill>
                <a:latin typeface="IBM Plex Sans"/>
              </a:rPr>
              <a:t>November mit einem Modell aus Jan–Okt, Dezember aus Jan–Nov: 1.397 echte Prognosefehler.</a:t>
            </a:r>
          </a:p>
        </p:txBody>
      </p:sp>
      <p:sp>
        <p:nvSpPr>
          <p:cNvPr id="34" name="Rounded Rectangle 33"/>
          <p:cNvSpPr/>
          <p:nvPr/>
        </p:nvSpPr>
        <p:spPr>
          <a:xfrm>
            <a:off x="685800" y="2466975"/>
            <a:ext cx="5175885" cy="990600"/>
          </a:xfrm>
          <a:prstGeom prst="roundRect">
            <a:avLst>
              <a:gd name="adj" fmla="val 9615"/>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35" name="Scheibe snowflake"/>
          <p:cNvGrpSpPr/>
          <p:nvPr/>
        </p:nvGrpSpPr>
        <p:grpSpPr>
          <a:xfrm>
            <a:off x="866775" y="2609850"/>
            <a:ext cx="361950" cy="361950"/>
            <a:chOff x="866775" y="2609850"/>
            <a:chExt cx="361950" cy="361950"/>
          </a:xfrm>
        </p:grpSpPr>
        <p:sp>
          <p:nvSpPr>
            <p:cNvPr id="36" name="Oval 35"/>
            <p:cNvSpPr/>
            <p:nvPr/>
          </p:nvSpPr>
          <p:spPr>
            <a:xfrm>
              <a:off x="866775" y="2609850"/>
              <a:ext cx="361950" cy="361950"/>
            </a:xfrm>
            <a:prstGeom prst="ellipse">
              <a:avLst/>
            </a:prstGeom>
            <a:solidFill>
              <a:srgbClr val="6CC0D2"/>
            </a:solidFill>
            <a:ln>
              <a:noFill/>
            </a:ln>
            <a:effectLst/>
          </p:spPr>
          <p:txBody>
            <a:bodyPr rtlCol="0" anchor="ctr"/>
            <a:lstStyle/>
            <a:p>
              <a:pPr algn="ctr"/>
            </a:p>
          </p:txBody>
        </p:sp>
        <p:pic>
          <p:nvPicPr>
            <p:cNvPr id="37" name="Picture 36" descr="snowflake__04263F.png"/>
            <p:cNvPicPr>
              <a:picLocks noChangeAspect="1"/>
            </p:cNvPicPr>
            <p:nvPr/>
          </p:nvPicPr>
          <p:blipFill>
            <a:blip r:embed="rId3"/>
            <a:stretch>
              <a:fillRect/>
            </a:stretch>
          </p:blipFill>
          <p:spPr>
            <a:xfrm>
              <a:off x="953643" y="2696718"/>
              <a:ext cx="188214" cy="188214"/>
            </a:xfrm>
            <a:prstGeom prst="rect">
              <a:avLst/>
            </a:prstGeom>
          </p:spPr>
        </p:pic>
      </p:grpSp>
      <p:sp>
        <p:nvSpPr>
          <p:cNvPr id="38" name="TextBox 37"/>
          <p:cNvSpPr txBox="1"/>
          <p:nvPr/>
        </p:nvSpPr>
        <p:spPr>
          <a:xfrm>
            <a:off x="1381125" y="2609850"/>
            <a:ext cx="4333875"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Schwelle ableiten und einfrieren</a:t>
            </a:r>
          </a:p>
        </p:txBody>
      </p:sp>
      <p:sp>
        <p:nvSpPr>
          <p:cNvPr id="39" name="TextBox 38"/>
          <p:cNvSpPr txBox="1"/>
          <p:nvPr/>
        </p:nvSpPr>
        <p:spPr>
          <a:xfrm>
            <a:off x="1381125" y="2886075"/>
            <a:ext cx="4333875" cy="419100"/>
          </a:xfrm>
          <a:prstGeom prst="rect">
            <a:avLst/>
          </a:prstGeom>
          <a:noFill/>
        </p:spPr>
        <p:txBody>
          <a:bodyPr wrap="square" lIns="0" rIns="0" tIns="0" bIns="0" anchor="t">
            <a:noAutofit/>
          </a:bodyPr>
          <a:lstStyle/>
          <a:p>
            <a:pPr algn="l">
              <a:lnSpc>
                <a:spcPts val="1627"/>
              </a:lnSpc>
            </a:pPr>
            <a:r>
              <a:rPr sz="1162" b="0" i="0" lang="de-DE">
                <a:solidFill>
                  <a:srgbClr val="BBD7EA"/>
                </a:solidFill>
                <a:latin typeface="IBM Plex Sans"/>
              </a:rPr>
              <a:t>99. Perzentil = 144,4 VLS-h. Danach wird sie nicht mehr verändert.</a:t>
            </a:r>
          </a:p>
        </p:txBody>
      </p:sp>
      <p:sp>
        <p:nvSpPr>
          <p:cNvPr id="40" name="Rounded Rectangle 39"/>
          <p:cNvSpPr/>
          <p:nvPr/>
        </p:nvSpPr>
        <p:spPr>
          <a:xfrm>
            <a:off x="685800" y="3571875"/>
            <a:ext cx="5175885" cy="990600"/>
          </a:xfrm>
          <a:prstGeom prst="roundRect">
            <a:avLst>
              <a:gd name="adj" fmla="val 9615"/>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41" name="Scheibe calendar-check"/>
          <p:cNvGrpSpPr/>
          <p:nvPr/>
        </p:nvGrpSpPr>
        <p:grpSpPr>
          <a:xfrm>
            <a:off x="866775" y="3714750"/>
            <a:ext cx="361950" cy="361950"/>
            <a:chOff x="866775" y="3714750"/>
            <a:chExt cx="361950" cy="361950"/>
          </a:xfrm>
        </p:grpSpPr>
        <p:sp>
          <p:nvSpPr>
            <p:cNvPr id="42" name="Oval 41"/>
            <p:cNvSpPr/>
            <p:nvPr/>
          </p:nvSpPr>
          <p:spPr>
            <a:xfrm>
              <a:off x="866775" y="3714750"/>
              <a:ext cx="361950" cy="361950"/>
            </a:xfrm>
            <a:prstGeom prst="ellipse">
              <a:avLst/>
            </a:prstGeom>
            <a:solidFill>
              <a:srgbClr val="6CC0D2"/>
            </a:solidFill>
            <a:ln>
              <a:noFill/>
            </a:ln>
            <a:effectLst/>
          </p:spPr>
          <p:txBody>
            <a:bodyPr rtlCol="0" anchor="ctr"/>
            <a:lstStyle/>
            <a:p>
              <a:pPr algn="ctr"/>
            </a:p>
          </p:txBody>
        </p:sp>
        <p:pic>
          <p:nvPicPr>
            <p:cNvPr id="43" name="Picture 42" descr="calendar-check__04263F.png"/>
            <p:cNvPicPr>
              <a:picLocks noChangeAspect="1"/>
            </p:cNvPicPr>
            <p:nvPr/>
          </p:nvPicPr>
          <p:blipFill>
            <a:blip r:embed="rId11"/>
            <a:stretch>
              <a:fillRect/>
            </a:stretch>
          </p:blipFill>
          <p:spPr>
            <a:xfrm>
              <a:off x="953643" y="3801618"/>
              <a:ext cx="188214" cy="188214"/>
            </a:xfrm>
            <a:prstGeom prst="rect">
              <a:avLst/>
            </a:prstGeom>
          </p:spPr>
        </p:pic>
      </p:grpSp>
      <p:sp>
        <p:nvSpPr>
          <p:cNvPr id="44" name="TextBox 43"/>
          <p:cNvSpPr txBox="1"/>
          <p:nvPr/>
        </p:nvSpPr>
        <p:spPr>
          <a:xfrm>
            <a:off x="1381125" y="3714750"/>
            <a:ext cx="4333875"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2025 nur anwenden</a:t>
            </a:r>
          </a:p>
        </p:txBody>
      </p:sp>
      <p:sp>
        <p:nvSpPr>
          <p:cNvPr id="45" name="TextBox 44"/>
          <p:cNvSpPr txBox="1"/>
          <p:nvPr/>
        </p:nvSpPr>
        <p:spPr>
          <a:xfrm>
            <a:off x="1381125" y="3990975"/>
            <a:ext cx="4333875" cy="419100"/>
          </a:xfrm>
          <a:prstGeom prst="rect">
            <a:avLst/>
          </a:prstGeom>
          <a:noFill/>
        </p:spPr>
        <p:txBody>
          <a:bodyPr wrap="square" lIns="0" rIns="0" tIns="0" bIns="0" anchor="t">
            <a:noAutofit/>
          </a:bodyPr>
          <a:lstStyle/>
          <a:p>
            <a:pPr algn="l">
              <a:lnSpc>
                <a:spcPts val="1627"/>
              </a:lnSpc>
            </a:pPr>
            <a:r>
              <a:rPr sz="1162" b="0" i="0" lang="de-DE">
                <a:solidFill>
                  <a:srgbClr val="BBD7EA"/>
                </a:solidFill>
                <a:latin typeface="IBM Plex Sans"/>
              </a:rPr>
              <a:t>Das finale Modell (ganz 2024) prognostiziert, die feste Schwelle entscheidet: 114 Prüfhinweise.</a:t>
            </a:r>
          </a:p>
        </p:txBody>
      </p:sp>
      <p:sp>
        <p:nvSpPr>
          <p:cNvPr id="46" name="Rounded Rectangle 45"/>
          <p:cNvSpPr/>
          <p:nvPr/>
        </p:nvSpPr>
        <p:spPr>
          <a:xfrm>
            <a:off x="6071235" y="1362075"/>
            <a:ext cx="5434965" cy="2307908"/>
          </a:xfrm>
          <a:prstGeom prst="roundRect">
            <a:avLst>
              <a:gd name="adj" fmla="val 4127"/>
            </a:avLst>
          </a:prstGeom>
          <a:solidFill>
            <a:srgbClr val="FFFFFF">
              <a:alpha val="7000"/>
            </a:srgbClr>
          </a:solidFill>
          <a:ln w="9525">
            <a:solidFill>
              <a:srgbClr val="FFFFFF">
                <a:alpha val="16000"/>
              </a:srgbClr>
            </a:solidFill>
          </a:ln>
          <a:effectLst/>
        </p:spPr>
        <p:txBody>
          <a:bodyPr rtlCol="0" anchor="ctr"/>
          <a:lstStyle/>
          <a:p>
            <a:pPr algn="ctr"/>
          </a:p>
        </p:txBody>
      </p:sp>
      <p:sp>
        <p:nvSpPr>
          <p:cNvPr id="47" name="TextBox 46"/>
          <p:cNvSpPr txBox="1"/>
          <p:nvPr/>
        </p:nvSpPr>
        <p:spPr>
          <a:xfrm>
            <a:off x="6252210" y="1485900"/>
            <a:ext cx="506730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Was die Kalibrierung für 2025 bedeutet</a:t>
            </a:r>
          </a:p>
        </p:txBody>
      </p:sp>
      <p:sp>
        <p:nvSpPr>
          <p:cNvPr id="48" name="TextBox 47"/>
          <p:cNvSpPr txBox="1"/>
          <p:nvPr/>
        </p:nvSpPr>
        <p:spPr>
          <a:xfrm>
            <a:off x="6252210" y="1730122"/>
            <a:ext cx="2642977" cy="190238"/>
          </a:xfrm>
          <a:prstGeom prst="rect">
            <a:avLst/>
          </a:prstGeom>
          <a:noFill/>
        </p:spPr>
        <p:txBody>
          <a:bodyPr wrap="none" lIns="0" rIns="0" tIns="0" bIns="0" anchor="t">
            <a:noAutofit/>
          </a:bodyPr>
          <a:lstStyle/>
          <a:p>
            <a:pPr algn="l">
              <a:lnSpc>
                <a:spcPts val="1497"/>
              </a:lnSpc>
            </a:pPr>
            <a:r>
              <a:rPr sz="1152" b="0" i="0" lang="de-DE">
                <a:solidFill>
                  <a:srgbClr val="BBD7EA"/>
                </a:solidFill>
                <a:latin typeface="IBM Plex Sans"/>
              </a:rPr>
              <a:t>Kalibriert Nov–Dez 2024 · gilt für 2025</a:t>
            </a:r>
          </a:p>
        </p:txBody>
      </p:sp>
      <p:sp>
        <p:nvSpPr>
          <p:cNvPr id="49" name="Freeform 48"/>
          <p:cNvSpPr/>
          <p:nvPr/>
        </p:nvSpPr>
        <p:spPr>
          <a:xfrm>
            <a:off x="6252210" y="1958164"/>
            <a:ext cx="3168683" cy="214628"/>
          </a:xfrm>
          <a:custGeom>
            <a:avLst/>
            <a:gdLst/>
            <a:ahLst/>
            <a:cxnLst/>
            <a:rect l="l" t="t" r="r" b="b"/>
            <a:pathLst>
              <a:path w="3168683" h="214628">
                <a:moveTo>
                  <a:pt x="0" y="0"/>
                </a:moveTo>
                <a:lnTo>
                  <a:pt x="3129660" y="0"/>
                </a:lnTo>
                <a:lnTo>
                  <a:pt x="3168683" y="39023"/>
                </a:lnTo>
                <a:lnTo>
                  <a:pt x="3168683" y="175605"/>
                </a:lnTo>
                <a:lnTo>
                  <a:pt x="3129660" y="214628"/>
                </a:lnTo>
                <a:lnTo>
                  <a:pt x="0" y="214628"/>
                </a:lnTo>
                <a:close/>
              </a:path>
            </a:pathLst>
          </a:custGeom>
          <a:solidFill>
            <a:srgbClr val="0090C8"/>
          </a:solidFill>
          <a:ln>
            <a:noFill/>
          </a:ln>
          <a:effectLst/>
        </p:spPr>
        <p:txBody>
          <a:bodyPr rtlCol="0" anchor="ctr"/>
          <a:lstStyle/>
          <a:p>
            <a:pPr algn="ctr"/>
          </a:p>
        </p:txBody>
      </p:sp>
      <p:sp>
        <p:nvSpPr>
          <p:cNvPr id="50" name="TextBox 49"/>
          <p:cNvSpPr txBox="1"/>
          <p:nvPr/>
        </p:nvSpPr>
        <p:spPr>
          <a:xfrm>
            <a:off x="9518451" y="1957335"/>
            <a:ext cx="1189851" cy="215603"/>
          </a:xfrm>
          <a:prstGeom prst="rect">
            <a:avLst/>
          </a:prstGeom>
          <a:noFill/>
        </p:spPr>
        <p:txBody>
          <a:bodyPr wrap="none" lIns="0" rIns="0" tIns="0" bIns="0" anchor="t">
            <a:noAutofit/>
          </a:bodyPr>
          <a:lstStyle/>
          <a:p>
            <a:pPr algn="l">
              <a:lnSpc>
                <a:spcPts val="1697"/>
              </a:lnSpc>
            </a:pPr>
            <a:r>
              <a:rPr sz="1305" b="1" i="0" lang="de-DE">
                <a:solidFill>
                  <a:srgbClr val="FFFFFF"/>
                </a:solidFill>
                <a:latin typeface="Geist Mono"/>
              </a:rPr>
              <a:t>144,4 VLS-h</a:t>
            </a:r>
          </a:p>
        </p:txBody>
      </p:sp>
      <p:sp>
        <p:nvSpPr>
          <p:cNvPr id="51" name="TextBox 50"/>
          <p:cNvSpPr txBox="1"/>
          <p:nvPr/>
        </p:nvSpPr>
        <p:spPr>
          <a:xfrm>
            <a:off x="6252210" y="2217912"/>
            <a:ext cx="2603466" cy="190238"/>
          </a:xfrm>
          <a:prstGeom prst="rect">
            <a:avLst/>
          </a:prstGeom>
          <a:noFill/>
        </p:spPr>
        <p:txBody>
          <a:bodyPr wrap="none" lIns="0" rIns="0" tIns="0" bIns="0" anchor="t">
            <a:noAutofit/>
          </a:bodyPr>
          <a:lstStyle/>
          <a:p>
            <a:pPr algn="l">
              <a:lnSpc>
                <a:spcPts val="1497"/>
              </a:lnSpc>
            </a:pPr>
            <a:r>
              <a:rPr sz="1152" b="0" i="0" lang="de-DE">
                <a:solidFill>
                  <a:srgbClr val="BBD7EA"/>
                </a:solidFill>
                <a:latin typeface="IBM Plex Sans"/>
              </a:rPr>
              <a:t>Nachträglich aus 2025 · wäre Leakage</a:t>
            </a:r>
          </a:p>
        </p:txBody>
      </p:sp>
      <p:sp>
        <p:nvSpPr>
          <p:cNvPr id="52" name="Rounded Rectangle 51"/>
          <p:cNvSpPr/>
          <p:nvPr/>
        </p:nvSpPr>
        <p:spPr>
          <a:xfrm>
            <a:off x="6252210" y="2445954"/>
            <a:ext cx="3842809" cy="214628"/>
          </a:xfrm>
          <a:prstGeom prst="roundRect">
            <a:avLst>
              <a:gd name="adj" fmla="val 18181"/>
            </a:avLst>
          </a:prstGeom>
          <a:solidFill>
            <a:srgbClr val="FFFFFF">
              <a:alpha val="8000"/>
            </a:srgbClr>
          </a:solidFill>
          <a:ln w="14633">
            <a:solidFill>
              <a:srgbClr val="9CC3E0"/>
            </a:solidFill>
            <a:prstDash val="dash"/>
          </a:ln>
          <a:effectLst/>
        </p:spPr>
        <p:txBody>
          <a:bodyPr rtlCol="0" anchor="ctr"/>
          <a:lstStyle/>
          <a:p>
            <a:pPr algn="ctr"/>
          </a:p>
        </p:txBody>
      </p:sp>
      <p:sp>
        <p:nvSpPr>
          <p:cNvPr id="53" name="TextBox 52"/>
          <p:cNvSpPr txBox="1"/>
          <p:nvPr/>
        </p:nvSpPr>
        <p:spPr>
          <a:xfrm>
            <a:off x="10192577" y="2445125"/>
            <a:ext cx="1189851" cy="215603"/>
          </a:xfrm>
          <a:prstGeom prst="rect">
            <a:avLst/>
          </a:prstGeom>
          <a:noFill/>
        </p:spPr>
        <p:txBody>
          <a:bodyPr wrap="none" lIns="0" rIns="0" tIns="0" bIns="0" anchor="t">
            <a:noAutofit/>
          </a:bodyPr>
          <a:lstStyle/>
          <a:p>
            <a:pPr algn="l">
              <a:lnSpc>
                <a:spcPts val="1697"/>
              </a:lnSpc>
            </a:pPr>
            <a:r>
              <a:rPr sz="1305" b="1" i="0" lang="de-DE">
                <a:solidFill>
                  <a:srgbClr val="FFFFFF"/>
                </a:solidFill>
                <a:latin typeface="Geist Mono"/>
              </a:rPr>
              <a:t>175,1 VLS-h</a:t>
            </a:r>
          </a:p>
        </p:txBody>
      </p:sp>
      <p:cxnSp>
        <p:nvCxnSpPr>
          <p:cNvPr id="54" name="Connector 53"/>
          <p:cNvCxnSpPr/>
          <p:nvPr/>
        </p:nvCxnSpPr>
        <p:spPr>
          <a:xfrm>
            <a:off x="6252210" y="2815590"/>
            <a:ext cx="5073015" cy="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52210" y="2901315"/>
            <a:ext cx="2495550" cy="247650"/>
          </a:xfrm>
          <a:prstGeom prst="rect">
            <a:avLst/>
          </a:prstGeom>
          <a:noFill/>
        </p:spPr>
        <p:txBody>
          <a:bodyPr wrap="none" lIns="0" rIns="0" tIns="0" bIns="0" anchor="t">
            <a:noAutofit/>
          </a:bodyPr>
          <a:lstStyle/>
          <a:p>
            <a:pPr algn="l">
              <a:lnSpc>
                <a:spcPts val="1950"/>
              </a:lnSpc>
            </a:pPr>
            <a:r>
              <a:rPr sz="1500" b="1" i="0" lang="de-DE">
                <a:solidFill>
                  <a:srgbClr val="FFFFFF"/>
                </a:solidFill>
                <a:latin typeface="Geist Mono"/>
              </a:rPr>
              <a:t>17,3 → 17,1</a:t>
            </a:r>
          </a:p>
        </p:txBody>
      </p:sp>
      <p:sp>
        <p:nvSpPr>
          <p:cNvPr id="56" name="TextBox 55"/>
          <p:cNvSpPr txBox="1"/>
          <p:nvPr/>
        </p:nvSpPr>
        <p:spPr>
          <a:xfrm>
            <a:off x="6252210" y="3168015"/>
            <a:ext cx="2495550" cy="381000"/>
          </a:xfrm>
          <a:prstGeom prst="rect">
            <a:avLst/>
          </a:prstGeom>
          <a:noFill/>
        </p:spPr>
        <p:txBody>
          <a:bodyPr wrap="square" lIns="0" rIns="0" tIns="0" bIns="0" anchor="t">
            <a:noAutofit/>
          </a:bodyPr>
          <a:lstStyle/>
          <a:p>
            <a:pPr algn="l">
              <a:lnSpc>
                <a:spcPts val="1417"/>
              </a:lnSpc>
            </a:pPr>
            <a:r>
              <a:rPr sz="1050" b="0" i="0" lang="de-DE">
                <a:solidFill>
                  <a:srgbClr val="9CC3E0"/>
                </a:solidFill>
                <a:latin typeface="IBM Plex Sans"/>
              </a:rPr>
              <a:t>typischer Fehler (Median, VLS-h): gleich groß</a:t>
            </a:r>
          </a:p>
        </p:txBody>
      </p:sp>
      <p:sp>
        <p:nvSpPr>
          <p:cNvPr id="57" name="TextBox 56"/>
          <p:cNvSpPr txBox="1"/>
          <p:nvPr/>
        </p:nvSpPr>
        <p:spPr>
          <a:xfrm>
            <a:off x="8845868" y="2901315"/>
            <a:ext cx="2495550" cy="247650"/>
          </a:xfrm>
          <a:prstGeom prst="rect">
            <a:avLst/>
          </a:prstGeom>
          <a:noFill/>
        </p:spPr>
        <p:txBody>
          <a:bodyPr wrap="none" lIns="0" rIns="0" tIns="0" bIns="0" anchor="t">
            <a:noAutofit/>
          </a:bodyPr>
          <a:lstStyle/>
          <a:p>
            <a:pPr algn="l">
              <a:lnSpc>
                <a:spcPts val="1950"/>
              </a:lnSpc>
            </a:pPr>
            <a:r>
              <a:rPr sz="1500" b="1" i="0" lang="de-DE">
                <a:solidFill>
                  <a:srgbClr val="FFFFFF"/>
                </a:solidFill>
                <a:latin typeface="Geist Mono"/>
              </a:rPr>
              <a:t>1,36 %</a:t>
            </a:r>
          </a:p>
        </p:txBody>
      </p:sp>
      <p:sp>
        <p:nvSpPr>
          <p:cNvPr id="58" name="TextBox 57"/>
          <p:cNvSpPr txBox="1"/>
          <p:nvPr/>
        </p:nvSpPr>
        <p:spPr>
          <a:xfrm>
            <a:off x="8845868" y="3168015"/>
            <a:ext cx="2495550" cy="381000"/>
          </a:xfrm>
          <a:prstGeom prst="rect">
            <a:avLst/>
          </a:prstGeom>
          <a:noFill/>
        </p:spPr>
        <p:txBody>
          <a:bodyPr wrap="square" lIns="0" rIns="0" tIns="0" bIns="0" anchor="t">
            <a:noAutofit/>
          </a:bodyPr>
          <a:lstStyle/>
          <a:p>
            <a:pPr algn="l">
              <a:lnSpc>
                <a:spcPts val="1417"/>
              </a:lnSpc>
            </a:pPr>
            <a:r>
              <a:rPr sz="1050" b="0" i="0" lang="de-DE">
                <a:solidFill>
                  <a:srgbClr val="9CC3E0"/>
                </a:solidFill>
                <a:latin typeface="IBM Plex Sans"/>
              </a:rPr>
              <a:t>über der festen Grenze statt 1 %: die Extreme sind 2025 größer</a:t>
            </a:r>
          </a:p>
        </p:txBody>
      </p:sp>
      <p:sp>
        <p:nvSpPr>
          <p:cNvPr id="59" name="Rounded Rectangle 58"/>
          <p:cNvSpPr/>
          <p:nvPr/>
        </p:nvSpPr>
        <p:spPr>
          <a:xfrm>
            <a:off x="6071235" y="3785235"/>
            <a:ext cx="5434965" cy="1127760"/>
          </a:xfrm>
          <a:prstGeom prst="roundRect">
            <a:avLst>
              <a:gd name="adj" fmla="val 8445"/>
            </a:avLst>
          </a:prstGeom>
          <a:solidFill>
            <a:srgbClr val="FFFFFF">
              <a:alpha val="7000"/>
            </a:srgbClr>
          </a:solidFill>
          <a:ln w="9525">
            <a:solidFill>
              <a:srgbClr val="FFFFFF">
                <a:alpha val="16000"/>
              </a:srgbClr>
            </a:solidFill>
          </a:ln>
          <a:effectLst/>
        </p:spPr>
        <p:txBody>
          <a:bodyPr rtlCol="0" anchor="ctr"/>
          <a:lstStyle/>
          <a:p>
            <a:pPr algn="ctr"/>
          </a:p>
        </p:txBody>
      </p:sp>
      <p:sp>
        <p:nvSpPr>
          <p:cNvPr id="60" name="TextBox 59"/>
          <p:cNvSpPr txBox="1"/>
          <p:nvPr/>
        </p:nvSpPr>
        <p:spPr>
          <a:xfrm>
            <a:off x="6252210" y="3909060"/>
            <a:ext cx="506730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Warum gerade Nov–Dez 2024?</a:t>
            </a:r>
          </a:p>
        </p:txBody>
      </p:sp>
      <p:sp>
        <p:nvSpPr>
          <p:cNvPr id="61" name="TextBox 60"/>
          <p:cNvSpPr txBox="1"/>
          <p:nvPr/>
        </p:nvSpPr>
        <p:spPr>
          <a:xfrm>
            <a:off x="6252210" y="4147185"/>
            <a:ext cx="5143500" cy="666750"/>
          </a:xfrm>
          <a:prstGeom prst="rect">
            <a:avLst/>
          </a:prstGeom>
          <a:noFill/>
        </p:spPr>
        <p:txBody>
          <a:bodyPr wrap="square" lIns="0" rIns="0" tIns="0" bIns="0" anchor="t">
            <a:noAutofit/>
          </a:bodyPr>
          <a:lstStyle/>
          <a:p>
            <a:pPr algn="l" marL="171450" indent="-171450">
              <a:lnSpc>
                <a:spcPts val="1685"/>
              </a:lnSpc>
              <a:buChar char="•"/>
            </a:pPr>
            <a:r>
              <a:rPr sz="1162" b="0" i="0" lang="de-DE">
                <a:solidFill>
                  <a:srgbClr val="BBD7EA"/>
                </a:solidFill>
                <a:latin typeface="IBM Plex Sans"/>
              </a:rPr>
              <a:t>Jüngste Monate vor dem Testjahr</a:t>
            </a:r>
          </a:p>
          <a:p>
            <a:pPr algn="l" marL="171450" indent="-171450">
              <a:lnSpc>
                <a:spcPts val="1685"/>
              </a:lnSpc>
              <a:buChar char="•"/>
            </a:pPr>
            <a:r>
              <a:rPr sz="1162" b="0" i="0" lang="de-DE">
                <a:solidFill>
                  <a:srgbClr val="BBD7EA"/>
                </a:solidFill>
                <a:latin typeface="IBM Plex Sans"/>
              </a:rPr>
              <a:t>Nicht für die Modellwahl genutzt (Folds enden im Oktober)</a:t>
            </a:r>
          </a:p>
          <a:p>
            <a:pPr algn="l" marL="171450" indent="-171450">
              <a:lnSpc>
                <a:spcPts val="1685"/>
              </a:lnSpc>
              <a:buChar char="•"/>
            </a:pPr>
            <a:r>
              <a:rPr sz="1162" b="0" i="0" lang="de-DE">
                <a:solidFill>
                  <a:srgbClr val="BBD7EA"/>
                </a:solidFill>
                <a:latin typeface="IBM Plex Sans"/>
              </a:rPr>
              <a:t>Später geht nicht, ohne 2025 selbst zu verwenden</a:t>
            </a:r>
          </a:p>
        </p:txBody>
      </p:sp>
      <p:sp>
        <p:nvSpPr>
          <p:cNvPr id="62" name="Rounded Rectangle 61"/>
          <p:cNvSpPr/>
          <p:nvPr/>
        </p:nvSpPr>
        <p:spPr>
          <a:xfrm>
            <a:off x="685800" y="5394960"/>
            <a:ext cx="10820400" cy="691515"/>
          </a:xfrm>
          <a:prstGeom prst="roundRect">
            <a:avLst>
              <a:gd name="adj" fmla="val 13774"/>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63" name="Scheibe lightbulb"/>
          <p:cNvGrpSpPr/>
          <p:nvPr/>
        </p:nvGrpSpPr>
        <p:grpSpPr>
          <a:xfrm>
            <a:off x="809625" y="5597842"/>
            <a:ext cx="285750" cy="285750"/>
            <a:chOff x="809625" y="5597842"/>
            <a:chExt cx="285750" cy="285750"/>
          </a:xfrm>
        </p:grpSpPr>
        <p:sp>
          <p:nvSpPr>
            <p:cNvPr id="64" name="Oval 63"/>
            <p:cNvSpPr/>
            <p:nvPr/>
          </p:nvSpPr>
          <p:spPr>
            <a:xfrm>
              <a:off x="809625" y="5597842"/>
              <a:ext cx="285750" cy="285750"/>
            </a:xfrm>
            <a:prstGeom prst="ellipse">
              <a:avLst/>
            </a:prstGeom>
            <a:solidFill>
              <a:srgbClr val="C77E11"/>
            </a:solidFill>
            <a:ln>
              <a:noFill/>
            </a:ln>
            <a:effectLst/>
          </p:spPr>
          <p:txBody>
            <a:bodyPr rtlCol="0" anchor="ctr"/>
            <a:lstStyle/>
            <a:p>
              <a:pPr algn="ctr"/>
            </a:p>
          </p:txBody>
        </p:sp>
        <p:pic>
          <p:nvPicPr>
            <p:cNvPr id="65" name="Picture 64" descr="lightbulb__04263F.png"/>
            <p:cNvPicPr>
              <a:picLocks noChangeAspect="1"/>
            </p:cNvPicPr>
            <p:nvPr/>
          </p:nvPicPr>
          <p:blipFill>
            <a:blip r:embed="rId12"/>
            <a:stretch>
              <a:fillRect/>
            </a:stretch>
          </p:blipFill>
          <p:spPr>
            <a:xfrm>
              <a:off x="878205" y="5666422"/>
              <a:ext cx="148590" cy="148590"/>
            </a:xfrm>
            <a:prstGeom prst="rect">
              <a:avLst/>
            </a:prstGeom>
          </p:spPr>
        </p:pic>
      </p:grpSp>
      <p:sp>
        <p:nvSpPr>
          <p:cNvPr id="66" name="Merksatz"/>
          <p:cNvSpPr txBox="1"/>
          <p:nvPr/>
        </p:nvSpPr>
        <p:spPr>
          <a:xfrm>
            <a:off x="1228725" y="5394960"/>
            <a:ext cx="10086975" cy="691515"/>
          </a:xfrm>
          <a:prstGeom prst="rect">
            <a:avLst/>
          </a:prstGeom>
          <a:noFill/>
        </p:spPr>
        <p:txBody>
          <a:bodyPr wrap="square" lIns="0" rIns="0" tIns="0" bIns="0" anchor="ctr">
            <a:noAutofit/>
          </a:bodyPr>
          <a:lstStyle/>
          <a:p>
            <a:pPr algn="l">
              <a:lnSpc>
                <a:spcPts val="1822"/>
              </a:lnSpc>
            </a:pPr>
            <a:r>
              <a:rPr sz="1350" b="0" i="0" lang="de-DE">
                <a:solidFill>
                  <a:srgbClr val="FFFFFF"/>
                </a:solidFill>
                <a:latin typeface="IBM Plex Sans"/>
              </a:rPr>
              <a:t>Kalibrieren ändert nur die Grenze, nicht Modell oder Prognose. Neu kalibriert wird erst, wenn Fehler oder Hinweisvolumen über mehrere Monate abweichen.</a:t>
            </a:r>
          </a:p>
        </p:txBody>
      </p:sp>
      <p:cxnSp>
        <p:nvCxnSpPr>
          <p:cNvPr id="67" name="Fußlinie"/>
          <p:cNvCxnSpPr/>
          <p:nvPr/>
        </p:nvCxnSpPr>
        <p:spPr>
          <a:xfrm>
            <a:off x="0" y="6219825"/>
            <a:ext cx="12192000" cy="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sp>
        <p:nvSpPr>
          <p:cNvPr id="68"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69" name="Logo" descr="image.png"/>
          <p:cNvPicPr>
            <a:picLocks noChangeAspect="1"/>
          </p:cNvPicPr>
          <p:nvPr/>
        </p:nvPicPr>
        <p:blipFill>
          <a:blip r:embed="rId13"/>
          <a:stretch>
            <a:fillRect/>
          </a:stretch>
        </p:blipFill>
        <p:spPr>
          <a:xfrm>
            <a:off x="742950" y="6438900"/>
            <a:ext cx="495598" cy="171450"/>
          </a:xfrm>
          <a:prstGeom prst="rect">
            <a:avLst/>
          </a:prstGeom>
        </p:spPr>
      </p:pic>
      <p:sp>
        <p:nvSpPr>
          <p:cNvPr id="70" name="TextBox 69"/>
          <p:cNvSpPr txBox="1"/>
          <p:nvPr/>
        </p:nvSpPr>
        <p:spPr>
          <a:xfrm>
            <a:off x="1447800" y="6429375"/>
            <a:ext cx="262890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cxnSp>
        <p:nvCxnSpPr>
          <p:cNvPr id="71" name="Connector 70"/>
          <p:cNvCxnSpPr/>
          <p:nvPr/>
        </p:nvCxnSpPr>
        <p:spPr>
          <a:xfrm>
            <a:off x="4248150" y="6419850"/>
            <a:ext cx="0" cy="20955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grpSp>
        <p:nvGrpSpPr>
          <p:cNvPr id="72" name="Scheibe ruler"/>
          <p:cNvGrpSpPr/>
          <p:nvPr/>
        </p:nvGrpSpPr>
        <p:grpSpPr>
          <a:xfrm>
            <a:off x="4410075" y="6419850"/>
            <a:ext cx="209550" cy="209550"/>
            <a:chOff x="4410075" y="6419850"/>
            <a:chExt cx="209550" cy="209550"/>
          </a:xfrm>
        </p:grpSpPr>
        <p:sp>
          <p:nvSpPr>
            <p:cNvPr id="73" name="Oval 72"/>
            <p:cNvSpPr/>
            <p:nvPr/>
          </p:nvSpPr>
          <p:spPr>
            <a:xfrm>
              <a:off x="4410075" y="6419850"/>
              <a:ext cx="209550" cy="209550"/>
            </a:xfrm>
            <a:prstGeom prst="ellipse">
              <a:avLst/>
            </a:prstGeom>
            <a:solidFill>
              <a:srgbClr val="6CC0D2"/>
            </a:solidFill>
            <a:ln>
              <a:noFill/>
            </a:ln>
            <a:effectLst/>
          </p:spPr>
          <p:txBody>
            <a:bodyPr rtlCol="0" anchor="ctr"/>
            <a:lstStyle/>
            <a:p>
              <a:pPr algn="ctr"/>
            </a:p>
          </p:txBody>
        </p:sp>
        <p:pic>
          <p:nvPicPr>
            <p:cNvPr id="74" name="Picture 73" descr="ruler__04263F.png"/>
            <p:cNvPicPr>
              <a:picLocks noChangeAspect="1"/>
            </p:cNvPicPr>
            <p:nvPr/>
          </p:nvPicPr>
          <p:blipFill>
            <a:blip r:embed="rId14"/>
            <a:stretch>
              <a:fillRect/>
            </a:stretch>
          </p:blipFill>
          <p:spPr>
            <a:xfrm>
              <a:off x="4460367" y="6470142"/>
              <a:ext cx="108966" cy="108966"/>
            </a:xfrm>
            <a:prstGeom prst="rect">
              <a:avLst/>
            </a:prstGeom>
          </p:spPr>
        </p:pic>
      </p:grpSp>
      <p:sp>
        <p:nvSpPr>
          <p:cNvPr id="75" name="TextBox 74"/>
          <p:cNvSpPr txBox="1"/>
          <p:nvPr/>
        </p:nvSpPr>
        <p:spPr>
          <a:xfrm>
            <a:off x="4676775" y="6438900"/>
            <a:ext cx="2857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06</a:t>
            </a:r>
          </a:p>
        </p:txBody>
      </p:sp>
      <p:sp>
        <p:nvSpPr>
          <p:cNvPr id="76" name="TextBox 75"/>
          <p:cNvSpPr txBox="1"/>
          <p:nvPr/>
        </p:nvSpPr>
        <p:spPr>
          <a:xfrm>
            <a:off x="4893945" y="6438900"/>
            <a:ext cx="721995"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Evaluation</a:t>
            </a:r>
          </a:p>
        </p:txBody>
      </p:sp>
      <p:grpSp>
        <p:nvGrpSpPr>
          <p:cNvPr id="77" name="Scheibe split"/>
          <p:cNvGrpSpPr/>
          <p:nvPr/>
        </p:nvGrpSpPr>
        <p:grpSpPr>
          <a:xfrm>
            <a:off x="5634990" y="6419850"/>
            <a:ext cx="209550" cy="209550"/>
            <a:chOff x="5634990" y="6419850"/>
            <a:chExt cx="209550" cy="209550"/>
          </a:xfrm>
        </p:grpSpPr>
        <p:sp>
          <p:nvSpPr>
            <p:cNvPr id="78" name="Oval 77"/>
            <p:cNvSpPr/>
            <p:nvPr/>
          </p:nvSpPr>
          <p:spPr>
            <a:xfrm>
              <a:off x="5634990" y="6419850"/>
              <a:ext cx="209550" cy="209550"/>
            </a:xfrm>
            <a:prstGeom prst="ellipse">
              <a:avLst/>
            </a:prstGeom>
            <a:solidFill>
              <a:srgbClr val="6CC0D2"/>
            </a:solidFill>
            <a:ln>
              <a:noFill/>
            </a:ln>
            <a:effectLst/>
          </p:spPr>
          <p:txBody>
            <a:bodyPr rtlCol="0" anchor="ctr"/>
            <a:lstStyle/>
            <a:p>
              <a:pPr algn="ctr"/>
            </a:p>
          </p:txBody>
        </p:sp>
        <p:pic>
          <p:nvPicPr>
            <p:cNvPr id="79" name="Picture 78" descr="split__04263F.png"/>
            <p:cNvPicPr>
              <a:picLocks noChangeAspect="1"/>
            </p:cNvPicPr>
            <p:nvPr/>
          </p:nvPicPr>
          <p:blipFill>
            <a:blip r:embed="rId15"/>
            <a:stretch>
              <a:fillRect/>
            </a:stretch>
          </p:blipFill>
          <p:spPr>
            <a:xfrm>
              <a:off x="5685282" y="6470142"/>
              <a:ext cx="108966" cy="108966"/>
            </a:xfrm>
            <a:prstGeom prst="rect">
              <a:avLst/>
            </a:prstGeom>
          </p:spPr>
        </p:pic>
      </p:grpSp>
      <p:sp>
        <p:nvSpPr>
          <p:cNvPr id="80" name="TextBox 79"/>
          <p:cNvSpPr txBox="1"/>
          <p:nvPr/>
        </p:nvSpPr>
        <p:spPr>
          <a:xfrm>
            <a:off x="5901690" y="6438900"/>
            <a:ext cx="2857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07</a:t>
            </a:r>
          </a:p>
        </p:txBody>
      </p:sp>
      <p:sp>
        <p:nvSpPr>
          <p:cNvPr id="81" name="TextBox 80"/>
          <p:cNvSpPr txBox="1"/>
          <p:nvPr/>
        </p:nvSpPr>
        <p:spPr>
          <a:xfrm>
            <a:off x="6118860" y="6438900"/>
            <a:ext cx="910019"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Entscheidung</a:t>
            </a:r>
          </a:p>
        </p:txBody>
      </p:sp>
      <p:grpSp>
        <p:nvGrpSpPr>
          <p:cNvPr id="82" name="Scheibe activity"/>
          <p:cNvGrpSpPr/>
          <p:nvPr/>
        </p:nvGrpSpPr>
        <p:grpSpPr>
          <a:xfrm>
            <a:off x="7055072" y="6426994"/>
            <a:ext cx="195262" cy="195262"/>
            <a:chOff x="7055072" y="6426994"/>
            <a:chExt cx="195262" cy="195262"/>
          </a:xfrm>
        </p:grpSpPr>
        <p:sp>
          <p:nvSpPr>
            <p:cNvPr id="83" name="Oval 82"/>
            <p:cNvSpPr/>
            <p:nvPr/>
          </p:nvSpPr>
          <p:spPr>
            <a:xfrm>
              <a:off x="7055072" y="6426994"/>
              <a:ext cx="195262" cy="1952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84" name="Picture 83" descr="activity__9CC3E0.png"/>
            <p:cNvPicPr>
              <a:picLocks noChangeAspect="1"/>
            </p:cNvPicPr>
            <p:nvPr/>
          </p:nvPicPr>
          <p:blipFill>
            <a:blip r:embed="rId16"/>
            <a:stretch>
              <a:fillRect/>
            </a:stretch>
          </p:blipFill>
          <p:spPr>
            <a:xfrm>
              <a:off x="7098220" y="6470142"/>
              <a:ext cx="108966" cy="108966"/>
            </a:xfrm>
            <a:prstGeom prst="rect">
              <a:avLst/>
            </a:prstGeom>
          </p:spPr>
        </p:pic>
      </p:grpSp>
      <p:sp>
        <p:nvSpPr>
          <p:cNvPr id="85" name="TextBox 84"/>
          <p:cNvSpPr txBox="1"/>
          <p:nvPr/>
        </p:nvSpPr>
        <p:spPr>
          <a:xfrm>
            <a:off x="7314628" y="6438900"/>
            <a:ext cx="2857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10</a:t>
            </a:r>
          </a:p>
        </p:txBody>
      </p:sp>
      <p:sp>
        <p:nvSpPr>
          <p:cNvPr id="86" name="TextBox 85"/>
          <p:cNvSpPr txBox="1"/>
          <p:nvPr/>
        </p:nvSpPr>
        <p:spPr>
          <a:xfrm>
            <a:off x="7531798" y="6438900"/>
            <a:ext cx="737997"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Monitoring</a:t>
            </a:r>
          </a:p>
        </p:txBody>
      </p:sp>
      <p:sp>
        <p:nvSpPr>
          <p:cNvPr id="87" name="TextBox 86"/>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88"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clipboard-list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viele Fälle landen auf dem Prüftisch?</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2025: 114 von 8.398 Zähler-Monaten liegen außerhalb</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9" name="Picture 8" descr="history__8A96A3.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p:cNvGrpSpPr/>
          <p:nvPr/>
        </p:nvGrpSpPr>
        <p:grpSpPr>
          <a:xfrm>
            <a:off x="9817894" y="397669"/>
            <a:ext cx="233362" cy="233362"/>
            <a:chOff x="9817894" y="397669"/>
            <a:chExt cx="233362" cy="233362"/>
          </a:xfrm>
        </p:grpSpPr>
        <p:sp>
          <p:nvSpPr>
            <p:cNvPr id="11" name="Oval 10"/>
            <p:cNvSpPr/>
            <p:nvPr/>
          </p:nvSpPr>
          <p:spPr>
            <a:xfrm>
              <a:off x="9817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2" name="Picture 11" descr="trees__8A96A3.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p:cNvGrpSpPr/>
          <p:nvPr/>
        </p:nvGrpSpPr>
        <p:grpSpPr>
          <a:xfrm>
            <a:off x="10122694" y="397669"/>
            <a:ext cx="233362" cy="233362"/>
            <a:chOff x="10122694" y="397669"/>
            <a:chExt cx="233362" cy="233362"/>
          </a:xfrm>
        </p:grpSpPr>
        <p:sp>
          <p:nvSpPr>
            <p:cNvPr id="14" name="Oval 13"/>
            <p:cNvSpPr/>
            <p:nvPr/>
          </p:nvSpPr>
          <p:spPr>
            <a:xfrm>
              <a:off x="10122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5" name="Picture 14" descr="calculator__8A96A3.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p:cNvGrpSpPr/>
          <p:nvPr/>
        </p:nvGrpSpPr>
        <p:grpSpPr>
          <a:xfrm>
            <a:off x="10656094" y="397669"/>
            <a:ext cx="233362" cy="233362"/>
            <a:chOff x="10656094" y="397669"/>
            <a:chExt cx="233362" cy="233362"/>
          </a:xfrm>
        </p:grpSpPr>
        <p:sp>
          <p:nvSpPr>
            <p:cNvPr id="17" name="Oval 16"/>
            <p:cNvSpPr/>
            <p:nvPr/>
          </p:nvSpPr>
          <p:spPr>
            <a:xfrm>
              <a:off x="10656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8" name="Picture 17" descr="gauge__8A96A3.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aktiv"/>
          <p:cNvGrpSpPr/>
          <p:nvPr/>
        </p:nvGrpSpPr>
        <p:grpSpPr>
          <a:xfrm>
            <a:off x="10953750" y="390525"/>
            <a:ext cx="247650" cy="247650"/>
            <a:chOff x="10953750" y="390525"/>
            <a:chExt cx="247650" cy="247650"/>
          </a:xfrm>
        </p:grpSpPr>
        <p:sp>
          <p:nvSpPr>
            <p:cNvPr id="20" name="Oval 19"/>
            <p:cNvSpPr/>
            <p:nvPr/>
          </p:nvSpPr>
          <p:spPr>
            <a:xfrm>
              <a:off x="10953750" y="390525"/>
              <a:ext cx="247650" cy="247650"/>
            </a:xfrm>
            <a:prstGeom prst="ellipse">
              <a:avLst/>
            </a:prstGeom>
            <a:solidFill>
              <a:srgbClr val="00718E"/>
            </a:solidFill>
            <a:ln>
              <a:noFill/>
            </a:ln>
            <a:effectLst/>
          </p:spPr>
          <p:txBody>
            <a:bodyPr rtlCol="0" anchor="ctr"/>
            <a:lstStyle/>
            <a:p>
              <a:pPr algn="ctr"/>
            </a:p>
          </p:txBody>
        </p:sp>
        <p:pic>
          <p:nvPicPr>
            <p:cNvPr id="21" name="Picture 20" descr="diff__FFFFFF.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aktiv"/>
          <p:cNvGrpSpPr/>
          <p:nvPr/>
        </p:nvGrpSpPr>
        <p:grpSpPr>
          <a:xfrm>
            <a:off x="11258550" y="390525"/>
            <a:ext cx="247650" cy="247650"/>
            <a:chOff x="11258550" y="390525"/>
            <a:chExt cx="247650" cy="247650"/>
          </a:xfrm>
        </p:grpSpPr>
        <p:sp>
          <p:nvSpPr>
            <p:cNvPr id="23" name="Oval 22"/>
            <p:cNvSpPr/>
            <p:nvPr/>
          </p:nvSpPr>
          <p:spPr>
            <a:xfrm>
              <a:off x="11258550" y="390525"/>
              <a:ext cx="247650" cy="247650"/>
            </a:xfrm>
            <a:prstGeom prst="ellipse">
              <a:avLst/>
            </a:prstGeom>
            <a:solidFill>
              <a:srgbClr val="00718E"/>
            </a:solidFill>
            <a:ln>
              <a:noFill/>
            </a:ln>
            <a:effectLst/>
          </p:spPr>
          <p:txBody>
            <a:bodyPr rtlCol="0" anchor="ctr"/>
            <a:lstStyle/>
            <a:p>
              <a:pPr algn="ctr"/>
            </a:p>
          </p:txBody>
        </p:sp>
        <p:pic>
          <p:nvPicPr>
            <p:cNvPr id="24" name="Picture 23" descr="flag__FFFFFF.png"/>
            <p:cNvPicPr>
              <a:picLocks noChangeAspect="1"/>
            </p:cNvPicPr>
            <p:nvPr/>
          </p:nvPicPr>
          <p:blipFill>
            <a:blip r:embed="rId9"/>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5–6 · Residuum · Prüfhinweis</a:t>
            </a:r>
          </a:p>
        </p:txBody>
      </p:sp>
      <p:sp>
        <p:nvSpPr>
          <p:cNvPr id="28" name="Rounded Rectangle 27"/>
          <p:cNvSpPr/>
          <p:nvPr/>
        </p:nvSpPr>
        <p:spPr>
          <a:xfrm>
            <a:off x="685800" y="1362075"/>
            <a:ext cx="4953000" cy="4728210"/>
          </a:xfrm>
          <a:prstGeom prst="roundRect">
            <a:avLst>
              <a:gd name="adj" fmla="val 2014"/>
            </a:avLst>
          </a:prstGeom>
          <a:solidFill>
            <a:srgbClr val="FFFFFF"/>
          </a:solidFill>
          <a:ln w="9525">
            <a:solidFill>
              <a:srgbClr val="D2DAE2"/>
            </a:solidFill>
          </a:ln>
          <a:effectLst/>
        </p:spPr>
        <p:txBody>
          <a:bodyPr rtlCol="0" anchor="ctr"/>
          <a:lstStyle/>
          <a:p>
            <a:pPr algn="ctr"/>
          </a:p>
        </p:txBody>
      </p:sp>
      <p:sp>
        <p:nvSpPr>
          <p:cNvPr id="29" name="Toleranzband"/>
          <p:cNvSpPr/>
          <p:nvPr/>
        </p:nvSpPr>
        <p:spPr>
          <a:xfrm>
            <a:off x="1407414" y="2269998"/>
            <a:ext cx="3957828" cy="3229737"/>
          </a:xfrm>
          <a:custGeom>
            <a:avLst/>
            <a:gdLst/>
            <a:ahLst/>
            <a:cxnLst/>
            <a:rect l="l" t="t" r="r" b="b"/>
            <a:pathLst>
              <a:path w="3957828" h="3229737">
                <a:moveTo>
                  <a:pt x="0" y="2647264"/>
                </a:moveTo>
                <a:lnTo>
                  <a:pt x="3243739" y="0"/>
                </a:lnTo>
                <a:lnTo>
                  <a:pt x="3957828" y="0"/>
                </a:lnTo>
                <a:lnTo>
                  <a:pt x="3957828" y="582473"/>
                </a:lnTo>
                <a:lnTo>
                  <a:pt x="714089" y="3229737"/>
                </a:lnTo>
                <a:lnTo>
                  <a:pt x="0" y="3229737"/>
                </a:lnTo>
                <a:close/>
              </a:path>
            </a:pathLst>
          </a:custGeom>
          <a:solidFill>
            <a:srgbClr val="0090C8">
              <a:alpha val="16000"/>
            </a:srgbClr>
          </a:solidFill>
          <a:ln>
            <a:noFill/>
          </a:ln>
          <a:effectLst/>
        </p:spPr>
        <p:txBody>
          <a:bodyPr rtlCol="0" anchor="ctr"/>
          <a:lstStyle/>
          <a:p>
            <a:pPr algn="ctr"/>
          </a:p>
        </p:txBody>
      </p:sp>
      <p:graphicFrame>
        <p:nvGraphicFramePr>
          <p:cNvPr id="30" name="Diagramm Ist gegen Prognose"/>
          <p:cNvGraphicFramePr>
            <a:graphicFrameLocks noGrp="1"/>
          </p:cNvGraphicFramePr>
          <p:nvPr/>
        </p:nvGraphicFramePr>
        <p:xfrm>
          <a:off x="969264" y="2193798"/>
          <a:ext cx="4510278" cy="3591687"/>
        </p:xfrm>
        <a:graphic>
          <a:graphicData uri="http://schemas.openxmlformats.org/drawingml/2006/chart">
            <c:chart xmlns:c="http://schemas.openxmlformats.org/drawingml/2006/chart" r:id="rId10"/>
          </a:graphicData>
        </a:graphic>
      </p:graphicFrame>
      <p:sp>
        <p:nvSpPr>
          <p:cNvPr id="31" name="TextBox 30"/>
          <p:cNvSpPr txBox="1"/>
          <p:nvPr/>
        </p:nvSpPr>
        <p:spPr>
          <a:xfrm>
            <a:off x="1407414" y="5766935"/>
            <a:ext cx="1394612" cy="182023"/>
          </a:xfrm>
          <a:prstGeom prst="rect">
            <a:avLst/>
          </a:prstGeom>
          <a:noFill/>
        </p:spPr>
        <p:txBody>
          <a:bodyPr wrap="none" lIns="0" rIns="0" tIns="0" bIns="0" anchor="t">
            <a:noAutofit/>
          </a:bodyPr>
          <a:lstStyle/>
          <a:p>
            <a:pPr algn="l">
              <a:lnSpc>
                <a:spcPts val="1433"/>
              </a:lnSpc>
            </a:pPr>
            <a:r>
              <a:rPr sz="1102" b="0" i="0" lang="de-DE">
                <a:solidFill>
                  <a:srgbClr val="4E5A68"/>
                </a:solidFill>
                <a:latin typeface="IBM Plex Sans"/>
              </a:rPr>
              <a:t>Prognose in VLS-h →</a:t>
            </a:r>
          </a:p>
        </p:txBody>
      </p:sp>
      <p:sp>
        <p:nvSpPr>
          <p:cNvPr id="32" name="TextBox 31"/>
          <p:cNvSpPr txBox="1"/>
          <p:nvPr/>
        </p:nvSpPr>
        <p:spPr>
          <a:xfrm>
            <a:off x="828675" y="1977128"/>
            <a:ext cx="971760" cy="182023"/>
          </a:xfrm>
          <a:prstGeom prst="rect">
            <a:avLst/>
          </a:prstGeom>
          <a:noFill/>
        </p:spPr>
        <p:txBody>
          <a:bodyPr wrap="none" lIns="0" rIns="0" tIns="0" bIns="0" anchor="t">
            <a:noAutofit/>
          </a:bodyPr>
          <a:lstStyle/>
          <a:p>
            <a:pPr algn="l">
              <a:lnSpc>
                <a:spcPts val="1433"/>
              </a:lnSpc>
            </a:pPr>
            <a:r>
              <a:rPr sz="1102" b="0" i="0" lang="de-DE">
                <a:solidFill>
                  <a:srgbClr val="4E5A68"/>
                </a:solidFill>
                <a:latin typeface="IBM Plex Sans"/>
              </a:rPr>
              <a:t>↑ Ist in VLS-h</a:t>
            </a:r>
          </a:p>
        </p:txBody>
      </p:sp>
      <p:sp>
        <p:nvSpPr>
          <p:cNvPr id="33" name="TextBox 32"/>
          <p:cNvSpPr txBox="1"/>
          <p:nvPr/>
        </p:nvSpPr>
        <p:spPr>
          <a:xfrm>
            <a:off x="3482435" y="1734431"/>
            <a:ext cx="2013490" cy="182023"/>
          </a:xfrm>
          <a:prstGeom prst="rect">
            <a:avLst/>
          </a:prstGeom>
          <a:noFill/>
        </p:spPr>
        <p:txBody>
          <a:bodyPr wrap="none" lIns="0" rIns="0" tIns="0" bIns="0" anchor="t">
            <a:noAutofit/>
          </a:bodyPr>
          <a:lstStyle/>
          <a:p>
            <a:pPr algn="r">
              <a:lnSpc>
                <a:spcPts val="1433"/>
              </a:lnSpc>
            </a:pPr>
            <a:r>
              <a:rPr sz="1102" b="1" i="0" lang="de-DE">
                <a:solidFill>
                  <a:srgbClr val="951C15"/>
                </a:solidFill>
                <a:latin typeface="IBM Plex Sans"/>
              </a:rPr>
              <a:t>▲ 4 Hinweise über 800 VLS-h</a:t>
            </a:r>
          </a:p>
        </p:txBody>
      </p:sp>
      <p:sp>
        <p:nvSpPr>
          <p:cNvPr id="34" name="Oval 33"/>
          <p:cNvSpPr/>
          <p:nvPr/>
        </p:nvSpPr>
        <p:spPr>
          <a:xfrm>
            <a:off x="842677" y="1555909"/>
            <a:ext cx="84010" cy="84010"/>
          </a:xfrm>
          <a:prstGeom prst="ellipse">
            <a:avLst/>
          </a:prstGeom>
          <a:solidFill>
            <a:srgbClr val="7FB4D8"/>
          </a:solidFill>
          <a:ln>
            <a:noFill/>
          </a:ln>
          <a:effectLst/>
        </p:spPr>
        <p:txBody>
          <a:bodyPr rtlCol="0" anchor="ctr"/>
          <a:lstStyle/>
          <a:p>
            <a:pPr algn="ctr"/>
          </a:p>
        </p:txBody>
      </p:sp>
      <p:sp>
        <p:nvSpPr>
          <p:cNvPr id="35" name="TextBox 34"/>
          <p:cNvSpPr txBox="1"/>
          <p:nvPr/>
        </p:nvSpPr>
        <p:spPr>
          <a:xfrm>
            <a:off x="978027" y="1501069"/>
            <a:ext cx="897550" cy="182023"/>
          </a:xfrm>
          <a:prstGeom prst="rect">
            <a:avLst/>
          </a:prstGeom>
          <a:noFill/>
        </p:spPr>
        <p:txBody>
          <a:bodyPr wrap="none" lIns="0" rIns="0" tIns="0" bIns="0" anchor="t">
            <a:noAutofit/>
          </a:bodyPr>
          <a:lstStyle/>
          <a:p>
            <a:pPr algn="l">
              <a:lnSpc>
                <a:spcPts val="1433"/>
              </a:lnSpc>
            </a:pPr>
            <a:r>
              <a:rPr sz="1102" b="0" i="0" lang="de-DE">
                <a:solidFill>
                  <a:srgbClr val="4E5A68"/>
                </a:solidFill>
                <a:latin typeface="IBM Plex Sans"/>
              </a:rPr>
              <a:t>kein Hinweis</a:t>
            </a:r>
          </a:p>
        </p:txBody>
      </p:sp>
      <p:sp>
        <p:nvSpPr>
          <p:cNvPr id="36" name="Oval 35"/>
          <p:cNvSpPr/>
          <p:nvPr/>
        </p:nvSpPr>
        <p:spPr>
          <a:xfrm>
            <a:off x="1920812" y="1551242"/>
            <a:ext cx="93345" cy="93345"/>
          </a:xfrm>
          <a:prstGeom prst="ellipse">
            <a:avLst/>
          </a:prstGeom>
          <a:solidFill>
            <a:srgbClr val="B3261E"/>
          </a:solidFill>
          <a:ln>
            <a:noFill/>
          </a:ln>
          <a:effectLst/>
        </p:spPr>
        <p:txBody>
          <a:bodyPr rtlCol="0" anchor="ctr"/>
          <a:lstStyle/>
          <a:p>
            <a:pPr algn="ctr"/>
          </a:p>
        </p:txBody>
      </p:sp>
      <p:sp>
        <p:nvSpPr>
          <p:cNvPr id="37" name="TextBox 36"/>
          <p:cNvSpPr txBox="1"/>
          <p:nvPr/>
        </p:nvSpPr>
        <p:spPr>
          <a:xfrm>
            <a:off x="2070164" y="1501069"/>
            <a:ext cx="840143" cy="182023"/>
          </a:xfrm>
          <a:prstGeom prst="rect">
            <a:avLst/>
          </a:prstGeom>
          <a:noFill/>
        </p:spPr>
        <p:txBody>
          <a:bodyPr wrap="none" lIns="0" rIns="0" tIns="0" bIns="0" anchor="t">
            <a:noAutofit/>
          </a:bodyPr>
          <a:lstStyle/>
          <a:p>
            <a:pPr algn="l">
              <a:lnSpc>
                <a:spcPts val="1433"/>
              </a:lnSpc>
            </a:pPr>
            <a:r>
              <a:rPr sz="1102" b="0" i="0" lang="de-DE">
                <a:solidFill>
                  <a:srgbClr val="4E5A68"/>
                </a:solidFill>
                <a:latin typeface="IBM Plex Sans"/>
              </a:rPr>
              <a:t>Prüfhinweis</a:t>
            </a:r>
          </a:p>
        </p:txBody>
      </p:sp>
      <p:cxnSp>
        <p:nvCxnSpPr>
          <p:cNvPr id="38" name="Connector 37"/>
          <p:cNvCxnSpPr/>
          <p:nvPr/>
        </p:nvCxnSpPr>
        <p:spPr>
          <a:xfrm>
            <a:off x="2994279" y="1597914"/>
            <a:ext cx="242697" cy="0"/>
          </a:xfrm>
          <a:prstGeom prst="line">
            <a:avLst/>
          </a:prstGeom>
          <a:ln w="14001">
            <a:solidFill>
              <a:srgbClr val="08487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292983" y="1501069"/>
            <a:ext cx="1013765" cy="182023"/>
          </a:xfrm>
          <a:prstGeom prst="rect">
            <a:avLst/>
          </a:prstGeom>
          <a:noFill/>
        </p:spPr>
        <p:txBody>
          <a:bodyPr wrap="none" lIns="0" rIns="0" tIns="0" bIns="0" anchor="t">
            <a:noAutofit/>
          </a:bodyPr>
          <a:lstStyle/>
          <a:p>
            <a:pPr algn="l">
              <a:lnSpc>
                <a:spcPts val="1433"/>
              </a:lnSpc>
            </a:pPr>
            <a:r>
              <a:rPr sz="1102" b="0" i="0" lang="de-DE">
                <a:solidFill>
                  <a:srgbClr val="4E5A68"/>
                </a:solidFill>
                <a:latin typeface="IBM Plex Sans"/>
              </a:rPr>
              <a:t>Ist = Prognose</a:t>
            </a:r>
          </a:p>
        </p:txBody>
      </p:sp>
      <p:sp>
        <p:nvSpPr>
          <p:cNvPr id="40" name="Rounded Rectangle 39"/>
          <p:cNvSpPr/>
          <p:nvPr/>
        </p:nvSpPr>
        <p:spPr>
          <a:xfrm>
            <a:off x="884682" y="1765935"/>
            <a:ext cx="224028" cy="130683"/>
          </a:xfrm>
          <a:prstGeom prst="roundRect">
            <a:avLst>
              <a:gd name="adj" fmla="val 21428"/>
            </a:avLst>
          </a:prstGeom>
          <a:solidFill>
            <a:srgbClr val="0090C8">
              <a:alpha val="16000"/>
            </a:srgbClr>
          </a:solidFill>
          <a:ln>
            <a:noFill/>
          </a:ln>
          <a:effectLst/>
        </p:spPr>
        <p:txBody>
          <a:bodyPr rtlCol="0" anchor="ctr"/>
          <a:lstStyle/>
          <a:p>
            <a:pPr algn="ctr"/>
          </a:p>
        </p:txBody>
      </p:sp>
      <p:sp>
        <p:nvSpPr>
          <p:cNvPr id="41" name="TextBox 40"/>
          <p:cNvSpPr txBox="1"/>
          <p:nvPr/>
        </p:nvSpPr>
        <p:spPr>
          <a:xfrm>
            <a:off x="1164717" y="1734431"/>
            <a:ext cx="1730654" cy="182023"/>
          </a:xfrm>
          <a:prstGeom prst="rect">
            <a:avLst/>
          </a:prstGeom>
          <a:noFill/>
        </p:spPr>
        <p:txBody>
          <a:bodyPr wrap="none" lIns="0" rIns="0" tIns="0" bIns="0" anchor="t">
            <a:noAutofit/>
          </a:bodyPr>
          <a:lstStyle/>
          <a:p>
            <a:pPr algn="l">
              <a:lnSpc>
                <a:spcPts val="1433"/>
              </a:lnSpc>
            </a:pPr>
            <a:r>
              <a:rPr sz="1102" b="0" i="0" lang="de-DE">
                <a:solidFill>
                  <a:srgbClr val="4E5A68"/>
                </a:solidFill>
                <a:latin typeface="IBM Plex Sans"/>
              </a:rPr>
              <a:t>Band ± 144,4 VLS-h (q99)</a:t>
            </a:r>
          </a:p>
        </p:txBody>
      </p:sp>
      <p:sp>
        <p:nvSpPr>
          <p:cNvPr id="42" name="Rounded Rectangle 41"/>
          <p:cNvSpPr/>
          <p:nvPr/>
        </p:nvSpPr>
        <p:spPr>
          <a:xfrm>
            <a:off x="5848350" y="1362075"/>
            <a:ext cx="5657850" cy="948690"/>
          </a:xfrm>
          <a:prstGeom prst="roundRect">
            <a:avLst>
              <a:gd name="adj" fmla="val 10040"/>
            </a:avLst>
          </a:prstGeom>
          <a:solidFill>
            <a:srgbClr val="063659"/>
          </a:solidFill>
          <a:ln>
            <a:noFill/>
          </a:ln>
          <a:effectLst/>
        </p:spPr>
        <p:txBody>
          <a:bodyPr rtlCol="0" anchor="ctr"/>
          <a:lstStyle/>
          <a:p>
            <a:pPr algn="ctr"/>
          </a:p>
        </p:txBody>
      </p:sp>
      <p:grpSp>
        <p:nvGrpSpPr>
          <p:cNvPr id="43" name="Zählwerk 9,5"/>
          <p:cNvGrpSpPr/>
          <p:nvPr/>
        </p:nvGrpSpPr>
        <p:grpSpPr>
          <a:xfrm>
            <a:off x="5981700" y="1526858"/>
            <a:ext cx="1149096" cy="618744"/>
            <a:chOff x="5981700" y="1526858"/>
            <a:chExt cx="1149096" cy="618744"/>
          </a:xfrm>
        </p:grpSpPr>
        <p:sp>
          <p:nvSpPr>
            <p:cNvPr id="44" name="Rounded Rectangle 43"/>
            <p:cNvSpPr/>
            <p:nvPr/>
          </p:nvSpPr>
          <p:spPr>
            <a:xfrm>
              <a:off x="6038850" y="1526858"/>
              <a:ext cx="394716" cy="618744"/>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45" name="TextBox 44"/>
            <p:cNvSpPr txBox="1"/>
            <p:nvPr/>
          </p:nvSpPr>
          <p:spPr>
            <a:xfrm>
              <a:off x="5981700" y="1526858"/>
              <a:ext cx="509016" cy="618744"/>
            </a:xfrm>
            <a:prstGeom prst="rect">
              <a:avLst/>
            </a:prstGeom>
            <a:noFill/>
          </p:spPr>
          <p:txBody>
            <a:bodyPr wrap="none" lIns="0" rIns="0" tIns="0" bIns="0" anchor="ctr">
              <a:noAutofit/>
            </a:bodyPr>
            <a:lstStyle/>
            <a:p>
              <a:pPr algn="ctr">
                <a:lnSpc>
                  <a:spcPts val="4200"/>
                </a:lnSpc>
              </a:pPr>
              <a:r>
                <a:rPr sz="4200" b="1" i="0" lang="de-DE">
                  <a:solidFill>
                    <a:srgbClr val="FFFFFF"/>
                  </a:solidFill>
                  <a:latin typeface="Geist Mono"/>
                </a:rPr>
                <a:t>9</a:t>
              </a:r>
            </a:p>
          </p:txBody>
        </p:sp>
        <p:sp>
          <p:nvSpPr>
            <p:cNvPr id="46" name="TextBox 45"/>
            <p:cNvSpPr txBox="1"/>
            <p:nvPr/>
          </p:nvSpPr>
          <p:spPr>
            <a:xfrm>
              <a:off x="6252210" y="1526858"/>
              <a:ext cx="608076" cy="618744"/>
            </a:xfrm>
            <a:prstGeom prst="rect">
              <a:avLst/>
            </a:prstGeom>
            <a:noFill/>
          </p:spPr>
          <p:txBody>
            <a:bodyPr wrap="none" lIns="0" rIns="0" tIns="0" bIns="0" anchor="ctr">
              <a:noAutofit/>
            </a:bodyPr>
            <a:lstStyle/>
            <a:p>
              <a:pPr algn="ctr">
                <a:lnSpc>
                  <a:spcPts val="4200"/>
                </a:lnSpc>
              </a:pPr>
              <a:r>
                <a:rPr sz="4200" b="1" i="0" lang="de-DE">
                  <a:solidFill>
                    <a:srgbClr val="6CC0D2"/>
                  </a:solidFill>
                  <a:latin typeface="Geist Mono"/>
                </a:rPr>
                <a:t>,</a:t>
              </a:r>
            </a:p>
          </p:txBody>
        </p:sp>
        <p:sp>
          <p:nvSpPr>
            <p:cNvPr id="47" name="Rounded Rectangle 46"/>
            <p:cNvSpPr/>
            <p:nvPr/>
          </p:nvSpPr>
          <p:spPr>
            <a:xfrm>
              <a:off x="6678930" y="1526858"/>
              <a:ext cx="394716" cy="618744"/>
            </a:xfrm>
            <a:prstGeom prst="roundRect">
              <a:avLst>
                <a:gd name="adj" fmla="val 16216"/>
              </a:avLst>
            </a:prstGeom>
            <a:solidFill>
              <a:srgbClr val="FFFFFF">
                <a:alpha val="10000"/>
              </a:srgbClr>
            </a:solidFill>
            <a:ln w="9525">
              <a:solidFill>
                <a:srgbClr val="FFFFFF">
                  <a:alpha val="22000"/>
                </a:srgbClr>
              </a:solidFill>
            </a:ln>
            <a:effectLst/>
          </p:spPr>
          <p:txBody>
            <a:bodyPr rtlCol="0" anchor="ctr"/>
            <a:lstStyle/>
            <a:p>
              <a:pPr algn="ctr"/>
            </a:p>
          </p:txBody>
        </p:sp>
        <p:sp>
          <p:nvSpPr>
            <p:cNvPr id="48" name="TextBox 47"/>
            <p:cNvSpPr txBox="1"/>
            <p:nvPr/>
          </p:nvSpPr>
          <p:spPr>
            <a:xfrm>
              <a:off x="6621780" y="1526858"/>
              <a:ext cx="509016" cy="618744"/>
            </a:xfrm>
            <a:prstGeom prst="rect">
              <a:avLst/>
            </a:prstGeom>
            <a:noFill/>
          </p:spPr>
          <p:txBody>
            <a:bodyPr wrap="none" lIns="0" rIns="0" tIns="0" bIns="0" anchor="ctr">
              <a:noAutofit/>
            </a:bodyPr>
            <a:lstStyle/>
            <a:p>
              <a:pPr algn="ctr">
                <a:lnSpc>
                  <a:spcPts val="4200"/>
                </a:lnSpc>
              </a:pPr>
              <a:r>
                <a:rPr sz="4200" b="1" i="0" lang="de-DE">
                  <a:solidFill>
                    <a:srgbClr val="FFFFFF"/>
                  </a:solidFill>
                  <a:latin typeface="Geist Mono"/>
                </a:rPr>
                <a:t>5</a:t>
              </a:r>
            </a:p>
          </p:txBody>
        </p:sp>
      </p:grpSp>
      <p:sp>
        <p:nvSpPr>
          <p:cNvPr id="49" name="TextBox 48"/>
          <p:cNvSpPr txBox="1"/>
          <p:nvPr/>
        </p:nvSpPr>
        <p:spPr>
          <a:xfrm>
            <a:off x="7244715" y="1514475"/>
            <a:ext cx="4191000"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Prüfhinweise je Monat</a:t>
            </a:r>
          </a:p>
        </p:txBody>
      </p:sp>
      <p:sp>
        <p:nvSpPr>
          <p:cNvPr id="50" name="TextBox 49"/>
          <p:cNvSpPr txBox="1"/>
          <p:nvPr/>
        </p:nvSpPr>
        <p:spPr>
          <a:xfrm>
            <a:off x="7244715" y="1771650"/>
            <a:ext cx="4191000" cy="390525"/>
          </a:xfrm>
          <a:prstGeom prst="rect">
            <a:avLst/>
          </a:prstGeom>
          <a:noFill/>
        </p:spPr>
        <p:txBody>
          <a:bodyPr wrap="square" lIns="0" rIns="0" tIns="0" bIns="0" anchor="t">
            <a:noAutofit/>
          </a:bodyPr>
          <a:lstStyle/>
          <a:p>
            <a:pPr algn="l">
              <a:lnSpc>
                <a:spcPts val="1522"/>
              </a:lnSpc>
            </a:pPr>
            <a:r>
              <a:rPr sz="1087" b="0" i="0" lang="de-DE">
                <a:solidFill>
                  <a:srgbClr val="BBD7EA"/>
                </a:solidFill>
                <a:latin typeface="IBM Plex Sans"/>
              </a:rPr>
              <a:t>rund 2 pro Woche · 114 Hinweise (1,36 %) bei 107 Zählern</a:t>
            </a:r>
          </a:p>
          <a:p>
            <a:pPr algn="l">
              <a:lnSpc>
                <a:spcPts val="1522"/>
              </a:lnSpc>
            </a:pPr>
            <a:r>
              <a:rPr sz="1087" b="0" i="0" lang="de-DE">
                <a:solidFill>
                  <a:srgbClr val="BBD7EA"/>
                </a:solidFill>
                <a:latin typeface="IBM Plex Sans"/>
              </a:rPr>
              <a:t>68 ungewöhnlich hoch ↑ · 46 ungewöhnlich niedrig ↓</a:t>
            </a:r>
          </a:p>
        </p:txBody>
      </p:sp>
      <p:sp>
        <p:nvSpPr>
          <p:cNvPr id="51" name="Rounded Rectangle 50"/>
          <p:cNvSpPr/>
          <p:nvPr/>
        </p:nvSpPr>
        <p:spPr>
          <a:xfrm>
            <a:off x="5848350" y="2425065"/>
            <a:ext cx="5657850" cy="2005965"/>
          </a:xfrm>
          <a:prstGeom prst="roundRect">
            <a:avLst>
              <a:gd name="adj" fmla="val 4748"/>
            </a:avLst>
          </a:prstGeom>
          <a:solidFill>
            <a:srgbClr val="F7F9FB"/>
          </a:solidFill>
          <a:ln w="9525">
            <a:solidFill>
              <a:srgbClr val="D2DAE2"/>
            </a:solidFill>
          </a:ln>
          <a:effectLst/>
        </p:spPr>
        <p:txBody>
          <a:bodyPr rtlCol="0" anchor="ctr"/>
          <a:lstStyle/>
          <a:p>
            <a:pPr algn="ctr"/>
          </a:p>
        </p:txBody>
      </p:sp>
      <p:sp>
        <p:nvSpPr>
          <p:cNvPr id="52" name="TextBox 51"/>
          <p:cNvSpPr txBox="1"/>
          <p:nvPr/>
        </p:nvSpPr>
        <p:spPr>
          <a:xfrm>
            <a:off x="6010275" y="2548890"/>
            <a:ext cx="5334000"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Sensitivität · Hinweise je Monat 2025</a:t>
            </a:r>
          </a:p>
        </p:txBody>
      </p:sp>
      <p:sp>
        <p:nvSpPr>
          <p:cNvPr id="53" name="Rounded Rectangle 52"/>
          <p:cNvSpPr/>
          <p:nvPr/>
        </p:nvSpPr>
        <p:spPr>
          <a:xfrm>
            <a:off x="6010275" y="2787015"/>
            <a:ext cx="1262062" cy="762000"/>
          </a:xfrm>
          <a:prstGeom prst="roundRect">
            <a:avLst>
              <a:gd name="adj" fmla="val 12500"/>
            </a:avLst>
          </a:prstGeom>
          <a:solidFill>
            <a:srgbClr val="FFFFFF"/>
          </a:solidFill>
          <a:ln w="9525">
            <a:solidFill>
              <a:srgbClr val="D2DAE2"/>
            </a:solidFill>
          </a:ln>
          <a:effectLst/>
        </p:spPr>
        <p:txBody>
          <a:bodyPr rtlCol="0" anchor="ctr"/>
          <a:lstStyle/>
          <a:p>
            <a:pPr algn="ctr"/>
          </a:p>
        </p:txBody>
      </p:sp>
      <p:sp>
        <p:nvSpPr>
          <p:cNvPr id="54" name="TextBox 53"/>
          <p:cNvSpPr txBox="1"/>
          <p:nvPr/>
        </p:nvSpPr>
        <p:spPr>
          <a:xfrm>
            <a:off x="6134100"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4E5A68"/>
                </a:solidFill>
                <a:latin typeface="Geist Mono"/>
              </a:rPr>
              <a:t>q95</a:t>
            </a:r>
          </a:p>
        </p:txBody>
      </p:sp>
      <p:sp>
        <p:nvSpPr>
          <p:cNvPr id="55" name="TextBox 54"/>
          <p:cNvSpPr txBox="1"/>
          <p:nvPr/>
        </p:nvSpPr>
        <p:spPr>
          <a:xfrm>
            <a:off x="6134100"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141A21"/>
                </a:solidFill>
                <a:latin typeface="Geist Mono"/>
              </a:rPr>
              <a:t>33,3</a:t>
            </a:r>
          </a:p>
        </p:txBody>
      </p:sp>
      <p:sp>
        <p:nvSpPr>
          <p:cNvPr id="56" name="TextBox 55"/>
          <p:cNvSpPr txBox="1"/>
          <p:nvPr/>
        </p:nvSpPr>
        <p:spPr>
          <a:xfrm>
            <a:off x="6134100"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je Monat</a:t>
            </a:r>
          </a:p>
        </p:txBody>
      </p:sp>
      <p:sp>
        <p:nvSpPr>
          <p:cNvPr id="57" name="Rounded Rectangle 56"/>
          <p:cNvSpPr/>
          <p:nvPr/>
        </p:nvSpPr>
        <p:spPr>
          <a:xfrm>
            <a:off x="7367588" y="2787015"/>
            <a:ext cx="1262062" cy="762000"/>
          </a:xfrm>
          <a:prstGeom prst="roundRect">
            <a:avLst>
              <a:gd name="adj" fmla="val 12500"/>
            </a:avLst>
          </a:prstGeom>
          <a:solidFill>
            <a:srgbClr val="FFFFFF"/>
          </a:solidFill>
          <a:ln w="9525">
            <a:solidFill>
              <a:srgbClr val="D2DAE2"/>
            </a:solidFill>
          </a:ln>
          <a:effectLst/>
        </p:spPr>
        <p:txBody>
          <a:bodyPr rtlCol="0" anchor="ctr"/>
          <a:lstStyle/>
          <a:p>
            <a:pPr algn="ctr"/>
          </a:p>
        </p:txBody>
      </p:sp>
      <p:sp>
        <p:nvSpPr>
          <p:cNvPr id="58" name="TextBox 57"/>
          <p:cNvSpPr txBox="1"/>
          <p:nvPr/>
        </p:nvSpPr>
        <p:spPr>
          <a:xfrm>
            <a:off x="7491412"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4E5A68"/>
                </a:solidFill>
                <a:latin typeface="Geist Mono"/>
              </a:rPr>
              <a:t>q97,5</a:t>
            </a:r>
          </a:p>
        </p:txBody>
      </p:sp>
      <p:sp>
        <p:nvSpPr>
          <p:cNvPr id="59" name="TextBox 58"/>
          <p:cNvSpPr txBox="1"/>
          <p:nvPr/>
        </p:nvSpPr>
        <p:spPr>
          <a:xfrm>
            <a:off x="7491412"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141A21"/>
                </a:solidFill>
                <a:latin typeface="Geist Mono"/>
              </a:rPr>
              <a:t>21,3</a:t>
            </a:r>
          </a:p>
        </p:txBody>
      </p:sp>
      <p:sp>
        <p:nvSpPr>
          <p:cNvPr id="60" name="TextBox 59"/>
          <p:cNvSpPr txBox="1"/>
          <p:nvPr/>
        </p:nvSpPr>
        <p:spPr>
          <a:xfrm>
            <a:off x="7491412"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je Monat</a:t>
            </a:r>
          </a:p>
        </p:txBody>
      </p:sp>
      <p:sp>
        <p:nvSpPr>
          <p:cNvPr id="61" name="Rounded Rectangle 60"/>
          <p:cNvSpPr/>
          <p:nvPr/>
        </p:nvSpPr>
        <p:spPr>
          <a:xfrm>
            <a:off x="8724900" y="2787015"/>
            <a:ext cx="1262062" cy="762000"/>
          </a:xfrm>
          <a:prstGeom prst="roundRect">
            <a:avLst>
              <a:gd name="adj" fmla="val 12500"/>
            </a:avLst>
          </a:prstGeom>
          <a:solidFill>
            <a:srgbClr val="063659"/>
          </a:solidFill>
          <a:ln w="9525">
            <a:solidFill>
              <a:srgbClr val="04263F"/>
            </a:solidFill>
          </a:ln>
          <a:effectLst/>
        </p:spPr>
        <p:txBody>
          <a:bodyPr rtlCol="0" anchor="ctr"/>
          <a:lstStyle/>
          <a:p>
            <a:pPr algn="ctr"/>
          </a:p>
        </p:txBody>
      </p:sp>
      <p:sp>
        <p:nvSpPr>
          <p:cNvPr id="62" name="TextBox 61"/>
          <p:cNvSpPr txBox="1"/>
          <p:nvPr/>
        </p:nvSpPr>
        <p:spPr>
          <a:xfrm>
            <a:off x="8848725"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BBD7EA"/>
                </a:solidFill>
                <a:latin typeface="Geist Mono"/>
              </a:rPr>
              <a:t>q99</a:t>
            </a:r>
          </a:p>
        </p:txBody>
      </p:sp>
      <p:sp>
        <p:nvSpPr>
          <p:cNvPr id="63" name="TextBox 62"/>
          <p:cNvSpPr txBox="1"/>
          <p:nvPr/>
        </p:nvSpPr>
        <p:spPr>
          <a:xfrm>
            <a:off x="8848725"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FFFFFF"/>
                </a:solidFill>
                <a:latin typeface="Geist Mono"/>
              </a:rPr>
              <a:t>9,5</a:t>
            </a:r>
          </a:p>
        </p:txBody>
      </p:sp>
      <p:sp>
        <p:nvSpPr>
          <p:cNvPr id="64" name="TextBox 63"/>
          <p:cNvSpPr txBox="1"/>
          <p:nvPr/>
        </p:nvSpPr>
        <p:spPr>
          <a:xfrm>
            <a:off x="8848725"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BBD7EA"/>
                </a:solidFill>
                <a:latin typeface="IBM Plex Sans"/>
              </a:rPr>
              <a:t>je Monat</a:t>
            </a:r>
          </a:p>
        </p:txBody>
      </p:sp>
      <p:sp>
        <p:nvSpPr>
          <p:cNvPr id="65" name="Rounded Rectangle 64"/>
          <p:cNvSpPr/>
          <p:nvPr/>
        </p:nvSpPr>
        <p:spPr>
          <a:xfrm>
            <a:off x="10082212" y="2787015"/>
            <a:ext cx="1262062" cy="762000"/>
          </a:xfrm>
          <a:prstGeom prst="roundRect">
            <a:avLst>
              <a:gd name="adj" fmla="val 12500"/>
            </a:avLst>
          </a:prstGeom>
          <a:solidFill>
            <a:srgbClr val="FFFFFF"/>
          </a:solidFill>
          <a:ln w="9525">
            <a:solidFill>
              <a:srgbClr val="D2DAE2"/>
            </a:solidFill>
          </a:ln>
          <a:effectLst/>
        </p:spPr>
        <p:txBody>
          <a:bodyPr rtlCol="0" anchor="ctr"/>
          <a:lstStyle/>
          <a:p>
            <a:pPr algn="ctr"/>
          </a:p>
        </p:txBody>
      </p:sp>
      <p:sp>
        <p:nvSpPr>
          <p:cNvPr id="66" name="TextBox 65"/>
          <p:cNvSpPr txBox="1"/>
          <p:nvPr/>
        </p:nvSpPr>
        <p:spPr>
          <a:xfrm>
            <a:off x="10206038"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4E5A68"/>
                </a:solidFill>
                <a:latin typeface="Geist Mono"/>
              </a:rPr>
              <a:t>q99,5</a:t>
            </a:r>
          </a:p>
        </p:txBody>
      </p:sp>
      <p:sp>
        <p:nvSpPr>
          <p:cNvPr id="67" name="TextBox 66"/>
          <p:cNvSpPr txBox="1"/>
          <p:nvPr/>
        </p:nvSpPr>
        <p:spPr>
          <a:xfrm>
            <a:off x="10206038"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141A21"/>
                </a:solidFill>
                <a:latin typeface="Geist Mono"/>
              </a:rPr>
              <a:t>5,8</a:t>
            </a:r>
          </a:p>
        </p:txBody>
      </p:sp>
      <p:sp>
        <p:nvSpPr>
          <p:cNvPr id="68" name="TextBox 67"/>
          <p:cNvSpPr txBox="1"/>
          <p:nvPr/>
        </p:nvSpPr>
        <p:spPr>
          <a:xfrm>
            <a:off x="10206038"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je Monat</a:t>
            </a:r>
          </a:p>
        </p:txBody>
      </p:sp>
      <p:cxnSp>
        <p:nvCxnSpPr>
          <p:cNvPr id="69" name="Connector 68"/>
          <p:cNvCxnSpPr/>
          <p:nvPr/>
        </p:nvCxnSpPr>
        <p:spPr>
          <a:xfrm>
            <a:off x="6010275" y="3629978"/>
            <a:ext cx="5334000" cy="0"/>
          </a:xfrm>
          <a:prstGeom prst="line">
            <a:avLst/>
          </a:prstGeom>
          <a:ln w="9525">
            <a:solidFill>
              <a:srgbClr val="B4BFCB"/>
            </a:solidFill>
            <a:prstDash val="dash"/>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010275" y="3691890"/>
            <a:ext cx="2667000" cy="171450"/>
          </a:xfrm>
          <a:prstGeom prst="rect">
            <a:avLst/>
          </a:prstGeom>
          <a:noFill/>
        </p:spPr>
        <p:txBody>
          <a:bodyPr wrap="none" lIns="0" rIns="0" tIns="0" bIns="0" anchor="t">
            <a:noAutofit/>
          </a:bodyPr>
          <a:lstStyle/>
          <a:p>
            <a:pPr algn="l">
              <a:lnSpc>
                <a:spcPts val="1350"/>
              </a:lnSpc>
            </a:pPr>
            <a:r>
              <a:rPr sz="1012" b="0" i="0" lang="de-DE">
                <a:solidFill>
                  <a:srgbClr val="657383"/>
                </a:solidFill>
                <a:latin typeface="IBM Plex Sans"/>
              </a:rPr>
              <a:t>← mehr Fehlalarme, weniger übersehen</a:t>
            </a:r>
          </a:p>
        </p:txBody>
      </p:sp>
      <p:sp>
        <p:nvSpPr>
          <p:cNvPr id="71" name="TextBox 70"/>
          <p:cNvSpPr txBox="1"/>
          <p:nvPr/>
        </p:nvSpPr>
        <p:spPr>
          <a:xfrm>
            <a:off x="8677275" y="3691890"/>
            <a:ext cx="2667000" cy="171450"/>
          </a:xfrm>
          <a:prstGeom prst="rect">
            <a:avLst/>
          </a:prstGeom>
          <a:noFill/>
        </p:spPr>
        <p:txBody>
          <a:bodyPr wrap="none" lIns="0" rIns="0" tIns="0" bIns="0" anchor="t">
            <a:noAutofit/>
          </a:bodyPr>
          <a:lstStyle/>
          <a:p>
            <a:pPr algn="r">
              <a:lnSpc>
                <a:spcPts val="1350"/>
              </a:lnSpc>
            </a:pPr>
            <a:r>
              <a:rPr sz="1012" b="0" i="0" lang="de-DE">
                <a:solidFill>
                  <a:srgbClr val="657383"/>
                </a:solidFill>
                <a:latin typeface="IBM Plex Sans"/>
              </a:rPr>
              <a:t>weniger Fehlalarme, mehr übersehen →</a:t>
            </a:r>
          </a:p>
        </p:txBody>
      </p:sp>
      <p:sp>
        <p:nvSpPr>
          <p:cNvPr id="72" name="TextBox 71"/>
          <p:cNvSpPr txBox="1"/>
          <p:nvPr/>
        </p:nvSpPr>
        <p:spPr>
          <a:xfrm>
            <a:off x="6010275" y="3920490"/>
            <a:ext cx="5381625" cy="390525"/>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q95 hieße 3,5-mal so viele Fälle wie q99. Wie viel geprüft wird, legt der Fachbereich fest.</a:t>
            </a:r>
          </a:p>
        </p:txBody>
      </p:sp>
      <p:sp>
        <p:nvSpPr>
          <p:cNvPr id="73" name="Rounded Rectangle 72"/>
          <p:cNvSpPr/>
          <p:nvPr/>
        </p:nvSpPr>
        <p:spPr>
          <a:xfrm>
            <a:off x="5848350" y="4545330"/>
            <a:ext cx="5657850" cy="519112"/>
          </a:xfrm>
          <a:prstGeom prst="roundRect">
            <a:avLst>
              <a:gd name="adj" fmla="val 50000"/>
            </a:avLst>
          </a:prstGeom>
          <a:solidFill>
            <a:srgbClr val="FFFFFF"/>
          </a:solidFill>
          <a:ln w="9525">
            <a:solidFill>
              <a:srgbClr val="D2DAE2"/>
            </a:solidFill>
          </a:ln>
          <a:effectLst/>
        </p:spPr>
        <p:txBody>
          <a:bodyPr rtlCol="0" anchor="ctr"/>
          <a:lstStyle/>
          <a:p>
            <a:pPr algn="ctr"/>
          </a:p>
        </p:txBody>
      </p:sp>
      <p:grpSp>
        <p:nvGrpSpPr>
          <p:cNvPr id="74" name="Scheibe shield-check"/>
          <p:cNvGrpSpPr/>
          <p:nvPr/>
        </p:nvGrpSpPr>
        <p:grpSpPr>
          <a:xfrm>
            <a:off x="5915025" y="4662011"/>
            <a:ext cx="285750" cy="285750"/>
            <a:chOff x="5915025" y="4662011"/>
            <a:chExt cx="285750" cy="285750"/>
          </a:xfrm>
        </p:grpSpPr>
        <p:sp>
          <p:nvSpPr>
            <p:cNvPr id="75" name="Oval 74"/>
            <p:cNvSpPr/>
            <p:nvPr/>
          </p:nvSpPr>
          <p:spPr>
            <a:xfrm>
              <a:off x="5915025" y="4662011"/>
              <a:ext cx="285750" cy="285750"/>
            </a:xfrm>
            <a:prstGeom prst="ellipse">
              <a:avLst/>
            </a:prstGeom>
            <a:solidFill>
              <a:srgbClr val="2F7A33"/>
            </a:solidFill>
            <a:ln>
              <a:noFill/>
            </a:ln>
            <a:effectLst/>
          </p:spPr>
          <p:txBody>
            <a:bodyPr rtlCol="0" anchor="ctr"/>
            <a:lstStyle/>
            <a:p>
              <a:pPr algn="ctr"/>
            </a:p>
          </p:txBody>
        </p:sp>
        <p:pic>
          <p:nvPicPr>
            <p:cNvPr id="76" name="Picture 75" descr="shield-check__FFFFFF.png"/>
            <p:cNvPicPr>
              <a:picLocks noChangeAspect="1"/>
            </p:cNvPicPr>
            <p:nvPr/>
          </p:nvPicPr>
          <p:blipFill>
            <a:blip r:embed="rId11"/>
            <a:stretch>
              <a:fillRect/>
            </a:stretch>
          </p:blipFill>
          <p:spPr>
            <a:xfrm>
              <a:off x="5983605" y="4730591"/>
              <a:ext cx="148590" cy="148590"/>
            </a:xfrm>
            <a:prstGeom prst="rect">
              <a:avLst/>
            </a:prstGeom>
          </p:spPr>
        </p:pic>
      </p:grpSp>
      <p:sp>
        <p:nvSpPr>
          <p:cNvPr id="77" name="TextBox 76"/>
          <p:cNvSpPr txBox="1"/>
          <p:nvPr/>
        </p:nvSpPr>
        <p:spPr>
          <a:xfrm>
            <a:off x="6315075" y="4545330"/>
            <a:ext cx="5010150" cy="519112"/>
          </a:xfrm>
          <a:prstGeom prst="rect">
            <a:avLst/>
          </a:prstGeom>
          <a:noFill/>
        </p:spPr>
        <p:txBody>
          <a:bodyPr wrap="square" lIns="0" rIns="0" tIns="0" bIns="0" anchor="ctr">
            <a:noAutofit/>
          </a:bodyPr>
          <a:lstStyle/>
          <a:p>
            <a:pPr algn="l">
              <a:lnSpc>
                <a:spcPts val="1518"/>
              </a:lnSpc>
            </a:pPr>
            <a:r>
              <a:rPr sz="1125" b="0" i="0" lang="de-DE">
                <a:solidFill>
                  <a:srgbClr val="141A21"/>
                </a:solidFill>
                <a:latin typeface="IBM Plex Sans"/>
              </a:rPr>
              <a:t>Plausibilisierung ohne Labels: alle 10 physikalisch unmöglichen Werte 2025 markiert. Sanity Check, kein Qualitätsbeweis.</a:t>
            </a:r>
          </a:p>
        </p:txBody>
      </p:sp>
      <p:cxnSp>
        <p:nvCxnSpPr>
          <p:cNvPr id="7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9" name="Logo" descr="image.png"/>
          <p:cNvPicPr>
            <a:picLocks noChangeAspect="1"/>
          </p:cNvPicPr>
          <p:nvPr/>
        </p:nvPicPr>
        <p:blipFill>
          <a:blip r:embed="rId12"/>
          <a:stretch>
            <a:fillRect/>
          </a:stretch>
        </p:blipFill>
        <p:spPr>
          <a:xfrm>
            <a:off x="685800" y="6400800"/>
            <a:ext cx="715863" cy="247650"/>
          </a:xfrm>
          <a:prstGeom prst="rect">
            <a:avLst/>
          </a:prstGeom>
        </p:spPr>
      </p:pic>
      <p:sp>
        <p:nvSpPr>
          <p:cNvPr id="80" name="TextBox 79"/>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81" name="Connector 8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82" name="Scheibe split"/>
          <p:cNvGrpSpPr/>
          <p:nvPr/>
        </p:nvGrpSpPr>
        <p:grpSpPr>
          <a:xfrm>
            <a:off x="4516755" y="6419850"/>
            <a:ext cx="209550" cy="209550"/>
            <a:chOff x="4516755" y="6419850"/>
            <a:chExt cx="209550" cy="209550"/>
          </a:xfrm>
        </p:grpSpPr>
        <p:sp>
          <p:nvSpPr>
            <p:cNvPr id="83" name="Oval 8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84" name="Picture 83" descr="split__FFFFFF.png"/>
            <p:cNvPicPr>
              <a:picLocks noChangeAspect="1"/>
            </p:cNvPicPr>
            <p:nvPr/>
          </p:nvPicPr>
          <p:blipFill>
            <a:blip r:embed="rId13"/>
            <a:stretch>
              <a:fillRect/>
            </a:stretch>
          </p:blipFill>
          <p:spPr>
            <a:xfrm>
              <a:off x="4567047" y="6470142"/>
              <a:ext cx="108966" cy="108966"/>
            </a:xfrm>
            <a:prstGeom prst="rect">
              <a:avLst/>
            </a:prstGeom>
          </p:spPr>
        </p:pic>
      </p:grpSp>
      <p:sp>
        <p:nvSpPr>
          <p:cNvPr id="85" name="TextBox 84"/>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86" name="TextBox 85"/>
          <p:cNvSpPr txBox="1"/>
          <p:nvPr/>
        </p:nvSpPr>
        <p:spPr>
          <a:xfrm>
            <a:off x="5000625" y="6438900"/>
            <a:ext cx="91001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Entscheidung</a:t>
            </a:r>
          </a:p>
        </p:txBody>
      </p:sp>
      <p:grpSp>
        <p:nvGrpSpPr>
          <p:cNvPr id="87" name="Scheibe target"/>
          <p:cNvGrpSpPr/>
          <p:nvPr/>
        </p:nvGrpSpPr>
        <p:grpSpPr>
          <a:xfrm>
            <a:off x="5936837" y="6426994"/>
            <a:ext cx="195262" cy="195262"/>
            <a:chOff x="5936837" y="6426994"/>
            <a:chExt cx="195262" cy="195262"/>
          </a:xfrm>
        </p:grpSpPr>
        <p:sp>
          <p:nvSpPr>
            <p:cNvPr id="88" name="Oval 87"/>
            <p:cNvSpPr/>
            <p:nvPr/>
          </p:nvSpPr>
          <p:spPr>
            <a:xfrm>
              <a:off x="5936837"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89" name="Picture 88" descr="target__084878.png"/>
            <p:cNvPicPr>
              <a:picLocks noChangeAspect="1"/>
            </p:cNvPicPr>
            <p:nvPr/>
          </p:nvPicPr>
          <p:blipFill>
            <a:blip r:embed="rId14"/>
            <a:stretch>
              <a:fillRect/>
            </a:stretch>
          </p:blipFill>
          <p:spPr>
            <a:xfrm>
              <a:off x="5979985" y="6470142"/>
              <a:ext cx="108966" cy="108966"/>
            </a:xfrm>
            <a:prstGeom prst="rect">
              <a:avLst/>
            </a:prstGeom>
          </p:spPr>
        </p:pic>
      </p:grpSp>
      <p:sp>
        <p:nvSpPr>
          <p:cNvPr id="90" name="TextBox 89"/>
          <p:cNvSpPr txBox="1"/>
          <p:nvPr/>
        </p:nvSpPr>
        <p:spPr>
          <a:xfrm>
            <a:off x="6196394"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08</a:t>
            </a:r>
          </a:p>
        </p:txBody>
      </p:sp>
      <p:sp>
        <p:nvSpPr>
          <p:cNvPr id="91" name="TextBox 90"/>
          <p:cNvSpPr txBox="1"/>
          <p:nvPr/>
        </p:nvSpPr>
        <p:spPr>
          <a:xfrm>
            <a:off x="6413563" y="6438900"/>
            <a:ext cx="525970"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Impact</a:t>
            </a:r>
          </a:p>
        </p:txBody>
      </p:sp>
      <p:sp>
        <p:nvSpPr>
          <p:cNvPr id="92" name="TextBox 91"/>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93"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scan-search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Warum wurde ZL-00147 markiert?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ZL-00147: Im August ist die Abweichung 2,3-mal so groß wie erlaubt</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9" name="Picture 8" descr="history__8A96A3.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p:cNvGrpSpPr/>
          <p:nvPr/>
        </p:nvGrpSpPr>
        <p:grpSpPr>
          <a:xfrm>
            <a:off x="9817894" y="397669"/>
            <a:ext cx="233362" cy="233362"/>
            <a:chOff x="9817894" y="397669"/>
            <a:chExt cx="233362" cy="233362"/>
          </a:xfrm>
        </p:grpSpPr>
        <p:sp>
          <p:nvSpPr>
            <p:cNvPr id="11" name="Oval 10"/>
            <p:cNvSpPr/>
            <p:nvPr/>
          </p:nvSpPr>
          <p:spPr>
            <a:xfrm>
              <a:off x="98178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2" name="Picture 11" descr="trees__8A96A3.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p:cNvGrpSpPr/>
          <p:nvPr/>
        </p:nvGrpSpPr>
        <p:grpSpPr>
          <a:xfrm>
            <a:off x="10122694" y="397669"/>
            <a:ext cx="233362" cy="233362"/>
            <a:chOff x="10122694" y="397669"/>
            <a:chExt cx="233362" cy="233362"/>
          </a:xfrm>
        </p:grpSpPr>
        <p:sp>
          <p:nvSpPr>
            <p:cNvPr id="14" name="Oval 13"/>
            <p:cNvSpPr/>
            <p:nvPr/>
          </p:nvSpPr>
          <p:spPr>
            <a:xfrm>
              <a:off x="10122694" y="397669"/>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5" name="Picture 14" descr="calculator__8A96A3.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aktiv"/>
          <p:cNvGrpSpPr/>
          <p:nvPr/>
        </p:nvGrpSpPr>
        <p:grpSpPr>
          <a:xfrm>
            <a:off x="10648950" y="390525"/>
            <a:ext cx="247650" cy="247650"/>
            <a:chOff x="10648950" y="390525"/>
            <a:chExt cx="247650" cy="247650"/>
          </a:xfrm>
        </p:grpSpPr>
        <p:sp>
          <p:nvSpPr>
            <p:cNvPr id="17" name="Oval 16"/>
            <p:cNvSpPr/>
            <p:nvPr/>
          </p:nvSpPr>
          <p:spPr>
            <a:xfrm>
              <a:off x="10648950" y="390525"/>
              <a:ext cx="247650" cy="247650"/>
            </a:xfrm>
            <a:prstGeom prst="ellipse">
              <a:avLst/>
            </a:prstGeom>
            <a:solidFill>
              <a:srgbClr val="00718E"/>
            </a:solidFill>
            <a:ln>
              <a:noFill/>
            </a:ln>
            <a:effectLst/>
          </p:spPr>
          <p:txBody>
            <a:bodyPr rtlCol="0" anchor="ctr"/>
            <a:lstStyle/>
            <a:p>
              <a:pPr algn="ctr"/>
            </a:p>
          </p:txBody>
        </p:sp>
        <p:pic>
          <p:nvPicPr>
            <p:cNvPr id="18" name="Picture 17" descr="gauge__FFFFFF.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aktiv"/>
          <p:cNvGrpSpPr/>
          <p:nvPr/>
        </p:nvGrpSpPr>
        <p:grpSpPr>
          <a:xfrm>
            <a:off x="10953750" y="390525"/>
            <a:ext cx="247650" cy="247650"/>
            <a:chOff x="10953750" y="390525"/>
            <a:chExt cx="247650" cy="247650"/>
          </a:xfrm>
        </p:grpSpPr>
        <p:sp>
          <p:nvSpPr>
            <p:cNvPr id="20" name="Oval 19"/>
            <p:cNvSpPr/>
            <p:nvPr/>
          </p:nvSpPr>
          <p:spPr>
            <a:xfrm>
              <a:off x="10953750" y="390525"/>
              <a:ext cx="247650" cy="247650"/>
            </a:xfrm>
            <a:prstGeom prst="ellipse">
              <a:avLst/>
            </a:prstGeom>
            <a:solidFill>
              <a:srgbClr val="00718E"/>
            </a:solidFill>
            <a:ln>
              <a:noFill/>
            </a:ln>
            <a:effectLst/>
          </p:spPr>
          <p:txBody>
            <a:bodyPr rtlCol="0" anchor="ctr"/>
            <a:lstStyle/>
            <a:p>
              <a:pPr algn="ctr"/>
            </a:p>
          </p:txBody>
        </p:sp>
        <p:pic>
          <p:nvPicPr>
            <p:cNvPr id="21" name="Picture 20" descr="diff__FFFFFF.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aktiv"/>
          <p:cNvGrpSpPr/>
          <p:nvPr/>
        </p:nvGrpSpPr>
        <p:grpSpPr>
          <a:xfrm>
            <a:off x="11258550" y="390525"/>
            <a:ext cx="247650" cy="247650"/>
            <a:chOff x="11258550" y="390525"/>
            <a:chExt cx="247650" cy="247650"/>
          </a:xfrm>
        </p:grpSpPr>
        <p:sp>
          <p:nvSpPr>
            <p:cNvPr id="23" name="Oval 22"/>
            <p:cNvSpPr/>
            <p:nvPr/>
          </p:nvSpPr>
          <p:spPr>
            <a:xfrm>
              <a:off x="11258550" y="390525"/>
              <a:ext cx="247650" cy="247650"/>
            </a:xfrm>
            <a:prstGeom prst="ellipse">
              <a:avLst/>
            </a:prstGeom>
            <a:solidFill>
              <a:srgbClr val="00718E"/>
            </a:solidFill>
            <a:ln>
              <a:noFill/>
            </a:ln>
            <a:effectLst/>
          </p:spPr>
          <p:txBody>
            <a:bodyPr rtlCol="0" anchor="ctr"/>
            <a:lstStyle/>
            <a:p>
              <a:pPr algn="ctr"/>
            </a:p>
          </p:txBody>
        </p:sp>
        <p:pic>
          <p:nvPicPr>
            <p:cNvPr id="24" name="Picture 23" descr="flag__FFFFFF.png"/>
            <p:cNvPicPr>
              <a:picLocks noChangeAspect="1"/>
            </p:cNvPicPr>
            <p:nvPr/>
          </p:nvPicPr>
          <p:blipFill>
            <a:blip r:embed="rId9"/>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4–6 · Istwert · Residuum · Prüfhinweis</a:t>
            </a:r>
          </a:p>
        </p:txBody>
      </p:sp>
      <p:sp>
        <p:nvSpPr>
          <p:cNvPr id="28" name="Rounded Rectangle 27"/>
          <p:cNvSpPr/>
          <p:nvPr/>
        </p:nvSpPr>
        <p:spPr>
          <a:xfrm>
            <a:off x="685800" y="1362075"/>
            <a:ext cx="5895022" cy="4705350"/>
          </a:xfrm>
          <a:prstGeom prst="roundRect">
            <a:avLst>
              <a:gd name="adj" fmla="val 2024"/>
            </a:avLst>
          </a:prstGeom>
          <a:solidFill>
            <a:srgbClr val="FFFFFF"/>
          </a:solidFill>
          <a:ln w="9525">
            <a:solidFill>
              <a:srgbClr val="D2DAE2"/>
            </a:solidFill>
          </a:ln>
          <a:effectLst/>
        </p:spPr>
        <p:txBody>
          <a:bodyPr rtlCol="0" anchor="ctr"/>
          <a:lstStyle/>
          <a:p>
            <a:pPr algn="ctr"/>
          </a:p>
        </p:txBody>
      </p:sp>
      <p:grpSp>
        <p:nvGrpSpPr>
          <p:cNvPr id="29" name="Scheibe gauge"/>
          <p:cNvGrpSpPr/>
          <p:nvPr/>
        </p:nvGrpSpPr>
        <p:grpSpPr>
          <a:xfrm>
            <a:off x="892969" y="1531144"/>
            <a:ext cx="233362" cy="233362"/>
            <a:chOff x="892969" y="1531144"/>
            <a:chExt cx="233362" cy="233362"/>
          </a:xfrm>
        </p:grpSpPr>
        <p:sp>
          <p:nvSpPr>
            <p:cNvPr id="30" name="Oval 29"/>
            <p:cNvSpPr/>
            <p:nvPr/>
          </p:nvSpPr>
          <p:spPr>
            <a:xfrm>
              <a:off x="892969" y="153114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31" name="Picture 30" descr="gauge__084878.png"/>
            <p:cNvPicPr>
              <a:picLocks noChangeAspect="1"/>
            </p:cNvPicPr>
            <p:nvPr/>
          </p:nvPicPr>
          <p:blipFill>
            <a:blip r:embed="rId10"/>
            <a:stretch>
              <a:fillRect/>
            </a:stretch>
          </p:blipFill>
          <p:spPr>
            <a:xfrm>
              <a:off x="945261" y="1583436"/>
              <a:ext cx="128778" cy="128778"/>
            </a:xfrm>
            <a:prstGeom prst="rect">
              <a:avLst/>
            </a:prstGeom>
          </p:spPr>
        </p:pic>
      </p:grpSp>
      <p:sp>
        <p:nvSpPr>
          <p:cNvPr id="32" name="TextBox 31"/>
          <p:cNvSpPr txBox="1"/>
          <p:nvPr/>
        </p:nvSpPr>
        <p:spPr>
          <a:xfrm>
            <a:off x="1228725" y="1557338"/>
            <a:ext cx="5191125" cy="180975"/>
          </a:xfrm>
          <a:prstGeom prst="rect">
            <a:avLst/>
          </a:prstGeom>
          <a:noFill/>
        </p:spPr>
        <p:txBody>
          <a:bodyPr wrap="none" lIns="0" rIns="0" tIns="0" bIns="0" anchor="t">
            <a:noAutofit/>
          </a:bodyPr>
          <a:lstStyle/>
          <a:p>
            <a:pPr algn="l">
              <a:lnSpc>
                <a:spcPts val="1425"/>
              </a:lnSpc>
            </a:pPr>
            <a:r>
              <a:rPr sz="1125" b="0" i="0" lang="de-DE">
                <a:solidFill>
                  <a:srgbClr val="4E5A68"/>
                </a:solidFill>
                <a:latin typeface="IBM Plex Sans"/>
              </a:rPr>
              <a:t>Vom Methodik-Start: </a:t>
            </a:r>
            <a:r>
              <a:rPr sz="1125" b="1" i="0" lang="de-DE">
                <a:solidFill>
                  <a:srgbClr val="4E5A68"/>
                </a:solidFill>
                <a:latin typeface="Geist Mono"/>
              </a:rPr>
              <a:t>23.563</a:t>
            </a:r>
            <a:r>
              <a:rPr sz="1125" b="0" i="0" lang="de-DE">
                <a:solidFill>
                  <a:srgbClr val="4E5A68"/>
                </a:solidFill>
                <a:latin typeface="IBM Plex Sans"/>
              </a:rPr>
              <a:t> statt </a:t>
            </a:r>
            <a:r>
              <a:rPr sz="1125" b="1" i="0" lang="de-DE">
                <a:solidFill>
                  <a:srgbClr val="4E5A68"/>
                </a:solidFill>
                <a:latin typeface="Geist Mono"/>
              </a:rPr>
              <a:t>7.304 kWh</a:t>
            </a:r>
          </a:p>
        </p:txBody>
      </p:sp>
      <p:graphicFrame>
        <p:nvGraphicFramePr>
          <p:cNvPr id="33" name="Chart 32"/>
          <p:cNvGraphicFramePr>
            <a:graphicFrameLocks noGrp="1"/>
          </p:cNvGraphicFramePr>
          <p:nvPr/>
        </p:nvGraphicFramePr>
        <p:xfrm>
          <a:off x="1055752" y="2380054"/>
          <a:ext cx="5230266" cy="3214048"/>
        </p:xfrm>
        <a:graphic>
          <a:graphicData uri="http://schemas.openxmlformats.org/drawingml/2006/chart">
            <c:chart xmlns:c="http://schemas.openxmlformats.org/drawingml/2006/chart" r:id="rId11"/>
          </a:graphicData>
        </a:graphic>
      </p:graphicFrame>
      <p:sp>
        <p:nvSpPr>
          <p:cNvPr id="34" name="TextBox 33"/>
          <p:cNvSpPr txBox="1"/>
          <p:nvPr/>
        </p:nvSpPr>
        <p:spPr>
          <a:xfrm>
            <a:off x="1077207" y="2138962"/>
            <a:ext cx="379030" cy="185384"/>
          </a:xfrm>
          <a:prstGeom prst="rect">
            <a:avLst/>
          </a:prstGeom>
          <a:noFill/>
        </p:spPr>
        <p:txBody>
          <a:bodyPr wrap="none" lIns="0" rIns="0" tIns="0" bIns="0" anchor="t">
            <a:noAutofit/>
          </a:bodyPr>
          <a:lstStyle/>
          <a:p>
            <a:pPr algn="r">
              <a:lnSpc>
                <a:spcPts val="1459"/>
              </a:lnSpc>
            </a:pPr>
            <a:r>
              <a:rPr sz="1122" b="0" i="0" lang="de-DE">
                <a:solidFill>
                  <a:srgbClr val="4E5A68"/>
                </a:solidFill>
                <a:latin typeface="IBM Plex Sans"/>
              </a:rPr>
              <a:t>kWh</a:t>
            </a:r>
          </a:p>
        </p:txBody>
      </p:sp>
      <p:sp>
        <p:nvSpPr>
          <p:cNvPr id="35" name="TextBox 34"/>
          <p:cNvSpPr txBox="1"/>
          <p:nvPr/>
        </p:nvSpPr>
        <p:spPr>
          <a:xfrm>
            <a:off x="4648645" y="2622624"/>
            <a:ext cx="1379058" cy="197743"/>
          </a:xfrm>
          <a:prstGeom prst="rect">
            <a:avLst/>
          </a:prstGeom>
          <a:noFill/>
        </p:spPr>
        <p:txBody>
          <a:bodyPr wrap="none" lIns="0" rIns="0" tIns="0" bIns="0" anchor="t">
            <a:noAutofit/>
          </a:bodyPr>
          <a:lstStyle/>
          <a:p>
            <a:pPr algn="l">
              <a:lnSpc>
                <a:spcPts val="1557"/>
              </a:lnSpc>
            </a:pPr>
            <a:r>
              <a:rPr sz="1197" b="1" i="0" lang="de-DE">
                <a:solidFill>
                  <a:srgbClr val="951C15"/>
                </a:solidFill>
                <a:latin typeface="IBM Plex Sans"/>
              </a:rPr>
              <a:t>Aug: Faktor +2,30</a:t>
            </a:r>
          </a:p>
        </p:txBody>
      </p:sp>
      <p:sp>
        <p:nvSpPr>
          <p:cNvPr id="36" name="TextBox 35"/>
          <p:cNvSpPr txBox="1"/>
          <p:nvPr/>
        </p:nvSpPr>
        <p:spPr>
          <a:xfrm>
            <a:off x="5015611" y="4764760"/>
            <a:ext cx="795431"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Sep: −0,68</a:t>
            </a:r>
          </a:p>
        </p:txBody>
      </p:sp>
      <p:cxnSp>
        <p:nvCxnSpPr>
          <p:cNvPr id="37" name="Connector 36"/>
          <p:cNvCxnSpPr/>
          <p:nvPr/>
        </p:nvCxnSpPr>
        <p:spPr>
          <a:xfrm>
            <a:off x="885825" y="1942882"/>
            <a:ext cx="247179" cy="0"/>
          </a:xfrm>
          <a:prstGeom prst="line">
            <a:avLst/>
          </a:prstGeom>
          <a:ln w="23767">
            <a:solidFill>
              <a:srgbClr val="08487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90045" y="1844249"/>
            <a:ext cx="272078"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Ist</a:t>
            </a:r>
          </a:p>
        </p:txBody>
      </p:sp>
      <p:cxnSp>
        <p:nvCxnSpPr>
          <p:cNvPr id="39" name="Connector 38"/>
          <p:cNvCxnSpPr/>
          <p:nvPr/>
        </p:nvCxnSpPr>
        <p:spPr>
          <a:xfrm>
            <a:off x="1513279" y="1942882"/>
            <a:ext cx="247178" cy="0"/>
          </a:xfrm>
          <a:prstGeom prst="line">
            <a:avLst/>
          </a:prstGeom>
          <a:ln w="23767">
            <a:solidFill>
              <a:srgbClr val="0090C8"/>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817499" y="1844249"/>
            <a:ext cx="699887"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Prognose</a:t>
            </a:r>
          </a:p>
        </p:txBody>
      </p:sp>
      <p:sp>
        <p:nvSpPr>
          <p:cNvPr id="41" name="Rounded Rectangle 40"/>
          <p:cNvSpPr/>
          <p:nvPr/>
        </p:nvSpPr>
        <p:spPr>
          <a:xfrm>
            <a:off x="2635090" y="1876334"/>
            <a:ext cx="247179" cy="133096"/>
          </a:xfrm>
          <a:prstGeom prst="roundRect">
            <a:avLst>
              <a:gd name="adj" fmla="val 21428"/>
            </a:avLst>
          </a:prstGeom>
          <a:solidFill>
            <a:srgbClr val="0090C8">
              <a:alpha val="16000"/>
            </a:srgbClr>
          </a:solidFill>
          <a:ln>
            <a:noFill/>
          </a:ln>
          <a:effectLst/>
        </p:spPr>
        <p:txBody>
          <a:bodyPr rtlCol="0" anchor="ctr"/>
          <a:lstStyle/>
          <a:p>
            <a:pPr algn="ctr"/>
          </a:p>
        </p:txBody>
      </p:sp>
      <p:sp>
        <p:nvSpPr>
          <p:cNvPr id="42" name="TextBox 41"/>
          <p:cNvSpPr txBox="1"/>
          <p:nvPr/>
        </p:nvSpPr>
        <p:spPr>
          <a:xfrm>
            <a:off x="2939310" y="1844249"/>
            <a:ext cx="1501316"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Toleranz ± 7.073 kWh</a:t>
            </a:r>
          </a:p>
        </p:txBody>
      </p:sp>
      <p:sp>
        <p:nvSpPr>
          <p:cNvPr id="43" name="Oval 42"/>
          <p:cNvSpPr/>
          <p:nvPr/>
        </p:nvSpPr>
        <p:spPr>
          <a:xfrm>
            <a:off x="4745615" y="1885841"/>
            <a:ext cx="114082" cy="114082"/>
          </a:xfrm>
          <a:prstGeom prst="ellipse">
            <a:avLst/>
          </a:prstGeom>
          <a:solidFill>
            <a:srgbClr val="B3261E"/>
          </a:solidFill>
          <a:ln>
            <a:noFill/>
          </a:ln>
          <a:effectLst/>
        </p:spPr>
        <p:txBody>
          <a:bodyPr rtlCol="0" anchor="ctr"/>
          <a:lstStyle/>
          <a:p>
            <a:pPr algn="ctr"/>
          </a:p>
        </p:txBody>
      </p:sp>
      <p:sp>
        <p:nvSpPr>
          <p:cNvPr id="44" name="TextBox 43"/>
          <p:cNvSpPr txBox="1"/>
          <p:nvPr/>
        </p:nvSpPr>
        <p:spPr>
          <a:xfrm>
            <a:off x="4916739" y="1844249"/>
            <a:ext cx="853898"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Prüfhinweis</a:t>
            </a:r>
          </a:p>
        </p:txBody>
      </p:sp>
      <p:sp>
        <p:nvSpPr>
          <p:cNvPr id="45" name="Rounded Rectangle 44"/>
          <p:cNvSpPr/>
          <p:nvPr/>
        </p:nvSpPr>
        <p:spPr>
          <a:xfrm>
            <a:off x="6790372" y="1362075"/>
            <a:ext cx="4715828" cy="2417445"/>
          </a:xfrm>
          <a:prstGeom prst="roundRect">
            <a:avLst>
              <a:gd name="adj" fmla="val 3940"/>
            </a:avLst>
          </a:prstGeom>
          <a:solidFill>
            <a:srgbClr val="FFFFFF"/>
          </a:solidFill>
          <a:ln w="9525">
            <a:solidFill>
              <a:srgbClr val="D2DAE2"/>
            </a:solidFill>
          </a:ln>
          <a:effectLst/>
        </p:spPr>
        <p:txBody>
          <a:bodyPr rtlCol="0" anchor="ctr"/>
          <a:lstStyle/>
          <a:p>
            <a:pPr algn="ctr"/>
          </a:p>
        </p:txBody>
      </p:sp>
      <p:sp>
        <p:nvSpPr>
          <p:cNvPr id="46" name="TextBox 45"/>
          <p:cNvSpPr txBox="1"/>
          <p:nvPr/>
        </p:nvSpPr>
        <p:spPr>
          <a:xfrm>
            <a:off x="6990398" y="1504950"/>
            <a:ext cx="4314825" cy="161925"/>
          </a:xfrm>
          <a:prstGeom prst="rect">
            <a:avLst/>
          </a:prstGeom>
          <a:noFill/>
        </p:spPr>
        <p:txBody>
          <a:bodyPr wrap="none" lIns="0" rIns="0" tIns="0" bIns="0" anchor="t">
            <a:noAutofit/>
          </a:bodyPr>
          <a:lstStyle/>
          <a:p>
            <a:pPr algn="l">
              <a:lnSpc>
                <a:spcPts val="1275"/>
              </a:lnSpc>
            </a:pPr>
            <a:r>
              <a:rPr sz="975" b="1" i="0" lang="de-DE" cap="all" spc="78">
                <a:solidFill>
                  <a:srgbClr val="00718E"/>
                </a:solidFill>
                <a:latin typeface="IBM Plex Sans"/>
              </a:rPr>
              <a:t>August 2025 · Rechenweg</a:t>
            </a:r>
          </a:p>
        </p:txBody>
      </p:sp>
      <p:sp>
        <p:nvSpPr>
          <p:cNvPr id="47" name="TextBox 46"/>
          <p:cNvSpPr txBox="1"/>
          <p:nvPr/>
        </p:nvSpPr>
        <p:spPr>
          <a:xfrm>
            <a:off x="6990398" y="1809750"/>
            <a:ext cx="238125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Ist − Prognose</a:t>
            </a:r>
          </a:p>
        </p:txBody>
      </p:sp>
      <p:sp>
        <p:nvSpPr>
          <p:cNvPr id="48" name="TextBox 47"/>
          <p:cNvSpPr txBox="1"/>
          <p:nvPr/>
        </p:nvSpPr>
        <p:spPr>
          <a:xfrm>
            <a:off x="8448675" y="1809750"/>
            <a:ext cx="285750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23.563 − 7.304 kWh</a:t>
            </a:r>
          </a:p>
        </p:txBody>
      </p:sp>
      <p:cxnSp>
        <p:nvCxnSpPr>
          <p:cNvPr id="49" name="Connector 48"/>
          <p:cNvCxnSpPr/>
          <p:nvPr/>
        </p:nvCxnSpPr>
        <p:spPr>
          <a:xfrm>
            <a:off x="6990398" y="2081212"/>
            <a:ext cx="4315777"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990398" y="2152650"/>
            <a:ext cx="238125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Residuum</a:t>
            </a:r>
          </a:p>
        </p:txBody>
      </p:sp>
      <p:sp>
        <p:nvSpPr>
          <p:cNvPr id="51" name="TextBox 50"/>
          <p:cNvSpPr txBox="1"/>
          <p:nvPr/>
        </p:nvSpPr>
        <p:spPr>
          <a:xfrm>
            <a:off x="8448675" y="2152650"/>
            <a:ext cx="285750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+16.259,6 kWh</a:t>
            </a:r>
          </a:p>
        </p:txBody>
      </p:sp>
      <p:cxnSp>
        <p:nvCxnSpPr>
          <p:cNvPr id="52" name="Connector 51"/>
          <p:cNvCxnSpPr/>
          <p:nvPr/>
        </p:nvCxnSpPr>
        <p:spPr>
          <a:xfrm>
            <a:off x="6990398" y="2428875"/>
            <a:ext cx="4315777" cy="0"/>
          </a:xfrm>
          <a:prstGeom prst="line">
            <a:avLst/>
          </a:prstGeom>
          <a:ln w="19050">
            <a:solidFill>
              <a:srgbClr val="084878"/>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990398" y="2505075"/>
            <a:ext cx="238125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in VLS (49 kW)</a:t>
            </a:r>
          </a:p>
        </p:txBody>
      </p:sp>
      <p:sp>
        <p:nvSpPr>
          <p:cNvPr id="54" name="TextBox 53"/>
          <p:cNvSpPr txBox="1"/>
          <p:nvPr/>
        </p:nvSpPr>
        <p:spPr>
          <a:xfrm>
            <a:off x="8448675" y="2505075"/>
            <a:ext cx="285750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480,9 − 149,1 = 331,8</a:t>
            </a:r>
          </a:p>
        </p:txBody>
      </p:sp>
      <p:cxnSp>
        <p:nvCxnSpPr>
          <p:cNvPr id="55" name="Connector 54"/>
          <p:cNvCxnSpPr/>
          <p:nvPr/>
        </p:nvCxnSpPr>
        <p:spPr>
          <a:xfrm>
            <a:off x="6990398" y="2776538"/>
            <a:ext cx="4315777"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990398" y="2847975"/>
            <a:ext cx="238125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 Schwelle q99</a:t>
            </a:r>
          </a:p>
        </p:txBody>
      </p:sp>
      <p:sp>
        <p:nvSpPr>
          <p:cNvPr id="57" name="TextBox 56"/>
          <p:cNvSpPr txBox="1"/>
          <p:nvPr/>
        </p:nvSpPr>
        <p:spPr>
          <a:xfrm>
            <a:off x="8448675" y="2847975"/>
            <a:ext cx="285750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144,4 VLS-h</a:t>
            </a:r>
          </a:p>
        </p:txBody>
      </p:sp>
      <p:cxnSp>
        <p:nvCxnSpPr>
          <p:cNvPr id="58" name="Connector 57"/>
          <p:cNvCxnSpPr/>
          <p:nvPr/>
        </p:nvCxnSpPr>
        <p:spPr>
          <a:xfrm>
            <a:off x="6990398" y="3119438"/>
            <a:ext cx="4315777"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990398" y="3332798"/>
            <a:ext cx="114300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Faktor</a:t>
            </a:r>
          </a:p>
        </p:txBody>
      </p:sp>
      <p:grpSp>
        <p:nvGrpSpPr>
          <p:cNvPr id="60" name="Zählwerk +2,30"/>
          <p:cNvGrpSpPr/>
          <p:nvPr/>
        </p:nvGrpSpPr>
        <p:grpSpPr>
          <a:xfrm>
            <a:off x="10092309" y="3238500"/>
            <a:ext cx="1271016" cy="397764"/>
            <a:chOff x="10092309" y="3238500"/>
            <a:chExt cx="1271016" cy="397764"/>
          </a:xfrm>
        </p:grpSpPr>
        <p:sp>
          <p:nvSpPr>
            <p:cNvPr id="61" name="TextBox 60"/>
            <p:cNvSpPr txBox="1"/>
            <p:nvPr/>
          </p:nvSpPr>
          <p:spPr>
            <a:xfrm>
              <a:off x="10092309" y="3238500"/>
              <a:ext cx="390906" cy="397764"/>
            </a:xfrm>
            <a:prstGeom prst="rect">
              <a:avLst/>
            </a:prstGeom>
            <a:noFill/>
          </p:spPr>
          <p:txBody>
            <a:bodyPr wrap="none" lIns="0" rIns="0" tIns="0" bIns="0" anchor="ctr">
              <a:noAutofit/>
            </a:bodyPr>
            <a:lstStyle/>
            <a:p>
              <a:pPr algn="ctr">
                <a:lnSpc>
                  <a:spcPts val="2700"/>
                </a:lnSpc>
              </a:pPr>
              <a:r>
                <a:rPr sz="2700" b="1" i="0" lang="de-DE">
                  <a:solidFill>
                    <a:srgbClr val="B3261E"/>
                  </a:solidFill>
                  <a:latin typeface="Geist Mono"/>
                </a:rPr>
                <a:t>+</a:t>
              </a:r>
            </a:p>
          </p:txBody>
        </p:sp>
        <p:sp>
          <p:nvSpPr>
            <p:cNvPr id="62" name="Rounded Rectangle 61"/>
            <p:cNvSpPr/>
            <p:nvPr/>
          </p:nvSpPr>
          <p:spPr>
            <a:xfrm>
              <a:off x="10366629" y="3238500"/>
              <a:ext cx="253746" cy="397764"/>
            </a:xfrm>
            <a:prstGeom prst="roundRect">
              <a:avLst>
                <a:gd name="adj" fmla="val 16216"/>
              </a:avLst>
            </a:prstGeom>
            <a:solidFill>
              <a:srgbClr val="B3261E"/>
            </a:solidFill>
            <a:ln>
              <a:noFill/>
            </a:ln>
            <a:effectLst/>
          </p:spPr>
          <p:txBody>
            <a:bodyPr rtlCol="0" anchor="ctr"/>
            <a:lstStyle/>
            <a:p>
              <a:pPr algn="ctr"/>
            </a:p>
          </p:txBody>
        </p:sp>
        <p:sp>
          <p:nvSpPr>
            <p:cNvPr id="63" name="TextBox 62"/>
            <p:cNvSpPr txBox="1"/>
            <p:nvPr/>
          </p:nvSpPr>
          <p:spPr>
            <a:xfrm>
              <a:off x="10309479" y="3238500"/>
              <a:ext cx="368046" cy="397764"/>
            </a:xfrm>
            <a:prstGeom prst="rect">
              <a:avLst/>
            </a:prstGeom>
            <a:noFill/>
          </p:spPr>
          <p:txBody>
            <a:bodyPr wrap="none" lIns="0" rIns="0" tIns="0" bIns="0" anchor="ctr">
              <a:noAutofit/>
            </a:bodyPr>
            <a:lstStyle/>
            <a:p>
              <a:pPr algn="ctr">
                <a:lnSpc>
                  <a:spcPts val="2700"/>
                </a:lnSpc>
              </a:pPr>
              <a:r>
                <a:rPr sz="2700" b="1" i="0" lang="de-DE">
                  <a:solidFill>
                    <a:srgbClr val="FFFFFF"/>
                  </a:solidFill>
                  <a:latin typeface="Geist Mono"/>
                </a:rPr>
                <a:t>2</a:t>
              </a:r>
            </a:p>
          </p:txBody>
        </p:sp>
        <p:sp>
          <p:nvSpPr>
            <p:cNvPr id="64" name="TextBox 63"/>
            <p:cNvSpPr txBox="1"/>
            <p:nvPr/>
          </p:nvSpPr>
          <p:spPr>
            <a:xfrm>
              <a:off x="10503789" y="3238500"/>
              <a:ext cx="390906" cy="397764"/>
            </a:xfrm>
            <a:prstGeom prst="rect">
              <a:avLst/>
            </a:prstGeom>
            <a:noFill/>
          </p:spPr>
          <p:txBody>
            <a:bodyPr wrap="none" lIns="0" rIns="0" tIns="0" bIns="0" anchor="ctr">
              <a:noAutofit/>
            </a:bodyPr>
            <a:lstStyle/>
            <a:p>
              <a:pPr algn="ctr">
                <a:lnSpc>
                  <a:spcPts val="2700"/>
                </a:lnSpc>
              </a:pPr>
              <a:r>
                <a:rPr sz="2700" b="1" i="0" lang="de-DE">
                  <a:solidFill>
                    <a:srgbClr val="B3261E"/>
                  </a:solidFill>
                  <a:latin typeface="Geist Mono"/>
                </a:rPr>
                <a:t>,</a:t>
              </a:r>
            </a:p>
          </p:txBody>
        </p:sp>
        <p:sp>
          <p:nvSpPr>
            <p:cNvPr id="65" name="Rounded Rectangle 64"/>
            <p:cNvSpPr/>
            <p:nvPr/>
          </p:nvSpPr>
          <p:spPr>
            <a:xfrm>
              <a:off x="10778109" y="3238500"/>
              <a:ext cx="253746" cy="397764"/>
            </a:xfrm>
            <a:prstGeom prst="roundRect">
              <a:avLst>
                <a:gd name="adj" fmla="val 16216"/>
              </a:avLst>
            </a:prstGeom>
            <a:solidFill>
              <a:srgbClr val="B3261E"/>
            </a:solidFill>
            <a:ln>
              <a:noFill/>
            </a:ln>
            <a:effectLst/>
          </p:spPr>
          <p:txBody>
            <a:bodyPr rtlCol="0" anchor="ctr"/>
            <a:lstStyle/>
            <a:p>
              <a:pPr algn="ctr"/>
            </a:p>
          </p:txBody>
        </p:sp>
        <p:sp>
          <p:nvSpPr>
            <p:cNvPr id="66" name="TextBox 65"/>
            <p:cNvSpPr txBox="1"/>
            <p:nvPr/>
          </p:nvSpPr>
          <p:spPr>
            <a:xfrm>
              <a:off x="10720959" y="3238500"/>
              <a:ext cx="368046" cy="397764"/>
            </a:xfrm>
            <a:prstGeom prst="rect">
              <a:avLst/>
            </a:prstGeom>
            <a:noFill/>
          </p:spPr>
          <p:txBody>
            <a:bodyPr wrap="none" lIns="0" rIns="0" tIns="0" bIns="0" anchor="ctr">
              <a:noAutofit/>
            </a:bodyPr>
            <a:lstStyle/>
            <a:p>
              <a:pPr algn="ctr">
                <a:lnSpc>
                  <a:spcPts val="2700"/>
                </a:lnSpc>
              </a:pPr>
              <a:r>
                <a:rPr sz="2700" b="1" i="0" lang="de-DE">
                  <a:solidFill>
                    <a:srgbClr val="FFFFFF"/>
                  </a:solidFill>
                  <a:latin typeface="Geist Mono"/>
                </a:rPr>
                <a:t>3</a:t>
              </a:r>
            </a:p>
          </p:txBody>
        </p:sp>
        <p:sp>
          <p:nvSpPr>
            <p:cNvPr id="67" name="Rounded Rectangle 66"/>
            <p:cNvSpPr/>
            <p:nvPr/>
          </p:nvSpPr>
          <p:spPr>
            <a:xfrm>
              <a:off x="11052429" y="3238500"/>
              <a:ext cx="253746" cy="397764"/>
            </a:xfrm>
            <a:prstGeom prst="roundRect">
              <a:avLst>
                <a:gd name="adj" fmla="val 16216"/>
              </a:avLst>
            </a:prstGeom>
            <a:solidFill>
              <a:srgbClr val="B3261E"/>
            </a:solidFill>
            <a:ln>
              <a:noFill/>
            </a:ln>
            <a:effectLst/>
          </p:spPr>
          <p:txBody>
            <a:bodyPr rtlCol="0" anchor="ctr"/>
            <a:lstStyle/>
            <a:p>
              <a:pPr algn="ctr"/>
            </a:p>
          </p:txBody>
        </p:sp>
        <p:sp>
          <p:nvSpPr>
            <p:cNvPr id="68" name="TextBox 67"/>
            <p:cNvSpPr txBox="1"/>
            <p:nvPr/>
          </p:nvSpPr>
          <p:spPr>
            <a:xfrm>
              <a:off x="10995279" y="3238500"/>
              <a:ext cx="368046" cy="397764"/>
            </a:xfrm>
            <a:prstGeom prst="rect">
              <a:avLst/>
            </a:prstGeom>
            <a:noFill/>
          </p:spPr>
          <p:txBody>
            <a:bodyPr wrap="none" lIns="0" rIns="0" tIns="0" bIns="0" anchor="ctr">
              <a:noAutofit/>
            </a:bodyPr>
            <a:lstStyle/>
            <a:p>
              <a:pPr algn="ctr">
                <a:lnSpc>
                  <a:spcPts val="2700"/>
                </a:lnSpc>
              </a:pPr>
              <a:r>
                <a:rPr sz="2700" b="1" i="0" lang="de-DE">
                  <a:solidFill>
                    <a:srgbClr val="FFFFFF"/>
                  </a:solidFill>
                  <a:latin typeface="Geist Mono"/>
                </a:rPr>
                <a:t>0</a:t>
              </a:r>
            </a:p>
          </p:txBody>
        </p:sp>
      </p:grpSp>
      <p:sp>
        <p:nvSpPr>
          <p:cNvPr id="69" name="Rounded Rectangle 68"/>
          <p:cNvSpPr/>
          <p:nvPr/>
        </p:nvSpPr>
        <p:spPr>
          <a:xfrm>
            <a:off x="6790372" y="3893820"/>
            <a:ext cx="4715828" cy="895350"/>
          </a:xfrm>
          <a:prstGeom prst="roundRect">
            <a:avLst>
              <a:gd name="adj" fmla="val 10638"/>
            </a:avLst>
          </a:prstGeom>
          <a:solidFill>
            <a:srgbClr val="F5FAF3"/>
          </a:solidFill>
          <a:ln w="9525">
            <a:solidFill>
              <a:srgbClr val="CFE7C8"/>
            </a:solidFill>
          </a:ln>
          <a:effectLst/>
        </p:spPr>
        <p:txBody>
          <a:bodyPr rtlCol="0" anchor="ctr"/>
          <a:lstStyle/>
          <a:p>
            <a:pPr algn="ctr"/>
          </a:p>
        </p:txBody>
      </p:sp>
      <p:grpSp>
        <p:nvGrpSpPr>
          <p:cNvPr id="70" name="Scheibe circle-check"/>
          <p:cNvGrpSpPr/>
          <p:nvPr/>
        </p:nvGrpSpPr>
        <p:grpSpPr>
          <a:xfrm>
            <a:off x="6952298" y="4027170"/>
            <a:ext cx="323850" cy="323850"/>
            <a:chOff x="6952298" y="4027170"/>
            <a:chExt cx="323850" cy="323850"/>
          </a:xfrm>
        </p:grpSpPr>
        <p:sp>
          <p:nvSpPr>
            <p:cNvPr id="71" name="Oval 70"/>
            <p:cNvSpPr/>
            <p:nvPr/>
          </p:nvSpPr>
          <p:spPr>
            <a:xfrm>
              <a:off x="6952298" y="4027170"/>
              <a:ext cx="323850" cy="323850"/>
            </a:xfrm>
            <a:prstGeom prst="ellipse">
              <a:avLst/>
            </a:prstGeom>
            <a:solidFill>
              <a:srgbClr val="2F7A33"/>
            </a:solidFill>
            <a:ln>
              <a:noFill/>
            </a:ln>
            <a:effectLst/>
          </p:spPr>
          <p:txBody>
            <a:bodyPr rtlCol="0" anchor="ctr"/>
            <a:lstStyle/>
            <a:p>
              <a:pPr algn="ctr"/>
            </a:p>
          </p:txBody>
        </p:sp>
        <p:pic>
          <p:nvPicPr>
            <p:cNvPr id="72" name="Picture 71" descr="circle-check__FFFFFF.png"/>
            <p:cNvPicPr>
              <a:picLocks noChangeAspect="1"/>
            </p:cNvPicPr>
            <p:nvPr/>
          </p:nvPicPr>
          <p:blipFill>
            <a:blip r:embed="rId12"/>
            <a:stretch>
              <a:fillRect/>
            </a:stretch>
          </p:blipFill>
          <p:spPr>
            <a:xfrm>
              <a:off x="7030021" y="4104894"/>
              <a:ext cx="168402" cy="168402"/>
            </a:xfrm>
            <a:prstGeom prst="rect">
              <a:avLst/>
            </a:prstGeom>
          </p:spPr>
        </p:pic>
      </p:grpSp>
      <p:sp>
        <p:nvSpPr>
          <p:cNvPr id="73" name="TextBox 72"/>
          <p:cNvSpPr txBox="1"/>
          <p:nvPr/>
        </p:nvSpPr>
        <p:spPr>
          <a:xfrm>
            <a:off x="7409498" y="4036695"/>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September zum Vergleich</a:t>
            </a:r>
          </a:p>
        </p:txBody>
      </p:sp>
      <p:sp>
        <p:nvSpPr>
          <p:cNvPr id="74" name="TextBox 73"/>
          <p:cNvSpPr txBox="1"/>
          <p:nvPr/>
        </p:nvSpPr>
        <p:spPr>
          <a:xfrm>
            <a:off x="7409498" y="4255770"/>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Faktor −0,68 → innerhalb der Grenze, kein Hinweis. Die Prognose ist erhöht, weil der August als Vormonat einfließt.</a:t>
            </a:r>
          </a:p>
        </p:txBody>
      </p:sp>
      <p:cxnSp>
        <p:nvCxnSpPr>
          <p:cNvPr id="75"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6" name="Logo" descr="image.png"/>
          <p:cNvPicPr>
            <a:picLocks noChangeAspect="1"/>
          </p:cNvPicPr>
          <p:nvPr/>
        </p:nvPicPr>
        <p:blipFill>
          <a:blip r:embed="rId13"/>
          <a:stretch>
            <a:fillRect/>
          </a:stretch>
        </p:blipFill>
        <p:spPr>
          <a:xfrm>
            <a:off x="685800" y="6400800"/>
            <a:ext cx="715863" cy="247650"/>
          </a:xfrm>
          <a:prstGeom prst="rect">
            <a:avLst/>
          </a:prstGeom>
        </p:spPr>
      </p:pic>
      <p:sp>
        <p:nvSpPr>
          <p:cNvPr id="77" name="TextBox 76"/>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78" name="Connector 77"/>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79" name="Scheibe split"/>
          <p:cNvGrpSpPr/>
          <p:nvPr/>
        </p:nvGrpSpPr>
        <p:grpSpPr>
          <a:xfrm>
            <a:off x="4516755" y="6419850"/>
            <a:ext cx="209550" cy="209550"/>
            <a:chOff x="4516755" y="6419850"/>
            <a:chExt cx="209550" cy="209550"/>
          </a:xfrm>
        </p:grpSpPr>
        <p:sp>
          <p:nvSpPr>
            <p:cNvPr id="80" name="Oval 79"/>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81" name="Picture 80" descr="split__FFFFFF.png"/>
            <p:cNvPicPr>
              <a:picLocks noChangeAspect="1"/>
            </p:cNvPicPr>
            <p:nvPr/>
          </p:nvPicPr>
          <p:blipFill>
            <a:blip r:embed="rId14"/>
            <a:stretch>
              <a:fillRect/>
            </a:stretch>
          </p:blipFill>
          <p:spPr>
            <a:xfrm>
              <a:off x="4567047" y="6470142"/>
              <a:ext cx="108966" cy="108966"/>
            </a:xfrm>
            <a:prstGeom prst="rect">
              <a:avLst/>
            </a:prstGeom>
          </p:spPr>
        </p:pic>
      </p:grpSp>
      <p:sp>
        <p:nvSpPr>
          <p:cNvPr id="82" name="TextBox 81"/>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83" name="TextBox 82"/>
          <p:cNvSpPr txBox="1"/>
          <p:nvPr/>
        </p:nvSpPr>
        <p:spPr>
          <a:xfrm>
            <a:off x="5000625" y="6438900"/>
            <a:ext cx="91001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Entscheidung</a:t>
            </a:r>
          </a:p>
        </p:txBody>
      </p:sp>
      <p:sp>
        <p:nvSpPr>
          <p:cNvPr id="84" name="TextBox 83"/>
          <p:cNvSpPr txBox="1"/>
          <p:nvPr/>
        </p:nvSpPr>
        <p:spPr>
          <a:xfrm>
            <a:off x="957072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85" name="Seitenzahl"/>
          <p:cNvSpPr txBox="1"/>
          <p:nvPr/>
        </p:nvSpPr>
        <p:spPr>
          <a:xfrm>
            <a:off x="10866120" y="6424612"/>
            <a:ext cx="64008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6CC0D2"/>
            </a:solidFill>
            <a:ln>
              <a:noFill/>
            </a:ln>
            <a:effectLst/>
          </p:spPr>
          <p:txBody>
            <a:bodyPr rtlCol="0" anchor="ctr"/>
            <a:lstStyle/>
            <a:p>
              <a:pPr algn="ctr"/>
            </a:p>
          </p:txBody>
        </p:sp>
        <p:pic>
          <p:nvPicPr>
            <p:cNvPr id="4" name="Picture 3" descr="clipboard-check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Was passiert mit dem Hinweis, und was lernen wir daraus?</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Prüfen, bewerten und aus dem Feedback lernen</a:t>
            </a:r>
          </a:p>
        </p:txBody>
      </p:sp>
      <p:grpSp>
        <p:nvGrpSpPr>
          <p:cNvPr id="7" name="Tracker 1 Vergangenheit"/>
          <p:cNvGrpSpPr/>
          <p:nvPr/>
        </p:nvGrpSpPr>
        <p:grpSpPr>
          <a:xfrm>
            <a:off x="9513094" y="397669"/>
            <a:ext cx="233362" cy="233362"/>
            <a:chOff x="9513094" y="397669"/>
            <a:chExt cx="233362" cy="233362"/>
          </a:xfrm>
        </p:grpSpPr>
        <p:sp>
          <p:nvSpPr>
            <p:cNvPr id="8" name="Oval 7"/>
            <p:cNvSpPr/>
            <p:nvPr/>
          </p:nvSpPr>
          <p:spPr>
            <a:xfrm>
              <a:off x="95130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9" name="Picture 8" descr="history__9CC3E0.png"/>
            <p:cNvPicPr>
              <a:picLocks noChangeAspect="1"/>
            </p:cNvPicPr>
            <p:nvPr/>
          </p:nvPicPr>
          <p:blipFill>
            <a:blip r:embed="rId4"/>
            <a:stretch>
              <a:fillRect/>
            </a:stretch>
          </p:blipFill>
          <p:spPr>
            <a:xfrm>
              <a:off x="9565386" y="449961"/>
              <a:ext cx="128778" cy="128778"/>
            </a:xfrm>
            <a:prstGeom prst="rect">
              <a:avLst/>
            </a:prstGeom>
          </p:spPr>
        </p:pic>
      </p:grpSp>
      <p:grpSp>
        <p:nvGrpSpPr>
          <p:cNvPr id="10" name="Tracker 2 Modell"/>
          <p:cNvGrpSpPr/>
          <p:nvPr/>
        </p:nvGrpSpPr>
        <p:grpSpPr>
          <a:xfrm>
            <a:off x="9817894" y="397669"/>
            <a:ext cx="233362" cy="233362"/>
            <a:chOff x="9817894" y="397669"/>
            <a:chExt cx="233362" cy="233362"/>
          </a:xfrm>
        </p:grpSpPr>
        <p:sp>
          <p:nvSpPr>
            <p:cNvPr id="11" name="Oval 10"/>
            <p:cNvSpPr/>
            <p:nvPr/>
          </p:nvSpPr>
          <p:spPr>
            <a:xfrm>
              <a:off x="98178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2" name="Picture 11" descr="trees__9CC3E0.png"/>
            <p:cNvPicPr>
              <a:picLocks noChangeAspect="1"/>
            </p:cNvPicPr>
            <p:nvPr/>
          </p:nvPicPr>
          <p:blipFill>
            <a:blip r:embed="rId5"/>
            <a:stretch>
              <a:fillRect/>
            </a:stretch>
          </p:blipFill>
          <p:spPr>
            <a:xfrm>
              <a:off x="9870186" y="449961"/>
              <a:ext cx="128778" cy="128778"/>
            </a:xfrm>
            <a:prstGeom prst="rect">
              <a:avLst/>
            </a:prstGeom>
          </p:spPr>
        </p:pic>
      </p:grpSp>
      <p:grpSp>
        <p:nvGrpSpPr>
          <p:cNvPr id="13" name="Tracker 3 Rückrechnung"/>
          <p:cNvGrpSpPr/>
          <p:nvPr/>
        </p:nvGrpSpPr>
        <p:grpSpPr>
          <a:xfrm>
            <a:off x="10122694" y="397669"/>
            <a:ext cx="233362" cy="233362"/>
            <a:chOff x="10122694" y="397669"/>
            <a:chExt cx="233362" cy="233362"/>
          </a:xfrm>
        </p:grpSpPr>
        <p:sp>
          <p:nvSpPr>
            <p:cNvPr id="14" name="Oval 13"/>
            <p:cNvSpPr/>
            <p:nvPr/>
          </p:nvSpPr>
          <p:spPr>
            <a:xfrm>
              <a:off x="101226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5" name="Picture 14" descr="calculator__9CC3E0.png"/>
            <p:cNvPicPr>
              <a:picLocks noChangeAspect="1"/>
            </p:cNvPicPr>
            <p:nvPr/>
          </p:nvPicPr>
          <p:blipFill>
            <a:blip r:embed="rId6"/>
            <a:stretch>
              <a:fillRect/>
            </a:stretch>
          </p:blipFill>
          <p:spPr>
            <a:xfrm>
              <a:off x="10174986" y="449961"/>
              <a:ext cx="128778" cy="128778"/>
            </a:xfrm>
            <a:prstGeom prst="rect">
              <a:avLst/>
            </a:prstGeom>
          </p:spPr>
        </p:pic>
      </p:grpSp>
      <p:grpSp>
        <p:nvGrpSpPr>
          <p:cNvPr id="16" name="Tracker 4 Istwert"/>
          <p:cNvGrpSpPr/>
          <p:nvPr/>
        </p:nvGrpSpPr>
        <p:grpSpPr>
          <a:xfrm>
            <a:off x="10656094" y="397669"/>
            <a:ext cx="233362" cy="233362"/>
            <a:chOff x="10656094" y="397669"/>
            <a:chExt cx="233362" cy="233362"/>
          </a:xfrm>
        </p:grpSpPr>
        <p:sp>
          <p:nvSpPr>
            <p:cNvPr id="17" name="Oval 16"/>
            <p:cNvSpPr/>
            <p:nvPr/>
          </p:nvSpPr>
          <p:spPr>
            <a:xfrm>
              <a:off x="106560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8" name="Picture 17" descr="gauge__9CC3E0.png"/>
            <p:cNvPicPr>
              <a:picLocks noChangeAspect="1"/>
            </p:cNvPicPr>
            <p:nvPr/>
          </p:nvPicPr>
          <p:blipFill>
            <a:blip r:embed="rId7"/>
            <a:stretch>
              <a:fillRect/>
            </a:stretch>
          </p:blipFill>
          <p:spPr>
            <a:xfrm>
              <a:off x="10708386" y="449961"/>
              <a:ext cx="128778" cy="128778"/>
            </a:xfrm>
            <a:prstGeom prst="rect">
              <a:avLst/>
            </a:prstGeom>
          </p:spPr>
        </p:pic>
      </p:grpSp>
      <p:grpSp>
        <p:nvGrpSpPr>
          <p:cNvPr id="19" name="Tracker 5 Residuum"/>
          <p:cNvGrpSpPr/>
          <p:nvPr/>
        </p:nvGrpSpPr>
        <p:grpSpPr>
          <a:xfrm>
            <a:off x="10960894" y="397669"/>
            <a:ext cx="233362" cy="233362"/>
            <a:chOff x="10960894" y="397669"/>
            <a:chExt cx="233362" cy="233362"/>
          </a:xfrm>
        </p:grpSpPr>
        <p:sp>
          <p:nvSpPr>
            <p:cNvPr id="20" name="Oval 19"/>
            <p:cNvSpPr/>
            <p:nvPr/>
          </p:nvSpPr>
          <p:spPr>
            <a:xfrm>
              <a:off x="10960894" y="397669"/>
              <a:ext cx="233362" cy="2333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21" name="Picture 20" descr="diff__9CC3E0.png"/>
            <p:cNvPicPr>
              <a:picLocks noChangeAspect="1"/>
            </p:cNvPicPr>
            <p:nvPr/>
          </p:nvPicPr>
          <p:blipFill>
            <a:blip r:embed="rId8"/>
            <a:stretch>
              <a:fillRect/>
            </a:stretch>
          </p:blipFill>
          <p:spPr>
            <a:xfrm>
              <a:off x="11013186" y="449961"/>
              <a:ext cx="128778" cy="128778"/>
            </a:xfrm>
            <a:prstGeom prst="rect">
              <a:avLst/>
            </a:prstGeom>
          </p:spPr>
        </p:pic>
      </p:grpSp>
      <p:grpSp>
        <p:nvGrpSpPr>
          <p:cNvPr id="22" name="Tracker 6 Prüfhinweis aktiv"/>
          <p:cNvGrpSpPr/>
          <p:nvPr/>
        </p:nvGrpSpPr>
        <p:grpSpPr>
          <a:xfrm>
            <a:off x="11258550" y="390525"/>
            <a:ext cx="247650" cy="247650"/>
            <a:chOff x="11258550" y="390525"/>
            <a:chExt cx="247650" cy="247650"/>
          </a:xfrm>
        </p:grpSpPr>
        <p:sp>
          <p:nvSpPr>
            <p:cNvPr id="23" name="Oval 22"/>
            <p:cNvSpPr/>
            <p:nvPr/>
          </p:nvSpPr>
          <p:spPr>
            <a:xfrm>
              <a:off x="11258550" y="390525"/>
              <a:ext cx="247650" cy="247650"/>
            </a:xfrm>
            <a:prstGeom prst="ellipse">
              <a:avLst/>
            </a:prstGeom>
            <a:solidFill>
              <a:srgbClr val="6CC0D2"/>
            </a:solidFill>
            <a:ln>
              <a:noFill/>
            </a:ln>
            <a:effectLst/>
          </p:spPr>
          <p:txBody>
            <a:bodyPr rtlCol="0" anchor="ctr"/>
            <a:lstStyle/>
            <a:p>
              <a:pPr algn="ctr"/>
            </a:p>
          </p:txBody>
        </p:sp>
        <p:pic>
          <p:nvPicPr>
            <p:cNvPr id="24" name="Picture 23" descr="flag__04263F.png"/>
            <p:cNvPicPr>
              <a:picLocks noChangeAspect="1"/>
            </p:cNvPicPr>
            <p:nvPr/>
          </p:nvPicPr>
          <p:blipFill>
            <a:blip r:embed="rId9"/>
            <a:stretch>
              <a:fillRect/>
            </a:stretch>
          </p:blipFill>
          <p:spPr>
            <a:xfrm>
              <a:off x="11317986" y="449961"/>
              <a:ext cx="128778" cy="128778"/>
            </a:xfrm>
            <a:prstGeom prst="rect">
              <a:avLst/>
            </a:prstGeom>
          </p:spPr>
        </p:pic>
      </p:grpSp>
      <p:cxnSp>
        <p:nvCxnSpPr>
          <p:cNvPr id="25" name="Tracker-Lücke"/>
          <p:cNvCxnSpPr/>
          <p:nvPr/>
        </p:nvCxnSpPr>
        <p:spPr>
          <a:xfrm>
            <a:off x="10420350" y="514350"/>
            <a:ext cx="57150" cy="0"/>
          </a:xfrm>
          <a:prstGeom prst="line">
            <a:avLst/>
          </a:prstGeom>
          <a:ln w="19050">
            <a:solidFill>
              <a:srgbClr val="FFFFFF">
                <a:alpha val="30000"/>
              </a:srgbClr>
            </a:solidFill>
          </a:ln>
        </p:spPr>
        <p:style>
          <a:lnRef idx="2">
            <a:schemeClr val="accent1"/>
          </a:lnRef>
          <a:fillRef idx="0">
            <a:schemeClr val="accent1"/>
          </a:fillRef>
          <a:effectRef idx="1">
            <a:schemeClr val="accent1"/>
          </a:effectRef>
          <a:fontRef idx="minor">
            <a:schemeClr val="tx1"/>
          </a:fontRef>
        </p:style>
      </p:cxnSp>
      <p:cxnSp>
        <p:nvCxnSpPr>
          <p:cNvPr id="26" name="Tracker-Lücke"/>
          <p:cNvCxnSpPr/>
          <p:nvPr/>
        </p:nvCxnSpPr>
        <p:spPr>
          <a:xfrm>
            <a:off x="10534650" y="514350"/>
            <a:ext cx="57150" cy="0"/>
          </a:xfrm>
          <a:prstGeom prst="line">
            <a:avLst/>
          </a:prstGeom>
          <a:ln w="19050">
            <a:solidFill>
              <a:srgbClr val="FFFFFF">
                <a:alpha val="30000"/>
              </a:srgbClr>
            </a:solidFill>
          </a:ln>
        </p:spPr>
        <p:style>
          <a:lnRef idx="2">
            <a:schemeClr val="accent1"/>
          </a:lnRef>
          <a:fillRef idx="0">
            <a:schemeClr val="accent1"/>
          </a:fillRef>
          <a:effectRef idx="1">
            <a:schemeClr val="accent1"/>
          </a:effectRef>
          <a:fontRef idx="minor">
            <a:schemeClr val="tx1"/>
          </a:fontRef>
        </p:style>
      </p:cxnSp>
      <p:sp>
        <p:nvSpPr>
          <p:cNvPr id="27" name="Tracker-Label"/>
          <p:cNvSpPr txBox="1"/>
          <p:nvPr/>
        </p:nvSpPr>
        <p:spPr>
          <a:xfrm>
            <a:off x="6534150" y="428625"/>
            <a:ext cx="2857500" cy="171450"/>
          </a:xfrm>
          <a:prstGeom prst="rect">
            <a:avLst/>
          </a:prstGeom>
          <a:noFill/>
        </p:spPr>
        <p:txBody>
          <a:bodyPr wrap="none" lIns="0" rIns="0" tIns="0" bIns="0" anchor="t">
            <a:noAutofit/>
          </a:bodyPr>
          <a:lstStyle/>
          <a:p>
            <a:pPr algn="r">
              <a:lnSpc>
                <a:spcPts val="1350"/>
              </a:lnSpc>
            </a:pPr>
            <a:r>
              <a:rPr sz="1050" b="1" i="0" lang="de-DE">
                <a:solidFill>
                  <a:srgbClr val="6CC0D2"/>
                </a:solidFill>
                <a:latin typeface="IBM Plex Sans"/>
              </a:rPr>
              <a:t>6 · Prüfhinweis</a:t>
            </a:r>
          </a:p>
        </p:txBody>
      </p:sp>
      <p:sp>
        <p:nvSpPr>
          <p:cNvPr id="28" name="Rounded Rectangle 27"/>
          <p:cNvSpPr/>
          <p:nvPr/>
        </p:nvSpPr>
        <p:spPr>
          <a:xfrm>
            <a:off x="685800" y="1362075"/>
            <a:ext cx="6153150" cy="2373058"/>
          </a:xfrm>
          <a:prstGeom prst="roundRect">
            <a:avLst>
              <a:gd name="adj" fmla="val 4013"/>
            </a:avLst>
          </a:prstGeom>
          <a:solidFill>
            <a:srgbClr val="FFFFFF">
              <a:alpha val="6000"/>
            </a:srgbClr>
          </a:solidFill>
          <a:ln>
            <a:noFill/>
          </a:ln>
          <a:effectLst/>
        </p:spPr>
        <p:txBody>
          <a:bodyPr rtlCol="0" anchor="ctr"/>
          <a:lstStyle/>
          <a:p>
            <a:pPr algn="ctr"/>
          </a:p>
        </p:txBody>
      </p:sp>
      <p:grpSp>
        <p:nvGrpSpPr>
          <p:cNvPr id="29" name="Scheibe file-search"/>
          <p:cNvGrpSpPr/>
          <p:nvPr/>
        </p:nvGrpSpPr>
        <p:grpSpPr>
          <a:xfrm>
            <a:off x="809625" y="1419225"/>
            <a:ext cx="247650" cy="247650"/>
            <a:chOff x="809625" y="1419225"/>
            <a:chExt cx="247650" cy="247650"/>
          </a:xfrm>
        </p:grpSpPr>
        <p:sp>
          <p:nvSpPr>
            <p:cNvPr id="30" name="Oval 29"/>
            <p:cNvSpPr/>
            <p:nvPr/>
          </p:nvSpPr>
          <p:spPr>
            <a:xfrm>
              <a:off x="809625" y="1419225"/>
              <a:ext cx="247650" cy="247650"/>
            </a:xfrm>
            <a:prstGeom prst="ellipse">
              <a:avLst/>
            </a:prstGeom>
            <a:solidFill>
              <a:srgbClr val="6CC0D2"/>
            </a:solidFill>
            <a:ln>
              <a:noFill/>
            </a:ln>
            <a:effectLst/>
          </p:spPr>
          <p:txBody>
            <a:bodyPr rtlCol="0" anchor="ctr"/>
            <a:lstStyle/>
            <a:p>
              <a:pPr algn="ctr"/>
            </a:p>
          </p:txBody>
        </p:sp>
        <p:pic>
          <p:nvPicPr>
            <p:cNvPr id="31" name="Picture 30" descr="file-search__04263F.png"/>
            <p:cNvPicPr>
              <a:picLocks noChangeAspect="1"/>
            </p:cNvPicPr>
            <p:nvPr/>
          </p:nvPicPr>
          <p:blipFill>
            <a:blip r:embed="rId10"/>
            <a:stretch>
              <a:fillRect/>
            </a:stretch>
          </p:blipFill>
          <p:spPr>
            <a:xfrm>
              <a:off x="869061" y="1478661"/>
              <a:ext cx="128778" cy="128778"/>
            </a:xfrm>
            <a:prstGeom prst="rect">
              <a:avLst/>
            </a:prstGeom>
          </p:spPr>
        </p:pic>
      </p:grpSp>
      <p:sp>
        <p:nvSpPr>
          <p:cNvPr id="32" name="TextBox 31"/>
          <p:cNvSpPr txBox="1"/>
          <p:nvPr/>
        </p:nvSpPr>
        <p:spPr>
          <a:xfrm>
            <a:off x="1152525" y="1371600"/>
            <a:ext cx="5581650" cy="342900"/>
          </a:xfrm>
          <a:prstGeom prst="rect">
            <a:avLst/>
          </a:prstGeom>
          <a:noFill/>
        </p:spPr>
        <p:txBody>
          <a:bodyPr wrap="none" lIns="0" rIns="0" tIns="0" bIns="0" anchor="ctr">
            <a:noAutofit/>
          </a:bodyPr>
          <a:lstStyle/>
          <a:p>
            <a:pPr algn="l">
              <a:lnSpc>
                <a:spcPts val="1417"/>
              </a:lnSpc>
            </a:pPr>
            <a:r>
              <a:rPr sz="1087" b="1" i="0" lang="de-DE">
                <a:solidFill>
                  <a:srgbClr val="FFFFFF"/>
                </a:solidFill>
                <a:latin typeface="IBM Plex Sans"/>
              </a:rPr>
              <a:t>Fallakte · Warum wurde der Fall markiert?</a:t>
            </a:r>
          </a:p>
        </p:txBody>
      </p:sp>
      <p:pic>
        <p:nvPicPr>
          <p:cNvPr id="33" name="Screenshot Fallakte ZL-00147 mit Ist, Prognose, Abweichung und Schwellenfaktor" descr="image.png"/>
          <p:cNvPicPr>
            <a:picLocks noChangeAspect="1"/>
          </p:cNvPicPr>
          <p:nvPr/>
        </p:nvPicPr>
        <p:blipFill>
          <a:blip r:embed="rId11"/>
          <a:stretch>
            <a:fillRect/>
          </a:stretch>
        </p:blipFill>
        <p:spPr>
          <a:xfrm>
            <a:off x="695325" y="1714500"/>
            <a:ext cx="6134100" cy="2011108"/>
          </a:xfrm>
          <a:prstGeom prst="rect">
            <a:avLst/>
          </a:prstGeom>
        </p:spPr>
      </p:pic>
      <p:sp>
        <p:nvSpPr>
          <p:cNvPr id="34" name="Rounded Rectangle 33"/>
          <p:cNvSpPr/>
          <p:nvPr/>
        </p:nvSpPr>
        <p:spPr>
          <a:xfrm>
            <a:off x="685800" y="1362075"/>
            <a:ext cx="6153150" cy="2373058"/>
          </a:xfrm>
          <a:prstGeom prst="roundRect">
            <a:avLst>
              <a:gd name="adj" fmla="val 4013"/>
            </a:avLst>
          </a:prstGeom>
          <a:noFill/>
          <a:ln w="9525">
            <a:solidFill>
              <a:srgbClr val="FFFFFF">
                <a:alpha val="16000"/>
              </a:srgbClr>
            </a:solidFill>
          </a:ln>
          <a:effectLst/>
        </p:spPr>
        <p:txBody>
          <a:bodyPr rtlCol="0" anchor="ctr"/>
          <a:lstStyle/>
          <a:p>
            <a:pPr algn="ctr"/>
          </a:p>
        </p:txBody>
      </p:sp>
      <p:sp>
        <p:nvSpPr>
          <p:cNvPr id="35" name="Rounded Rectangle 34"/>
          <p:cNvSpPr/>
          <p:nvPr/>
        </p:nvSpPr>
        <p:spPr>
          <a:xfrm>
            <a:off x="5252314" y="2590393"/>
            <a:ext cx="1559357" cy="621321"/>
          </a:xfrm>
          <a:prstGeom prst="roundRect">
            <a:avLst>
              <a:gd name="adj" fmla="val 12264"/>
            </a:avLst>
          </a:prstGeom>
          <a:noFill/>
          <a:ln w="38100">
            <a:solidFill>
              <a:srgbClr val="0080A0">
                <a:alpha val="18000"/>
              </a:srgbClr>
            </a:solidFill>
          </a:ln>
          <a:effectLst/>
        </p:spPr>
        <p:txBody>
          <a:bodyPr rtlCol="0" anchor="ctr"/>
          <a:lstStyle/>
          <a:p>
            <a:pPr algn="ctr"/>
          </a:p>
        </p:txBody>
      </p:sp>
      <p:sp>
        <p:nvSpPr>
          <p:cNvPr id="36" name="Markierung"/>
          <p:cNvSpPr/>
          <p:nvPr/>
        </p:nvSpPr>
        <p:spPr>
          <a:xfrm>
            <a:off x="5285651" y="2623731"/>
            <a:ext cx="1492682" cy="554646"/>
          </a:xfrm>
          <a:prstGeom prst="roundRect">
            <a:avLst>
              <a:gd name="adj" fmla="val 8586"/>
            </a:avLst>
          </a:prstGeom>
          <a:noFill/>
          <a:ln w="28575">
            <a:solidFill>
              <a:srgbClr val="0080A0"/>
            </a:solidFill>
          </a:ln>
          <a:effectLst/>
        </p:spPr>
        <p:txBody>
          <a:bodyPr rtlCol="0" anchor="ctr"/>
          <a:lstStyle/>
          <a:p>
            <a:pPr algn="ctr"/>
          </a:p>
        </p:txBody>
      </p:sp>
      <p:sp>
        <p:nvSpPr>
          <p:cNvPr id="37" name="Rounded Rectangle 36"/>
          <p:cNvSpPr/>
          <p:nvPr/>
        </p:nvSpPr>
        <p:spPr>
          <a:xfrm>
            <a:off x="6258839" y="2409418"/>
            <a:ext cx="533781" cy="205740"/>
          </a:xfrm>
          <a:prstGeom prst="roundRect">
            <a:avLst>
              <a:gd name="adj" fmla="val 23148"/>
            </a:avLst>
          </a:prstGeom>
          <a:solidFill>
            <a:srgbClr val="00718E"/>
          </a:solidFill>
          <a:ln>
            <a:noFill/>
          </a:ln>
          <a:effectLst/>
        </p:spPr>
        <p:txBody>
          <a:bodyPr rtlCol="0" anchor="ctr"/>
          <a:lstStyle/>
          <a:p>
            <a:pPr algn="ctr"/>
          </a:p>
        </p:txBody>
      </p:sp>
      <p:sp>
        <p:nvSpPr>
          <p:cNvPr id="38" name="TextBox 37"/>
          <p:cNvSpPr txBox="1"/>
          <p:nvPr/>
        </p:nvSpPr>
        <p:spPr>
          <a:xfrm>
            <a:off x="6258839" y="2409418"/>
            <a:ext cx="533781"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Faktor</a:t>
            </a:r>
          </a:p>
        </p:txBody>
      </p:sp>
      <p:sp>
        <p:nvSpPr>
          <p:cNvPr id="39" name="Rounded Rectangle 38"/>
          <p:cNvSpPr/>
          <p:nvPr/>
        </p:nvSpPr>
        <p:spPr>
          <a:xfrm>
            <a:off x="713080" y="3213837"/>
            <a:ext cx="6098591" cy="490599"/>
          </a:xfrm>
          <a:prstGeom prst="roundRect">
            <a:avLst>
              <a:gd name="adj" fmla="val 15532"/>
            </a:avLst>
          </a:prstGeom>
          <a:noFill/>
          <a:ln w="38100">
            <a:solidFill>
              <a:srgbClr val="0080A0">
                <a:alpha val="18000"/>
              </a:srgbClr>
            </a:solidFill>
          </a:ln>
          <a:effectLst/>
        </p:spPr>
        <p:txBody>
          <a:bodyPr rtlCol="0" anchor="ctr"/>
          <a:lstStyle/>
          <a:p>
            <a:pPr algn="ctr"/>
          </a:p>
        </p:txBody>
      </p:sp>
      <p:sp>
        <p:nvSpPr>
          <p:cNvPr id="40" name="Markierung"/>
          <p:cNvSpPr/>
          <p:nvPr/>
        </p:nvSpPr>
        <p:spPr>
          <a:xfrm>
            <a:off x="746417" y="3247174"/>
            <a:ext cx="6031916" cy="423924"/>
          </a:xfrm>
          <a:prstGeom prst="roundRect">
            <a:avLst>
              <a:gd name="adj" fmla="val 11234"/>
            </a:avLst>
          </a:prstGeom>
          <a:noFill/>
          <a:ln w="28575">
            <a:solidFill>
              <a:srgbClr val="0080A0"/>
            </a:solidFill>
          </a:ln>
          <a:effectLst/>
        </p:spPr>
        <p:txBody>
          <a:bodyPr rtlCol="0" anchor="ctr"/>
          <a:lstStyle/>
          <a:p>
            <a:pPr algn="ctr"/>
          </a:p>
        </p:txBody>
      </p:sp>
      <p:sp>
        <p:nvSpPr>
          <p:cNvPr id="41" name="Rounded Rectangle 40"/>
          <p:cNvSpPr/>
          <p:nvPr/>
        </p:nvSpPr>
        <p:spPr>
          <a:xfrm>
            <a:off x="732130" y="3032862"/>
            <a:ext cx="863156" cy="205740"/>
          </a:xfrm>
          <a:prstGeom prst="roundRect">
            <a:avLst>
              <a:gd name="adj" fmla="val 23148"/>
            </a:avLst>
          </a:prstGeom>
          <a:solidFill>
            <a:srgbClr val="00718E"/>
          </a:solidFill>
          <a:ln>
            <a:noFill/>
          </a:ln>
          <a:effectLst/>
        </p:spPr>
        <p:txBody>
          <a:bodyPr rtlCol="0" anchor="ctr"/>
          <a:lstStyle/>
          <a:p>
            <a:pPr algn="ctr"/>
          </a:p>
        </p:txBody>
      </p:sp>
      <p:sp>
        <p:nvSpPr>
          <p:cNvPr id="42" name="TextBox 41"/>
          <p:cNvSpPr txBox="1"/>
          <p:nvPr/>
        </p:nvSpPr>
        <p:spPr>
          <a:xfrm>
            <a:off x="732130" y="3032862"/>
            <a:ext cx="863156"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Begründung</a:t>
            </a:r>
          </a:p>
        </p:txBody>
      </p:sp>
      <p:sp>
        <p:nvSpPr>
          <p:cNvPr id="43" name="Rounded Rectangle 42"/>
          <p:cNvSpPr/>
          <p:nvPr/>
        </p:nvSpPr>
        <p:spPr>
          <a:xfrm>
            <a:off x="685800" y="3830955"/>
            <a:ext cx="6153150" cy="1461706"/>
          </a:xfrm>
          <a:prstGeom prst="roundRect">
            <a:avLst>
              <a:gd name="adj" fmla="val 6516"/>
            </a:avLst>
          </a:prstGeom>
          <a:solidFill>
            <a:srgbClr val="FFFFFF">
              <a:alpha val="6000"/>
            </a:srgbClr>
          </a:solidFill>
          <a:ln>
            <a:noFill/>
          </a:ln>
          <a:effectLst/>
        </p:spPr>
        <p:txBody>
          <a:bodyPr rtlCol="0" anchor="ctr"/>
          <a:lstStyle/>
          <a:p>
            <a:pPr algn="ctr"/>
          </a:p>
        </p:txBody>
      </p:sp>
      <p:grpSp>
        <p:nvGrpSpPr>
          <p:cNvPr id="44" name="Scheibe list-checks"/>
          <p:cNvGrpSpPr/>
          <p:nvPr/>
        </p:nvGrpSpPr>
        <p:grpSpPr>
          <a:xfrm>
            <a:off x="809625" y="3888105"/>
            <a:ext cx="247650" cy="247650"/>
            <a:chOff x="809625" y="3888105"/>
            <a:chExt cx="247650" cy="247650"/>
          </a:xfrm>
        </p:grpSpPr>
        <p:sp>
          <p:nvSpPr>
            <p:cNvPr id="45" name="Oval 44"/>
            <p:cNvSpPr/>
            <p:nvPr/>
          </p:nvSpPr>
          <p:spPr>
            <a:xfrm>
              <a:off x="809625" y="3888105"/>
              <a:ext cx="247650" cy="247650"/>
            </a:xfrm>
            <a:prstGeom prst="ellipse">
              <a:avLst/>
            </a:prstGeom>
            <a:solidFill>
              <a:srgbClr val="6CC0D2"/>
            </a:solidFill>
            <a:ln>
              <a:noFill/>
            </a:ln>
            <a:effectLst/>
          </p:spPr>
          <p:txBody>
            <a:bodyPr rtlCol="0" anchor="ctr"/>
            <a:lstStyle/>
            <a:p>
              <a:pPr algn="ctr"/>
            </a:p>
          </p:txBody>
        </p:sp>
        <p:pic>
          <p:nvPicPr>
            <p:cNvPr id="46" name="Picture 45" descr="list-checks__04263F.png"/>
            <p:cNvPicPr>
              <a:picLocks noChangeAspect="1"/>
            </p:cNvPicPr>
            <p:nvPr/>
          </p:nvPicPr>
          <p:blipFill>
            <a:blip r:embed="rId12"/>
            <a:stretch>
              <a:fillRect/>
            </a:stretch>
          </p:blipFill>
          <p:spPr>
            <a:xfrm>
              <a:off x="869061" y="3947541"/>
              <a:ext cx="128778" cy="128778"/>
            </a:xfrm>
            <a:prstGeom prst="rect">
              <a:avLst/>
            </a:prstGeom>
          </p:spPr>
        </p:pic>
      </p:grpSp>
      <p:sp>
        <p:nvSpPr>
          <p:cNvPr id="47" name="TextBox 46"/>
          <p:cNvSpPr txBox="1"/>
          <p:nvPr/>
        </p:nvSpPr>
        <p:spPr>
          <a:xfrm>
            <a:off x="1152525" y="3840480"/>
            <a:ext cx="5581650" cy="342900"/>
          </a:xfrm>
          <a:prstGeom prst="rect">
            <a:avLst/>
          </a:prstGeom>
          <a:noFill/>
        </p:spPr>
        <p:txBody>
          <a:bodyPr wrap="none" lIns="0" rIns="0" tIns="0" bIns="0" anchor="ctr">
            <a:noAutofit/>
          </a:bodyPr>
          <a:lstStyle/>
          <a:p>
            <a:pPr algn="l">
              <a:lnSpc>
                <a:spcPts val="1417"/>
              </a:lnSpc>
            </a:pPr>
            <a:r>
              <a:rPr sz="1087" b="1" i="0" lang="de-DE">
                <a:solidFill>
                  <a:srgbClr val="FFFFFF"/>
                </a:solidFill>
                <a:latin typeface="IBM Plex Sans"/>
              </a:rPr>
              <a:t>Gespeichert · Status in der Prüfwarteschlange</a:t>
            </a:r>
          </a:p>
        </p:txBody>
      </p:sp>
      <p:pic>
        <p:nvPicPr>
          <p:cNvPr id="48" name="Screenshot Prüfwarteschlange mit Status Bewertung abgeschlossen" descr="image.png"/>
          <p:cNvPicPr>
            <a:picLocks noChangeAspect="1"/>
          </p:cNvPicPr>
          <p:nvPr/>
        </p:nvPicPr>
        <p:blipFill>
          <a:blip r:embed="rId13"/>
          <a:stretch>
            <a:fillRect/>
          </a:stretch>
        </p:blipFill>
        <p:spPr>
          <a:xfrm>
            <a:off x="695325" y="4183380"/>
            <a:ext cx="6134100" cy="1099756"/>
          </a:xfrm>
          <a:prstGeom prst="rect">
            <a:avLst/>
          </a:prstGeom>
        </p:spPr>
      </p:pic>
      <p:sp>
        <p:nvSpPr>
          <p:cNvPr id="49" name="Rounded Rectangle 48"/>
          <p:cNvSpPr/>
          <p:nvPr/>
        </p:nvSpPr>
        <p:spPr>
          <a:xfrm>
            <a:off x="685800" y="3830955"/>
            <a:ext cx="6153150" cy="1461706"/>
          </a:xfrm>
          <a:prstGeom prst="roundRect">
            <a:avLst>
              <a:gd name="adj" fmla="val 6516"/>
            </a:avLst>
          </a:prstGeom>
          <a:noFill/>
          <a:ln w="9525">
            <a:solidFill>
              <a:srgbClr val="FFFFFF">
                <a:alpha val="16000"/>
              </a:srgbClr>
            </a:solidFill>
          </a:ln>
          <a:effectLst/>
        </p:spPr>
        <p:txBody>
          <a:bodyPr rtlCol="0" anchor="ctr"/>
          <a:lstStyle/>
          <a:p>
            <a:pPr algn="ctr"/>
          </a:p>
        </p:txBody>
      </p:sp>
      <p:sp>
        <p:nvSpPr>
          <p:cNvPr id="50" name="Rounded Rectangle 49"/>
          <p:cNvSpPr/>
          <p:nvPr/>
        </p:nvSpPr>
        <p:spPr>
          <a:xfrm>
            <a:off x="5509946" y="5000145"/>
            <a:ext cx="982751" cy="280046"/>
          </a:xfrm>
          <a:prstGeom prst="roundRect">
            <a:avLst>
              <a:gd name="adj" fmla="val 27209"/>
            </a:avLst>
          </a:prstGeom>
          <a:noFill/>
          <a:ln w="38100">
            <a:solidFill>
              <a:srgbClr val="0080A0">
                <a:alpha val="18000"/>
              </a:srgbClr>
            </a:solidFill>
          </a:ln>
          <a:effectLst/>
        </p:spPr>
        <p:txBody>
          <a:bodyPr rtlCol="0" anchor="ctr"/>
          <a:lstStyle/>
          <a:p>
            <a:pPr algn="ctr"/>
          </a:p>
        </p:txBody>
      </p:sp>
      <p:sp>
        <p:nvSpPr>
          <p:cNvPr id="51" name="Markierung"/>
          <p:cNvSpPr/>
          <p:nvPr/>
        </p:nvSpPr>
        <p:spPr>
          <a:xfrm>
            <a:off x="5543283" y="5033482"/>
            <a:ext cx="916076" cy="213371"/>
          </a:xfrm>
          <a:prstGeom prst="roundRect">
            <a:avLst>
              <a:gd name="adj" fmla="val 22320"/>
            </a:avLst>
          </a:prstGeom>
          <a:noFill/>
          <a:ln w="28575">
            <a:solidFill>
              <a:srgbClr val="0080A0"/>
            </a:solidFill>
          </a:ln>
          <a:effectLst/>
        </p:spPr>
        <p:txBody>
          <a:bodyPr rtlCol="0" anchor="ctr"/>
          <a:lstStyle/>
          <a:p>
            <a:pPr algn="ctr"/>
          </a:p>
        </p:txBody>
      </p:sp>
      <p:sp>
        <p:nvSpPr>
          <p:cNvPr id="52" name="Rounded Rectangle 51"/>
          <p:cNvSpPr/>
          <p:nvPr/>
        </p:nvSpPr>
        <p:spPr>
          <a:xfrm>
            <a:off x="5943581" y="4819170"/>
            <a:ext cx="530066" cy="205740"/>
          </a:xfrm>
          <a:prstGeom prst="roundRect">
            <a:avLst>
              <a:gd name="adj" fmla="val 23148"/>
            </a:avLst>
          </a:prstGeom>
          <a:solidFill>
            <a:srgbClr val="00718E"/>
          </a:solidFill>
          <a:ln>
            <a:noFill/>
          </a:ln>
          <a:effectLst/>
        </p:spPr>
        <p:txBody>
          <a:bodyPr rtlCol="0" anchor="ctr"/>
          <a:lstStyle/>
          <a:p>
            <a:pPr algn="ctr"/>
          </a:p>
        </p:txBody>
      </p:sp>
      <p:sp>
        <p:nvSpPr>
          <p:cNvPr id="53" name="TextBox 52"/>
          <p:cNvSpPr txBox="1"/>
          <p:nvPr/>
        </p:nvSpPr>
        <p:spPr>
          <a:xfrm>
            <a:off x="5943581" y="4819170"/>
            <a:ext cx="530066"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Status</a:t>
            </a:r>
          </a:p>
        </p:txBody>
      </p:sp>
      <p:sp>
        <p:nvSpPr>
          <p:cNvPr id="54" name="Rounded Rectangle 53"/>
          <p:cNvSpPr/>
          <p:nvPr/>
        </p:nvSpPr>
        <p:spPr>
          <a:xfrm>
            <a:off x="7029450" y="1362075"/>
            <a:ext cx="4476750" cy="3790327"/>
          </a:xfrm>
          <a:prstGeom prst="roundRect">
            <a:avLst>
              <a:gd name="adj" fmla="val 2512"/>
            </a:avLst>
          </a:prstGeom>
          <a:solidFill>
            <a:srgbClr val="FFFFFF">
              <a:alpha val="6000"/>
            </a:srgbClr>
          </a:solidFill>
          <a:ln>
            <a:noFill/>
          </a:ln>
          <a:effectLst/>
        </p:spPr>
        <p:txBody>
          <a:bodyPr rtlCol="0" anchor="ctr"/>
          <a:lstStyle/>
          <a:p>
            <a:pPr algn="ctr"/>
          </a:p>
        </p:txBody>
      </p:sp>
      <p:grpSp>
        <p:nvGrpSpPr>
          <p:cNvPr id="55" name="Scheibe pencil-line"/>
          <p:cNvGrpSpPr/>
          <p:nvPr/>
        </p:nvGrpSpPr>
        <p:grpSpPr>
          <a:xfrm>
            <a:off x="7153275" y="1419225"/>
            <a:ext cx="247650" cy="247650"/>
            <a:chOff x="7153275" y="1419225"/>
            <a:chExt cx="247650" cy="247650"/>
          </a:xfrm>
        </p:grpSpPr>
        <p:sp>
          <p:nvSpPr>
            <p:cNvPr id="56" name="Oval 55"/>
            <p:cNvSpPr/>
            <p:nvPr/>
          </p:nvSpPr>
          <p:spPr>
            <a:xfrm>
              <a:off x="7153275" y="1419225"/>
              <a:ext cx="247650" cy="247650"/>
            </a:xfrm>
            <a:prstGeom prst="ellipse">
              <a:avLst/>
            </a:prstGeom>
            <a:solidFill>
              <a:srgbClr val="6CC0D2"/>
            </a:solidFill>
            <a:ln>
              <a:noFill/>
            </a:ln>
            <a:effectLst/>
          </p:spPr>
          <p:txBody>
            <a:bodyPr rtlCol="0" anchor="ctr"/>
            <a:lstStyle/>
            <a:p>
              <a:pPr algn="ctr"/>
            </a:p>
          </p:txBody>
        </p:sp>
        <p:pic>
          <p:nvPicPr>
            <p:cNvPr id="57" name="Picture 56" descr="pencil-line__04263F.png"/>
            <p:cNvPicPr>
              <a:picLocks noChangeAspect="1"/>
            </p:cNvPicPr>
            <p:nvPr/>
          </p:nvPicPr>
          <p:blipFill>
            <a:blip r:embed="rId14"/>
            <a:stretch>
              <a:fillRect/>
            </a:stretch>
          </p:blipFill>
          <p:spPr>
            <a:xfrm>
              <a:off x="7212711" y="1478661"/>
              <a:ext cx="128778" cy="128778"/>
            </a:xfrm>
            <a:prstGeom prst="rect">
              <a:avLst/>
            </a:prstGeom>
          </p:spPr>
        </p:pic>
      </p:grpSp>
      <p:sp>
        <p:nvSpPr>
          <p:cNvPr id="58" name="TextBox 57"/>
          <p:cNvSpPr txBox="1"/>
          <p:nvPr/>
        </p:nvSpPr>
        <p:spPr>
          <a:xfrm>
            <a:off x="7496175" y="1371600"/>
            <a:ext cx="3905250" cy="342900"/>
          </a:xfrm>
          <a:prstGeom prst="rect">
            <a:avLst/>
          </a:prstGeom>
          <a:noFill/>
        </p:spPr>
        <p:txBody>
          <a:bodyPr wrap="none" lIns="0" rIns="0" tIns="0" bIns="0" anchor="ctr">
            <a:noAutofit/>
          </a:bodyPr>
          <a:lstStyle/>
          <a:p>
            <a:pPr algn="l">
              <a:lnSpc>
                <a:spcPts val="1417"/>
              </a:lnSpc>
            </a:pPr>
            <a:r>
              <a:rPr sz="1087" b="1" i="0" lang="de-DE">
                <a:solidFill>
                  <a:srgbClr val="FFFFFF"/>
                </a:solidFill>
                <a:latin typeface="IBM Plex Sans"/>
              </a:rPr>
              <a:t>Bewertung dokumentieren · Beispieleingabe</a:t>
            </a:r>
          </a:p>
        </p:txBody>
      </p:sp>
      <p:pic>
        <p:nvPicPr>
          <p:cNvPr id="59" name="Screenshot Dialog Bewertung dokumentieren mit getrennten Bewertungsdimensionen" descr="image.png"/>
          <p:cNvPicPr>
            <a:picLocks noChangeAspect="1"/>
          </p:cNvPicPr>
          <p:nvPr/>
        </p:nvPicPr>
        <p:blipFill>
          <a:blip r:embed="rId15"/>
          <a:stretch>
            <a:fillRect/>
          </a:stretch>
        </p:blipFill>
        <p:spPr>
          <a:xfrm>
            <a:off x="7038975" y="1714500"/>
            <a:ext cx="4457700" cy="3428377"/>
          </a:xfrm>
          <a:prstGeom prst="rect">
            <a:avLst/>
          </a:prstGeom>
        </p:spPr>
      </p:pic>
      <p:sp>
        <p:nvSpPr>
          <p:cNvPr id="60" name="Rounded Rectangle 59"/>
          <p:cNvSpPr/>
          <p:nvPr/>
        </p:nvSpPr>
        <p:spPr>
          <a:xfrm>
            <a:off x="7029450" y="1362075"/>
            <a:ext cx="4476750" cy="3790327"/>
          </a:xfrm>
          <a:prstGeom prst="roundRect">
            <a:avLst>
              <a:gd name="adj" fmla="val 2512"/>
            </a:avLst>
          </a:prstGeom>
          <a:noFill/>
          <a:ln w="9525">
            <a:solidFill>
              <a:srgbClr val="FFFFFF">
                <a:alpha val="16000"/>
              </a:srgbClr>
            </a:solidFill>
          </a:ln>
          <a:effectLst/>
        </p:spPr>
        <p:txBody>
          <a:bodyPr rtlCol="0" anchor="ctr"/>
          <a:lstStyle/>
          <a:p>
            <a:pPr algn="ctr"/>
          </a:p>
        </p:txBody>
      </p:sp>
      <p:sp>
        <p:nvSpPr>
          <p:cNvPr id="61" name="Rounded Rectangle 60"/>
          <p:cNvSpPr/>
          <p:nvPr/>
        </p:nvSpPr>
        <p:spPr>
          <a:xfrm>
            <a:off x="7100164" y="3107941"/>
            <a:ext cx="4335323" cy="401508"/>
          </a:xfrm>
          <a:prstGeom prst="roundRect">
            <a:avLst>
              <a:gd name="adj" fmla="val 18978"/>
            </a:avLst>
          </a:prstGeom>
          <a:noFill/>
          <a:ln w="38100">
            <a:solidFill>
              <a:srgbClr val="0080A0">
                <a:alpha val="18000"/>
              </a:srgbClr>
            </a:solidFill>
          </a:ln>
          <a:effectLst/>
        </p:spPr>
        <p:txBody>
          <a:bodyPr rtlCol="0" anchor="ctr"/>
          <a:lstStyle/>
          <a:p>
            <a:pPr algn="ctr"/>
          </a:p>
        </p:txBody>
      </p:sp>
      <p:sp>
        <p:nvSpPr>
          <p:cNvPr id="62" name="Markierung"/>
          <p:cNvSpPr/>
          <p:nvPr/>
        </p:nvSpPr>
        <p:spPr>
          <a:xfrm>
            <a:off x="7133501" y="3141279"/>
            <a:ext cx="4268648" cy="334833"/>
          </a:xfrm>
          <a:prstGeom prst="roundRect">
            <a:avLst>
              <a:gd name="adj" fmla="val 14223"/>
            </a:avLst>
          </a:prstGeom>
          <a:noFill/>
          <a:ln w="28575">
            <a:solidFill>
              <a:srgbClr val="0080A0"/>
            </a:solidFill>
          </a:ln>
          <a:effectLst/>
        </p:spPr>
        <p:txBody>
          <a:bodyPr rtlCol="0" anchor="ctr"/>
          <a:lstStyle/>
          <a:p>
            <a:pPr algn="ctr"/>
          </a:p>
        </p:txBody>
      </p:sp>
      <p:sp>
        <p:nvSpPr>
          <p:cNvPr id="63" name="Rounded Rectangle 62"/>
          <p:cNvSpPr/>
          <p:nvPr/>
        </p:nvSpPr>
        <p:spPr>
          <a:xfrm>
            <a:off x="10521086" y="2926966"/>
            <a:ext cx="895350" cy="205740"/>
          </a:xfrm>
          <a:prstGeom prst="roundRect">
            <a:avLst>
              <a:gd name="adj" fmla="val 23148"/>
            </a:avLst>
          </a:prstGeom>
          <a:solidFill>
            <a:srgbClr val="00718E"/>
          </a:solidFill>
          <a:ln>
            <a:noFill/>
          </a:ln>
          <a:effectLst/>
        </p:spPr>
        <p:txBody>
          <a:bodyPr rtlCol="0" anchor="ctr"/>
          <a:lstStyle/>
          <a:p>
            <a:pPr algn="ctr"/>
          </a:p>
        </p:txBody>
      </p:sp>
      <p:sp>
        <p:nvSpPr>
          <p:cNvPr id="64" name="TextBox 63"/>
          <p:cNvSpPr txBox="1"/>
          <p:nvPr/>
        </p:nvSpPr>
        <p:spPr>
          <a:xfrm>
            <a:off x="10521086" y="2926966"/>
            <a:ext cx="895350"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Label-Quelle</a:t>
            </a:r>
          </a:p>
        </p:txBody>
      </p:sp>
      <p:sp>
        <p:nvSpPr>
          <p:cNvPr id="65" name="Rounded Rectangle 64"/>
          <p:cNvSpPr/>
          <p:nvPr/>
        </p:nvSpPr>
        <p:spPr>
          <a:xfrm>
            <a:off x="685800" y="5295900"/>
            <a:ext cx="10820400" cy="419100"/>
          </a:xfrm>
          <a:prstGeom prst="roundRect">
            <a:avLst>
              <a:gd name="adj" fmla="val 22727"/>
            </a:avLst>
          </a:prstGeom>
          <a:solidFill>
            <a:srgbClr val="FFFFFF">
              <a:alpha val="7000"/>
            </a:srgbClr>
          </a:solidFill>
          <a:ln w="9525">
            <a:solidFill>
              <a:srgbClr val="FFFFFF">
                <a:alpha val="16000"/>
              </a:srgbClr>
            </a:solidFill>
          </a:ln>
          <a:effectLst/>
        </p:spPr>
        <p:txBody>
          <a:bodyPr rtlCol="0" anchor="ctr"/>
          <a:lstStyle/>
          <a:p>
            <a:pPr algn="ctr"/>
          </a:p>
        </p:txBody>
      </p:sp>
      <p:sp>
        <p:nvSpPr>
          <p:cNvPr id="66" name="Rounded Rectangle 65"/>
          <p:cNvSpPr/>
          <p:nvPr/>
        </p:nvSpPr>
        <p:spPr>
          <a:xfrm>
            <a:off x="828675" y="5414962"/>
            <a:ext cx="1638300" cy="190500"/>
          </a:xfrm>
          <a:prstGeom prst="roundRect">
            <a:avLst>
              <a:gd name="adj" fmla="val 20000"/>
            </a:avLst>
          </a:prstGeom>
          <a:solidFill>
            <a:srgbClr val="FFFFFF">
              <a:alpha val="12000"/>
            </a:srgbClr>
          </a:solidFill>
          <a:ln>
            <a:noFill/>
          </a:ln>
          <a:effectLst/>
        </p:spPr>
        <p:txBody>
          <a:bodyPr rtlCol="0" anchor="ctr"/>
          <a:lstStyle/>
          <a:p>
            <a:pPr algn="ctr"/>
          </a:p>
        </p:txBody>
      </p:sp>
      <p:sp>
        <p:nvSpPr>
          <p:cNvPr id="67" name="TextBox 66"/>
          <p:cNvSpPr txBox="1"/>
          <p:nvPr/>
        </p:nvSpPr>
        <p:spPr>
          <a:xfrm>
            <a:off x="828675" y="5414962"/>
            <a:ext cx="1638300" cy="190500"/>
          </a:xfrm>
          <a:prstGeom prst="rect">
            <a:avLst/>
          </a:prstGeom>
          <a:noFill/>
        </p:spPr>
        <p:txBody>
          <a:bodyPr wrap="none" lIns="0" rIns="0" tIns="0" bIns="0" anchor="ctr">
            <a:noAutofit/>
          </a:bodyPr>
          <a:lstStyle/>
          <a:p>
            <a:pPr algn="ctr">
              <a:lnSpc>
                <a:spcPts val="1275"/>
              </a:lnSpc>
            </a:pPr>
            <a:r>
              <a:rPr sz="1012" b="0" i="0" lang="de-DE">
                <a:solidFill>
                  <a:srgbClr val="FFFFFF"/>
                </a:solidFill>
                <a:latin typeface="Geist Mono"/>
              </a:rPr>
              <a:t>Messwert gültig = Ja</a:t>
            </a:r>
          </a:p>
        </p:txBody>
      </p:sp>
      <p:sp>
        <p:nvSpPr>
          <p:cNvPr id="68" name="TextBox 67"/>
          <p:cNvSpPr txBox="1"/>
          <p:nvPr/>
        </p:nvSpPr>
        <p:spPr>
          <a:xfrm>
            <a:off x="2466975" y="5414962"/>
            <a:ext cx="206312" cy="180975"/>
          </a:xfrm>
          <a:prstGeom prst="rect">
            <a:avLst/>
          </a:prstGeom>
          <a:noFill/>
        </p:spPr>
        <p:txBody>
          <a:bodyPr wrap="none" lIns="0" rIns="0" tIns="0" bIns="0" anchor="t">
            <a:noAutofit/>
          </a:bodyPr>
          <a:lstStyle/>
          <a:p>
            <a:pPr algn="l">
              <a:lnSpc>
                <a:spcPts val="1425"/>
              </a:lnSpc>
            </a:pPr>
            <a:r>
              <a:rPr sz="1087" b="0" i="0" lang="de-DE">
                <a:solidFill>
                  <a:srgbClr val="BBD7EA"/>
                </a:solidFill>
                <a:latin typeface="IBM Plex Sans"/>
              </a:rPr>
              <a:t> + </a:t>
            </a:r>
          </a:p>
        </p:txBody>
      </p:sp>
      <p:sp>
        <p:nvSpPr>
          <p:cNvPr id="69" name="Rounded Rectangle 68"/>
          <p:cNvSpPr/>
          <p:nvPr/>
        </p:nvSpPr>
        <p:spPr>
          <a:xfrm>
            <a:off x="2616137" y="5414962"/>
            <a:ext cx="2024062" cy="190500"/>
          </a:xfrm>
          <a:prstGeom prst="roundRect">
            <a:avLst>
              <a:gd name="adj" fmla="val 20000"/>
            </a:avLst>
          </a:prstGeom>
          <a:solidFill>
            <a:srgbClr val="FFFFFF">
              <a:alpha val="12000"/>
            </a:srgbClr>
          </a:solidFill>
          <a:ln>
            <a:noFill/>
          </a:ln>
          <a:effectLst/>
        </p:spPr>
        <p:txBody>
          <a:bodyPr rtlCol="0" anchor="ctr"/>
          <a:lstStyle/>
          <a:p>
            <a:pPr algn="ctr"/>
          </a:p>
        </p:txBody>
      </p:sp>
      <p:sp>
        <p:nvSpPr>
          <p:cNvPr id="70" name="TextBox 69"/>
          <p:cNvSpPr txBox="1"/>
          <p:nvPr/>
        </p:nvSpPr>
        <p:spPr>
          <a:xfrm>
            <a:off x="2616137" y="5414962"/>
            <a:ext cx="2024062" cy="190500"/>
          </a:xfrm>
          <a:prstGeom prst="rect">
            <a:avLst/>
          </a:prstGeom>
          <a:noFill/>
        </p:spPr>
        <p:txBody>
          <a:bodyPr wrap="none" lIns="0" rIns="0" tIns="0" bIns="0" anchor="ctr">
            <a:noAutofit/>
          </a:bodyPr>
          <a:lstStyle/>
          <a:p>
            <a:pPr algn="ctr">
              <a:lnSpc>
                <a:spcPts val="1275"/>
              </a:lnSpc>
            </a:pPr>
            <a:r>
              <a:rPr sz="1012" b="0" i="0" lang="de-DE">
                <a:solidFill>
                  <a:srgbClr val="FFFFFF"/>
                </a:solidFill>
                <a:latin typeface="Geist Mono"/>
              </a:rPr>
              <a:t>Abweichung erklärt = Nein</a:t>
            </a:r>
          </a:p>
        </p:txBody>
      </p:sp>
      <p:sp>
        <p:nvSpPr>
          <p:cNvPr id="71" name="TextBox 70"/>
          <p:cNvSpPr txBox="1"/>
          <p:nvPr/>
        </p:nvSpPr>
        <p:spPr>
          <a:xfrm>
            <a:off x="4640199" y="5414962"/>
            <a:ext cx="239458" cy="180975"/>
          </a:xfrm>
          <a:prstGeom prst="rect">
            <a:avLst/>
          </a:prstGeom>
          <a:noFill/>
        </p:spPr>
        <p:txBody>
          <a:bodyPr wrap="none" lIns="0" rIns="0" tIns="0" bIns="0" anchor="t">
            <a:noAutofit/>
          </a:bodyPr>
          <a:lstStyle/>
          <a:p>
            <a:pPr algn="l">
              <a:lnSpc>
                <a:spcPts val="1425"/>
              </a:lnSpc>
            </a:pPr>
            <a:r>
              <a:rPr sz="1087" b="0" i="0" lang="de-DE">
                <a:solidFill>
                  <a:srgbClr val="BBD7EA"/>
                </a:solidFill>
                <a:latin typeface="IBM Plex Sans"/>
              </a:rPr>
              <a:t> ⇒ </a:t>
            </a:r>
          </a:p>
        </p:txBody>
      </p:sp>
      <p:sp>
        <p:nvSpPr>
          <p:cNvPr id="72" name="TextBox 71"/>
          <p:cNvSpPr txBox="1"/>
          <p:nvPr/>
        </p:nvSpPr>
        <p:spPr>
          <a:xfrm>
            <a:off x="4822508" y="5414962"/>
            <a:ext cx="1404556" cy="180975"/>
          </a:xfrm>
          <a:prstGeom prst="rect">
            <a:avLst/>
          </a:prstGeom>
          <a:noFill/>
        </p:spPr>
        <p:txBody>
          <a:bodyPr wrap="none" lIns="0" rIns="0" tIns="0" bIns="0" anchor="t">
            <a:noAutofit/>
          </a:bodyPr>
          <a:lstStyle/>
          <a:p>
            <a:pPr algn="l">
              <a:lnSpc>
                <a:spcPts val="1425"/>
              </a:lnSpc>
            </a:pPr>
            <a:r>
              <a:rPr sz="1087" b="1" i="0" lang="de-DE">
                <a:solidFill>
                  <a:srgbClr val="FFFFFF"/>
                </a:solidFill>
                <a:latin typeface="IBM Plex Sans"/>
              </a:rPr>
              <a:t>bestätigte Anomalie</a:t>
            </a:r>
          </a:p>
        </p:txBody>
      </p:sp>
      <p:sp>
        <p:nvSpPr>
          <p:cNvPr id="73" name="TextBox 72"/>
          <p:cNvSpPr txBox="1"/>
          <p:nvPr/>
        </p:nvSpPr>
        <p:spPr>
          <a:xfrm>
            <a:off x="6246114" y="5414962"/>
            <a:ext cx="191938" cy="180975"/>
          </a:xfrm>
          <a:prstGeom prst="rect">
            <a:avLst/>
          </a:prstGeom>
          <a:noFill/>
        </p:spPr>
        <p:txBody>
          <a:bodyPr wrap="none" lIns="0" rIns="0" tIns="0" bIns="0" anchor="t">
            <a:noAutofit/>
          </a:bodyPr>
          <a:lstStyle/>
          <a:p>
            <a:pPr algn="l">
              <a:lnSpc>
                <a:spcPts val="1425"/>
              </a:lnSpc>
            </a:pPr>
            <a:r>
              <a:rPr sz="1087" b="0" i="0" lang="de-DE">
                <a:solidFill>
                  <a:srgbClr val="6CC0D2"/>
                </a:solidFill>
                <a:latin typeface="IBM Plex Sans"/>
              </a:rPr>
              <a:t>→</a:t>
            </a:r>
          </a:p>
        </p:txBody>
      </p:sp>
      <p:grpSp>
        <p:nvGrpSpPr>
          <p:cNvPr id="74" name="Scheibe badge-check"/>
          <p:cNvGrpSpPr/>
          <p:nvPr/>
        </p:nvGrpSpPr>
        <p:grpSpPr>
          <a:xfrm>
            <a:off x="6457102" y="5381625"/>
            <a:ext cx="247650" cy="247650"/>
            <a:chOff x="6457102" y="5381625"/>
            <a:chExt cx="247650" cy="247650"/>
          </a:xfrm>
        </p:grpSpPr>
        <p:sp>
          <p:nvSpPr>
            <p:cNvPr id="75" name="Oval 74"/>
            <p:cNvSpPr/>
            <p:nvPr/>
          </p:nvSpPr>
          <p:spPr>
            <a:xfrm>
              <a:off x="6457102" y="5381625"/>
              <a:ext cx="247650" cy="247650"/>
            </a:xfrm>
            <a:prstGeom prst="ellipse">
              <a:avLst/>
            </a:prstGeom>
            <a:solidFill>
              <a:srgbClr val="6CC0D2"/>
            </a:solidFill>
            <a:ln>
              <a:noFill/>
            </a:ln>
            <a:effectLst/>
          </p:spPr>
          <p:txBody>
            <a:bodyPr rtlCol="0" anchor="ctr"/>
            <a:lstStyle/>
            <a:p>
              <a:pPr algn="ctr"/>
            </a:p>
          </p:txBody>
        </p:sp>
        <p:pic>
          <p:nvPicPr>
            <p:cNvPr id="76" name="Picture 75" descr="badge-check__04263F.png"/>
            <p:cNvPicPr>
              <a:picLocks noChangeAspect="1"/>
            </p:cNvPicPr>
            <p:nvPr/>
          </p:nvPicPr>
          <p:blipFill>
            <a:blip r:embed="rId16"/>
            <a:stretch>
              <a:fillRect/>
            </a:stretch>
          </p:blipFill>
          <p:spPr>
            <a:xfrm>
              <a:off x="6516538" y="5441061"/>
              <a:ext cx="128778" cy="128778"/>
            </a:xfrm>
            <a:prstGeom prst="rect">
              <a:avLst/>
            </a:prstGeom>
          </p:spPr>
        </p:pic>
      </p:grpSp>
      <p:sp>
        <p:nvSpPr>
          <p:cNvPr id="77" name="TextBox 76"/>
          <p:cNvSpPr txBox="1"/>
          <p:nvPr/>
        </p:nvSpPr>
        <p:spPr>
          <a:xfrm>
            <a:off x="6780952" y="5414962"/>
            <a:ext cx="1187720" cy="180975"/>
          </a:xfrm>
          <a:prstGeom prst="rect">
            <a:avLst/>
          </a:prstGeom>
          <a:noFill/>
        </p:spPr>
        <p:txBody>
          <a:bodyPr wrap="none" lIns="0" rIns="0" tIns="0" bIns="0" anchor="t">
            <a:noAutofit/>
          </a:bodyPr>
          <a:lstStyle/>
          <a:p>
            <a:pPr algn="l">
              <a:lnSpc>
                <a:spcPts val="1425"/>
              </a:lnSpc>
            </a:pPr>
            <a:r>
              <a:rPr sz="1087" b="0" i="0" lang="de-DE">
                <a:solidFill>
                  <a:srgbClr val="FFFFFF"/>
                </a:solidFill>
                <a:latin typeface="IBM Plex Sans"/>
              </a:rPr>
              <a:t>Precision messen</a:t>
            </a:r>
          </a:p>
        </p:txBody>
      </p:sp>
      <p:sp>
        <p:nvSpPr>
          <p:cNvPr id="78" name="TextBox 77"/>
          <p:cNvSpPr txBox="1"/>
          <p:nvPr/>
        </p:nvSpPr>
        <p:spPr>
          <a:xfrm>
            <a:off x="7987722" y="5414962"/>
            <a:ext cx="191938" cy="180975"/>
          </a:xfrm>
          <a:prstGeom prst="rect">
            <a:avLst/>
          </a:prstGeom>
          <a:noFill/>
        </p:spPr>
        <p:txBody>
          <a:bodyPr wrap="none" lIns="0" rIns="0" tIns="0" bIns="0" anchor="t">
            <a:noAutofit/>
          </a:bodyPr>
          <a:lstStyle/>
          <a:p>
            <a:pPr algn="l">
              <a:lnSpc>
                <a:spcPts val="1425"/>
              </a:lnSpc>
            </a:pPr>
            <a:r>
              <a:rPr sz="1087" b="0" i="0" lang="de-DE">
                <a:solidFill>
                  <a:srgbClr val="6CC0D2"/>
                </a:solidFill>
                <a:latin typeface="IBM Plex Sans"/>
              </a:rPr>
              <a:t>→</a:t>
            </a:r>
          </a:p>
        </p:txBody>
      </p:sp>
      <p:grpSp>
        <p:nvGrpSpPr>
          <p:cNvPr id="79" name="Scheibe scan-search"/>
          <p:cNvGrpSpPr/>
          <p:nvPr/>
        </p:nvGrpSpPr>
        <p:grpSpPr>
          <a:xfrm>
            <a:off x="8198710" y="5381625"/>
            <a:ext cx="247650" cy="247650"/>
            <a:chOff x="8198710" y="5381625"/>
            <a:chExt cx="247650" cy="247650"/>
          </a:xfrm>
        </p:grpSpPr>
        <p:sp>
          <p:nvSpPr>
            <p:cNvPr id="80" name="Oval 79"/>
            <p:cNvSpPr/>
            <p:nvPr/>
          </p:nvSpPr>
          <p:spPr>
            <a:xfrm>
              <a:off x="8198710" y="5381625"/>
              <a:ext cx="247650" cy="247650"/>
            </a:xfrm>
            <a:prstGeom prst="ellipse">
              <a:avLst/>
            </a:prstGeom>
            <a:solidFill>
              <a:srgbClr val="6CC0D2"/>
            </a:solidFill>
            <a:ln>
              <a:noFill/>
            </a:ln>
            <a:effectLst/>
          </p:spPr>
          <p:txBody>
            <a:bodyPr rtlCol="0" anchor="ctr"/>
            <a:lstStyle/>
            <a:p>
              <a:pPr algn="ctr"/>
            </a:p>
          </p:txBody>
        </p:sp>
        <p:pic>
          <p:nvPicPr>
            <p:cNvPr id="81" name="Picture 80" descr="scan-search__04263F.png"/>
            <p:cNvPicPr>
              <a:picLocks noChangeAspect="1"/>
            </p:cNvPicPr>
            <p:nvPr/>
          </p:nvPicPr>
          <p:blipFill>
            <a:blip r:embed="rId17"/>
            <a:stretch>
              <a:fillRect/>
            </a:stretch>
          </p:blipFill>
          <p:spPr>
            <a:xfrm>
              <a:off x="8258146" y="5441061"/>
              <a:ext cx="128778" cy="128778"/>
            </a:xfrm>
            <a:prstGeom prst="rect">
              <a:avLst/>
            </a:prstGeom>
          </p:spPr>
        </p:pic>
      </p:grpSp>
      <p:sp>
        <p:nvSpPr>
          <p:cNvPr id="82" name="TextBox 81"/>
          <p:cNvSpPr txBox="1"/>
          <p:nvPr/>
        </p:nvSpPr>
        <p:spPr>
          <a:xfrm>
            <a:off x="8522560" y="5414962"/>
            <a:ext cx="1392126" cy="180975"/>
          </a:xfrm>
          <a:prstGeom prst="rect">
            <a:avLst/>
          </a:prstGeom>
          <a:noFill/>
        </p:spPr>
        <p:txBody>
          <a:bodyPr wrap="none" lIns="0" rIns="0" tIns="0" bIns="0" anchor="t">
            <a:noAutofit/>
          </a:bodyPr>
          <a:lstStyle/>
          <a:p>
            <a:pPr algn="l">
              <a:lnSpc>
                <a:spcPts val="1425"/>
              </a:lnSpc>
            </a:pPr>
            <a:r>
              <a:rPr sz="1087" b="0" i="0" lang="de-DE">
                <a:solidFill>
                  <a:srgbClr val="FFFFFF"/>
                </a:solidFill>
                <a:latin typeface="IBM Plex Sans"/>
              </a:rPr>
              <a:t>Stichprobe für Recall</a:t>
            </a:r>
          </a:p>
        </p:txBody>
      </p:sp>
      <p:sp>
        <p:nvSpPr>
          <p:cNvPr id="83" name="TextBox 82"/>
          <p:cNvSpPr txBox="1"/>
          <p:nvPr/>
        </p:nvSpPr>
        <p:spPr>
          <a:xfrm>
            <a:off x="9933737" y="5414962"/>
            <a:ext cx="191938" cy="180975"/>
          </a:xfrm>
          <a:prstGeom prst="rect">
            <a:avLst/>
          </a:prstGeom>
          <a:noFill/>
        </p:spPr>
        <p:txBody>
          <a:bodyPr wrap="none" lIns="0" rIns="0" tIns="0" bIns="0" anchor="t">
            <a:noAutofit/>
          </a:bodyPr>
          <a:lstStyle/>
          <a:p>
            <a:pPr algn="l">
              <a:lnSpc>
                <a:spcPts val="1425"/>
              </a:lnSpc>
            </a:pPr>
            <a:r>
              <a:rPr sz="1087" b="0" i="0" lang="de-DE">
                <a:solidFill>
                  <a:srgbClr val="6CC0D2"/>
                </a:solidFill>
                <a:latin typeface="IBM Plex Sans"/>
              </a:rPr>
              <a:t>→</a:t>
            </a:r>
          </a:p>
        </p:txBody>
      </p:sp>
      <p:grpSp>
        <p:nvGrpSpPr>
          <p:cNvPr id="84" name="Scheibe tags"/>
          <p:cNvGrpSpPr/>
          <p:nvPr/>
        </p:nvGrpSpPr>
        <p:grpSpPr>
          <a:xfrm>
            <a:off x="10144725" y="5381625"/>
            <a:ext cx="247650" cy="247650"/>
            <a:chOff x="10144725" y="5381625"/>
            <a:chExt cx="247650" cy="247650"/>
          </a:xfrm>
        </p:grpSpPr>
        <p:sp>
          <p:nvSpPr>
            <p:cNvPr id="85" name="Oval 84"/>
            <p:cNvSpPr/>
            <p:nvPr/>
          </p:nvSpPr>
          <p:spPr>
            <a:xfrm>
              <a:off x="10144725" y="5381625"/>
              <a:ext cx="247650" cy="247650"/>
            </a:xfrm>
            <a:prstGeom prst="ellipse">
              <a:avLst/>
            </a:prstGeom>
            <a:solidFill>
              <a:srgbClr val="6CC0D2"/>
            </a:solidFill>
            <a:ln>
              <a:noFill/>
            </a:ln>
            <a:effectLst/>
          </p:spPr>
          <p:txBody>
            <a:bodyPr rtlCol="0" anchor="ctr"/>
            <a:lstStyle/>
            <a:p>
              <a:pPr algn="ctr"/>
            </a:p>
          </p:txBody>
        </p:sp>
        <p:pic>
          <p:nvPicPr>
            <p:cNvPr id="86" name="Picture 85" descr="tags__04263F.png"/>
            <p:cNvPicPr>
              <a:picLocks noChangeAspect="1"/>
            </p:cNvPicPr>
            <p:nvPr/>
          </p:nvPicPr>
          <p:blipFill>
            <a:blip r:embed="rId18"/>
            <a:stretch>
              <a:fillRect/>
            </a:stretch>
          </p:blipFill>
          <p:spPr>
            <a:xfrm>
              <a:off x="10204161" y="5441061"/>
              <a:ext cx="128778" cy="128778"/>
            </a:xfrm>
            <a:prstGeom prst="rect">
              <a:avLst/>
            </a:prstGeom>
          </p:spPr>
        </p:pic>
      </p:grpSp>
      <p:sp>
        <p:nvSpPr>
          <p:cNvPr id="87" name="TextBox 86"/>
          <p:cNvSpPr txBox="1"/>
          <p:nvPr/>
        </p:nvSpPr>
        <p:spPr>
          <a:xfrm>
            <a:off x="10468575" y="5414962"/>
            <a:ext cx="926687" cy="180975"/>
          </a:xfrm>
          <a:prstGeom prst="rect">
            <a:avLst/>
          </a:prstGeom>
          <a:noFill/>
        </p:spPr>
        <p:txBody>
          <a:bodyPr wrap="none" lIns="0" rIns="0" tIns="0" bIns="0" anchor="t">
            <a:noAutofit/>
          </a:bodyPr>
          <a:lstStyle/>
          <a:p>
            <a:pPr algn="l">
              <a:lnSpc>
                <a:spcPts val="1425"/>
              </a:lnSpc>
            </a:pPr>
            <a:r>
              <a:rPr sz="1087" b="0" i="0" lang="de-DE">
                <a:solidFill>
                  <a:srgbClr val="FFFFFF"/>
                </a:solidFill>
                <a:latin typeface="IBM Plex Sans"/>
              </a:rPr>
              <a:t>Klassifikation</a:t>
            </a:r>
          </a:p>
        </p:txBody>
      </p:sp>
      <p:pic>
        <p:nvPicPr>
          <p:cNvPr id="88" name="Icon quote" descr="quote__6CC0D2.png"/>
          <p:cNvPicPr>
            <a:picLocks noChangeAspect="1"/>
          </p:cNvPicPr>
          <p:nvPr/>
        </p:nvPicPr>
        <p:blipFill>
          <a:blip r:embed="rId19"/>
          <a:stretch>
            <a:fillRect/>
          </a:stretch>
        </p:blipFill>
        <p:spPr>
          <a:xfrm>
            <a:off x="685800" y="5862638"/>
            <a:ext cx="171450" cy="171450"/>
          </a:xfrm>
          <a:prstGeom prst="rect">
            <a:avLst/>
          </a:prstGeom>
        </p:spPr>
      </p:pic>
      <p:sp>
        <p:nvSpPr>
          <p:cNvPr id="89" name="TextBox 88"/>
          <p:cNvSpPr txBox="1"/>
          <p:nvPr/>
        </p:nvSpPr>
        <p:spPr>
          <a:xfrm>
            <a:off x="952500" y="5843588"/>
            <a:ext cx="7429500" cy="209550"/>
          </a:xfrm>
          <a:prstGeom prst="rect">
            <a:avLst/>
          </a:prstGeom>
          <a:noFill/>
        </p:spPr>
        <p:txBody>
          <a:bodyPr wrap="none" lIns="0" rIns="0" tIns="0" bIns="0" anchor="t">
            <a:noAutofit/>
          </a:bodyPr>
          <a:lstStyle/>
          <a:p>
            <a:pPr algn="l">
              <a:lnSpc>
                <a:spcPts val="1650"/>
              </a:lnSpc>
            </a:pPr>
            <a:r>
              <a:rPr sz="1275" b="0" i="0" lang="de-DE">
                <a:solidFill>
                  <a:srgbClr val="FFFFFF"/>
                </a:solidFill>
                <a:latin typeface="IBM Plex Sans"/>
              </a:rPr>
              <a:t>Mein Fazit: Bei Zeitreihendaten ist die Validierung wichtiger als das komplexeste Modell.</a:t>
            </a:r>
          </a:p>
        </p:txBody>
      </p:sp>
      <p:sp>
        <p:nvSpPr>
          <p:cNvPr id="90" name="Übergabe"/>
          <p:cNvSpPr/>
          <p:nvPr/>
        </p:nvSpPr>
        <p:spPr>
          <a:xfrm>
            <a:off x="8497729" y="5791200"/>
            <a:ext cx="3008471" cy="314325"/>
          </a:xfrm>
          <a:prstGeom prst="roundRect">
            <a:avLst>
              <a:gd name="adj" fmla="val 50000"/>
            </a:avLst>
          </a:prstGeom>
          <a:solidFill>
            <a:srgbClr val="6CC0D2"/>
          </a:solidFill>
          <a:ln>
            <a:noFill/>
          </a:ln>
          <a:effectLst/>
        </p:spPr>
        <p:txBody>
          <a:bodyPr rtlCol="0" anchor="ctr"/>
          <a:lstStyle/>
          <a:p>
            <a:pPr algn="ctr"/>
          </a:p>
        </p:txBody>
      </p:sp>
      <p:pic>
        <p:nvPicPr>
          <p:cNvPr id="91" name="Icon arrow-right" descr="arrow-right__04263F.png"/>
          <p:cNvPicPr>
            <a:picLocks noChangeAspect="1"/>
          </p:cNvPicPr>
          <p:nvPr/>
        </p:nvPicPr>
        <p:blipFill>
          <a:blip r:embed="rId20"/>
          <a:stretch>
            <a:fillRect/>
          </a:stretch>
        </p:blipFill>
        <p:spPr>
          <a:xfrm>
            <a:off x="8650129" y="5862638"/>
            <a:ext cx="171450" cy="171450"/>
          </a:xfrm>
          <a:prstGeom prst="rect">
            <a:avLst/>
          </a:prstGeom>
        </p:spPr>
      </p:pic>
      <p:sp>
        <p:nvSpPr>
          <p:cNvPr id="92" name="TextBox 91"/>
          <p:cNvSpPr txBox="1"/>
          <p:nvPr/>
        </p:nvSpPr>
        <p:spPr>
          <a:xfrm>
            <a:off x="8897779" y="5791200"/>
            <a:ext cx="2532221" cy="314325"/>
          </a:xfrm>
          <a:prstGeom prst="rect">
            <a:avLst/>
          </a:prstGeom>
          <a:noFill/>
        </p:spPr>
        <p:txBody>
          <a:bodyPr wrap="none" lIns="0" rIns="0" tIns="0" bIns="0" anchor="ctr">
            <a:noAutofit/>
          </a:bodyPr>
          <a:lstStyle/>
          <a:p>
            <a:pPr algn="l">
              <a:lnSpc>
                <a:spcPts val="1462"/>
              </a:lnSpc>
            </a:pPr>
            <a:r>
              <a:rPr sz="1125" b="1" i="0" lang="de-DE">
                <a:solidFill>
                  <a:srgbClr val="04263F"/>
                </a:solidFill>
                <a:latin typeface="IBM Plex Sans"/>
              </a:rPr>
              <a:t>Patrick: Ergebnisse &amp; Empfehlungen</a:t>
            </a:r>
          </a:p>
        </p:txBody>
      </p:sp>
      <p:cxnSp>
        <p:nvCxnSpPr>
          <p:cNvPr id="93" name="Fußlinie"/>
          <p:cNvCxnSpPr/>
          <p:nvPr/>
        </p:nvCxnSpPr>
        <p:spPr>
          <a:xfrm>
            <a:off x="0" y="6219825"/>
            <a:ext cx="12192000" cy="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sp>
        <p:nvSpPr>
          <p:cNvPr id="94"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95" name="Logo" descr="image.png"/>
          <p:cNvPicPr>
            <a:picLocks noChangeAspect="1"/>
          </p:cNvPicPr>
          <p:nvPr/>
        </p:nvPicPr>
        <p:blipFill>
          <a:blip r:embed="rId21"/>
          <a:stretch>
            <a:fillRect/>
          </a:stretch>
        </p:blipFill>
        <p:spPr>
          <a:xfrm>
            <a:off x="742950" y="6438900"/>
            <a:ext cx="495598" cy="171450"/>
          </a:xfrm>
          <a:prstGeom prst="rect">
            <a:avLst/>
          </a:prstGeom>
        </p:spPr>
      </p:pic>
      <p:sp>
        <p:nvSpPr>
          <p:cNvPr id="96" name="TextBox 95"/>
          <p:cNvSpPr txBox="1"/>
          <p:nvPr/>
        </p:nvSpPr>
        <p:spPr>
          <a:xfrm>
            <a:off x="1447800" y="6429375"/>
            <a:ext cx="262890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cxnSp>
        <p:nvCxnSpPr>
          <p:cNvPr id="97" name="Connector 96"/>
          <p:cNvCxnSpPr/>
          <p:nvPr/>
        </p:nvCxnSpPr>
        <p:spPr>
          <a:xfrm>
            <a:off x="4248150" y="6419850"/>
            <a:ext cx="0" cy="20955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grpSp>
        <p:nvGrpSpPr>
          <p:cNvPr id="98" name="Scheibe split"/>
          <p:cNvGrpSpPr/>
          <p:nvPr/>
        </p:nvGrpSpPr>
        <p:grpSpPr>
          <a:xfrm>
            <a:off x="4410075" y="6419850"/>
            <a:ext cx="209550" cy="209550"/>
            <a:chOff x="4410075" y="6419850"/>
            <a:chExt cx="209550" cy="209550"/>
          </a:xfrm>
        </p:grpSpPr>
        <p:sp>
          <p:nvSpPr>
            <p:cNvPr id="99" name="Oval 98"/>
            <p:cNvSpPr/>
            <p:nvPr/>
          </p:nvSpPr>
          <p:spPr>
            <a:xfrm>
              <a:off x="4410075" y="6419850"/>
              <a:ext cx="209550" cy="209550"/>
            </a:xfrm>
            <a:prstGeom prst="ellipse">
              <a:avLst/>
            </a:prstGeom>
            <a:solidFill>
              <a:srgbClr val="6CC0D2"/>
            </a:solidFill>
            <a:ln>
              <a:noFill/>
            </a:ln>
            <a:effectLst/>
          </p:spPr>
          <p:txBody>
            <a:bodyPr rtlCol="0" anchor="ctr"/>
            <a:lstStyle/>
            <a:p>
              <a:pPr algn="ctr"/>
            </a:p>
          </p:txBody>
        </p:sp>
        <p:pic>
          <p:nvPicPr>
            <p:cNvPr id="100" name="Picture 99" descr="split__04263F.png"/>
            <p:cNvPicPr>
              <a:picLocks noChangeAspect="1"/>
            </p:cNvPicPr>
            <p:nvPr/>
          </p:nvPicPr>
          <p:blipFill>
            <a:blip r:embed="rId22"/>
            <a:stretch>
              <a:fillRect/>
            </a:stretch>
          </p:blipFill>
          <p:spPr>
            <a:xfrm>
              <a:off x="4460367" y="6470142"/>
              <a:ext cx="108966" cy="108966"/>
            </a:xfrm>
            <a:prstGeom prst="rect">
              <a:avLst/>
            </a:prstGeom>
          </p:spPr>
        </p:pic>
      </p:grpSp>
      <p:sp>
        <p:nvSpPr>
          <p:cNvPr id="101" name="TextBox 100"/>
          <p:cNvSpPr txBox="1"/>
          <p:nvPr/>
        </p:nvSpPr>
        <p:spPr>
          <a:xfrm>
            <a:off x="4676775" y="6438900"/>
            <a:ext cx="2857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07</a:t>
            </a:r>
          </a:p>
        </p:txBody>
      </p:sp>
      <p:sp>
        <p:nvSpPr>
          <p:cNvPr id="102" name="TextBox 101"/>
          <p:cNvSpPr txBox="1"/>
          <p:nvPr/>
        </p:nvSpPr>
        <p:spPr>
          <a:xfrm>
            <a:off x="4893945" y="6438900"/>
            <a:ext cx="910019"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Entscheidung</a:t>
            </a:r>
          </a:p>
        </p:txBody>
      </p:sp>
      <p:grpSp>
        <p:nvGrpSpPr>
          <p:cNvPr id="103" name="Scheibe target"/>
          <p:cNvGrpSpPr/>
          <p:nvPr/>
        </p:nvGrpSpPr>
        <p:grpSpPr>
          <a:xfrm>
            <a:off x="5830157" y="6426994"/>
            <a:ext cx="195262" cy="195262"/>
            <a:chOff x="5830157" y="6426994"/>
            <a:chExt cx="195262" cy="195262"/>
          </a:xfrm>
        </p:grpSpPr>
        <p:sp>
          <p:nvSpPr>
            <p:cNvPr id="104" name="Oval 103"/>
            <p:cNvSpPr/>
            <p:nvPr/>
          </p:nvSpPr>
          <p:spPr>
            <a:xfrm>
              <a:off x="5830157" y="6426994"/>
              <a:ext cx="195262" cy="1952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05" name="Picture 104" descr="target__9CC3E0.png"/>
            <p:cNvPicPr>
              <a:picLocks noChangeAspect="1"/>
            </p:cNvPicPr>
            <p:nvPr/>
          </p:nvPicPr>
          <p:blipFill>
            <a:blip r:embed="rId23"/>
            <a:stretch>
              <a:fillRect/>
            </a:stretch>
          </p:blipFill>
          <p:spPr>
            <a:xfrm>
              <a:off x="5873305" y="6470142"/>
              <a:ext cx="108966" cy="108966"/>
            </a:xfrm>
            <a:prstGeom prst="rect">
              <a:avLst/>
            </a:prstGeom>
          </p:spPr>
        </p:pic>
      </p:grpSp>
      <p:sp>
        <p:nvSpPr>
          <p:cNvPr id="106" name="TextBox 105"/>
          <p:cNvSpPr txBox="1"/>
          <p:nvPr/>
        </p:nvSpPr>
        <p:spPr>
          <a:xfrm>
            <a:off x="6089713" y="6438900"/>
            <a:ext cx="2857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08</a:t>
            </a:r>
          </a:p>
        </p:txBody>
      </p:sp>
      <p:sp>
        <p:nvSpPr>
          <p:cNvPr id="107" name="TextBox 106"/>
          <p:cNvSpPr txBox="1"/>
          <p:nvPr/>
        </p:nvSpPr>
        <p:spPr>
          <a:xfrm>
            <a:off x="6306883" y="6438900"/>
            <a:ext cx="525970"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Impact</a:t>
            </a:r>
          </a:p>
        </p:txBody>
      </p:sp>
      <p:grpSp>
        <p:nvGrpSpPr>
          <p:cNvPr id="108" name="Scheibe activity"/>
          <p:cNvGrpSpPr/>
          <p:nvPr/>
        </p:nvGrpSpPr>
        <p:grpSpPr>
          <a:xfrm>
            <a:off x="6859048" y="6426994"/>
            <a:ext cx="195262" cy="195262"/>
            <a:chOff x="6859048" y="6426994"/>
            <a:chExt cx="195262" cy="195262"/>
          </a:xfrm>
        </p:grpSpPr>
        <p:sp>
          <p:nvSpPr>
            <p:cNvPr id="109" name="Oval 108"/>
            <p:cNvSpPr/>
            <p:nvPr/>
          </p:nvSpPr>
          <p:spPr>
            <a:xfrm>
              <a:off x="6859048" y="6426994"/>
              <a:ext cx="195262" cy="19526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10" name="Picture 109" descr="activity__9CC3E0.png"/>
            <p:cNvPicPr>
              <a:picLocks noChangeAspect="1"/>
            </p:cNvPicPr>
            <p:nvPr/>
          </p:nvPicPr>
          <p:blipFill>
            <a:blip r:embed="rId24"/>
            <a:stretch>
              <a:fillRect/>
            </a:stretch>
          </p:blipFill>
          <p:spPr>
            <a:xfrm>
              <a:off x="6902196" y="6470142"/>
              <a:ext cx="108966" cy="108966"/>
            </a:xfrm>
            <a:prstGeom prst="rect">
              <a:avLst/>
            </a:prstGeom>
          </p:spPr>
        </p:pic>
      </p:grpSp>
      <p:sp>
        <p:nvSpPr>
          <p:cNvPr id="111" name="TextBox 110"/>
          <p:cNvSpPr txBox="1"/>
          <p:nvPr/>
        </p:nvSpPr>
        <p:spPr>
          <a:xfrm>
            <a:off x="7118604" y="6438900"/>
            <a:ext cx="2857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10</a:t>
            </a:r>
          </a:p>
        </p:txBody>
      </p:sp>
      <p:sp>
        <p:nvSpPr>
          <p:cNvPr id="112" name="TextBox 111"/>
          <p:cNvSpPr txBox="1"/>
          <p:nvPr/>
        </p:nvSpPr>
        <p:spPr>
          <a:xfrm>
            <a:off x="7335774" y="6438900"/>
            <a:ext cx="737997"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Monitoring</a:t>
            </a:r>
          </a:p>
        </p:txBody>
      </p:sp>
      <p:sp>
        <p:nvSpPr>
          <p:cNvPr id="113" name="TextBox 112"/>
          <p:cNvSpPr txBox="1"/>
          <p:nvPr/>
        </p:nvSpPr>
        <p:spPr>
          <a:xfrm>
            <a:off x="9570720" y="6429375"/>
            <a:ext cx="11430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114" name="Seitenzahl"/>
          <p:cNvSpPr txBox="1"/>
          <p:nvPr/>
        </p:nvSpPr>
        <p:spPr>
          <a:xfrm>
            <a:off x="10866120" y="6424612"/>
            <a:ext cx="64008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11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6CC0D2"/>
            </a:solidFill>
            <a:ln>
              <a:noFill/>
            </a:ln>
            <a:effectLst/>
          </p:spPr>
          <p:txBody>
            <a:bodyPr rtlCol="0" anchor="ctr"/>
            <a:lstStyle/>
            <a:p>
              <a:pPr algn="ctr"/>
            </a:p>
          </p:txBody>
        </p:sp>
        <p:pic>
          <p:nvPicPr>
            <p:cNvPr id="4" name="Picture 3" descr="book-open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Stimmt die Folie mit dem Bericht überein?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ML Canvas im Wortlaut von Tabelle A1</a:t>
            </a:r>
          </a:p>
        </p:txBody>
      </p:sp>
      <p:sp>
        <p:nvSpPr>
          <p:cNvPr id="7" name="A1 01"/>
          <p:cNvSpPr/>
          <p:nvPr/>
        </p:nvSpPr>
        <p:spPr>
          <a:xfrm>
            <a:off x="685800" y="1362075"/>
            <a:ext cx="4014788" cy="800100"/>
          </a:xfrm>
          <a:prstGeom prst="roundRect">
            <a:avLst>
              <a:gd name="adj" fmla="val 11904"/>
            </a:avLst>
          </a:prstGeom>
          <a:solidFill>
            <a:srgbClr val="FFFFFF">
              <a:alpha val="6000"/>
            </a:srgbClr>
          </a:solidFill>
          <a:ln w="9525">
            <a:solidFill>
              <a:srgbClr val="FFFFFF">
                <a:alpha val="14000"/>
              </a:srgbClr>
            </a:solidFill>
          </a:ln>
          <a:effectLst/>
        </p:spPr>
        <p:txBody>
          <a:bodyPr rtlCol="0" anchor="ctr"/>
          <a:lstStyle/>
          <a:p>
            <a:pPr algn="ctr"/>
          </a:p>
        </p:txBody>
      </p:sp>
      <p:grpSp>
        <p:nvGrpSpPr>
          <p:cNvPr id="8" name="Scheibe gem"/>
          <p:cNvGrpSpPr/>
          <p:nvPr/>
        </p:nvGrpSpPr>
        <p:grpSpPr>
          <a:xfrm>
            <a:off x="816769" y="1445419"/>
            <a:ext cx="252412" cy="252412"/>
            <a:chOff x="816769" y="1445419"/>
            <a:chExt cx="252412" cy="252412"/>
          </a:xfrm>
        </p:grpSpPr>
        <p:sp>
          <p:nvSpPr>
            <p:cNvPr id="9" name="Oval 8"/>
            <p:cNvSpPr/>
            <p:nvPr/>
          </p:nvSpPr>
          <p:spPr>
            <a:xfrm>
              <a:off x="816769" y="1445419"/>
              <a:ext cx="252412" cy="25241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0" name="Picture 9" descr="gem__9CC3E0.png"/>
            <p:cNvPicPr>
              <a:picLocks noChangeAspect="1"/>
            </p:cNvPicPr>
            <p:nvPr/>
          </p:nvPicPr>
          <p:blipFill>
            <a:blip r:embed="rId4"/>
            <a:stretch>
              <a:fillRect/>
            </a:stretch>
          </p:blipFill>
          <p:spPr>
            <a:xfrm>
              <a:off x="873633" y="1502283"/>
              <a:ext cx="138684" cy="138684"/>
            </a:xfrm>
            <a:prstGeom prst="rect">
              <a:avLst/>
            </a:prstGeom>
          </p:spPr>
        </p:pic>
      </p:grpSp>
      <p:sp>
        <p:nvSpPr>
          <p:cNvPr id="11" name="TextBox 10"/>
          <p:cNvSpPr txBox="1"/>
          <p:nvPr/>
        </p:nvSpPr>
        <p:spPr>
          <a:xfrm>
            <a:off x="1171575" y="1438275"/>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01 </a:t>
            </a:r>
            <a:r>
              <a:rPr sz="975" b="1" i="0" lang="de-DE" cap="all" spc="58">
                <a:solidFill>
                  <a:srgbClr val="E4EFF7"/>
                </a:solidFill>
                <a:latin typeface="IBM Plex Sans"/>
              </a:rPr>
              <a:t>Mehrwert</a:t>
            </a:r>
          </a:p>
        </p:txBody>
      </p:sp>
      <p:sp>
        <p:nvSpPr>
          <p:cNvPr id="12" name="TextBox 11"/>
          <p:cNvSpPr txBox="1"/>
          <p:nvPr/>
        </p:nvSpPr>
        <p:spPr>
          <a:xfrm>
            <a:off x="1171575" y="16192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Genauere Folgemonatsplanung und monatliche Prüfung ungewöhnlicher Zählerwerte.</a:t>
            </a:r>
          </a:p>
        </p:txBody>
      </p:sp>
      <p:sp>
        <p:nvSpPr>
          <p:cNvPr id="13" name="A1 02"/>
          <p:cNvSpPr/>
          <p:nvPr/>
        </p:nvSpPr>
        <p:spPr>
          <a:xfrm>
            <a:off x="4767262" y="1362075"/>
            <a:ext cx="4014788" cy="800100"/>
          </a:xfrm>
          <a:prstGeom prst="roundRect">
            <a:avLst>
              <a:gd name="adj" fmla="val 11904"/>
            </a:avLst>
          </a:prstGeom>
          <a:solidFill>
            <a:srgbClr val="FFFFFF">
              <a:alpha val="6000"/>
            </a:srgbClr>
          </a:solidFill>
          <a:ln w="9525">
            <a:solidFill>
              <a:srgbClr val="FFFFFF">
                <a:alpha val="14000"/>
              </a:srgbClr>
            </a:solidFill>
          </a:ln>
          <a:effectLst/>
        </p:spPr>
        <p:txBody>
          <a:bodyPr rtlCol="0" anchor="ctr"/>
          <a:lstStyle/>
          <a:p>
            <a:pPr algn="ctr"/>
          </a:p>
        </p:txBody>
      </p:sp>
      <p:grpSp>
        <p:nvGrpSpPr>
          <p:cNvPr id="14" name="Scheibe database"/>
          <p:cNvGrpSpPr/>
          <p:nvPr/>
        </p:nvGrpSpPr>
        <p:grpSpPr>
          <a:xfrm>
            <a:off x="4898231" y="1445419"/>
            <a:ext cx="252412" cy="252412"/>
            <a:chOff x="4898231" y="1445419"/>
            <a:chExt cx="252412" cy="252412"/>
          </a:xfrm>
        </p:grpSpPr>
        <p:sp>
          <p:nvSpPr>
            <p:cNvPr id="15" name="Oval 14"/>
            <p:cNvSpPr/>
            <p:nvPr/>
          </p:nvSpPr>
          <p:spPr>
            <a:xfrm>
              <a:off x="4898231" y="1445419"/>
              <a:ext cx="252412" cy="25241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16" name="Picture 15" descr="database__9CC3E0.png"/>
            <p:cNvPicPr>
              <a:picLocks noChangeAspect="1"/>
            </p:cNvPicPr>
            <p:nvPr/>
          </p:nvPicPr>
          <p:blipFill>
            <a:blip r:embed="rId5"/>
            <a:stretch>
              <a:fillRect/>
            </a:stretch>
          </p:blipFill>
          <p:spPr>
            <a:xfrm>
              <a:off x="4955096" y="1502283"/>
              <a:ext cx="138684" cy="138684"/>
            </a:xfrm>
            <a:prstGeom prst="rect">
              <a:avLst/>
            </a:prstGeom>
          </p:spPr>
        </p:pic>
      </p:grpSp>
      <p:sp>
        <p:nvSpPr>
          <p:cNvPr id="17" name="TextBox 16"/>
          <p:cNvSpPr txBox="1"/>
          <p:nvPr/>
        </p:nvSpPr>
        <p:spPr>
          <a:xfrm>
            <a:off x="5253038" y="1438275"/>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02 </a:t>
            </a:r>
            <a:r>
              <a:rPr sz="975" b="1" i="0" lang="de-DE" cap="all" spc="58">
                <a:solidFill>
                  <a:srgbClr val="E4EFF7"/>
                </a:solidFill>
                <a:latin typeface="IBM Plex Sans"/>
              </a:rPr>
              <a:t>Datenquellen</a:t>
            </a:r>
          </a:p>
        </p:txBody>
      </p:sp>
      <p:sp>
        <p:nvSpPr>
          <p:cNvPr id="18" name="TextBox 17"/>
          <p:cNvSpPr txBox="1"/>
          <p:nvPr/>
        </p:nvSpPr>
        <p:spPr>
          <a:xfrm>
            <a:off x="5253038" y="16192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Zählerverbräuche, Verträge, Kundentyp, Kalender, Wetter, Produktionsplan und Wartung.</a:t>
            </a:r>
          </a:p>
        </p:txBody>
      </p:sp>
      <p:sp>
        <p:nvSpPr>
          <p:cNvPr id="19" name="A1 03"/>
          <p:cNvSpPr/>
          <p:nvPr/>
        </p:nvSpPr>
        <p:spPr>
          <a:xfrm>
            <a:off x="685800" y="2228850"/>
            <a:ext cx="4014788" cy="800100"/>
          </a:xfrm>
          <a:prstGeom prst="roundRect">
            <a:avLst>
              <a:gd name="adj" fmla="val 11904"/>
            </a:avLst>
          </a:prstGeom>
          <a:solidFill>
            <a:srgbClr val="FFFFFF">
              <a:alpha val="6000"/>
            </a:srgbClr>
          </a:solidFill>
          <a:ln w="9525">
            <a:solidFill>
              <a:srgbClr val="6CC0D2"/>
            </a:solidFill>
          </a:ln>
          <a:effectLst/>
        </p:spPr>
        <p:txBody>
          <a:bodyPr rtlCol="0" anchor="ctr"/>
          <a:lstStyle/>
          <a:p>
            <a:pPr algn="ctr"/>
          </a:p>
        </p:txBody>
      </p:sp>
      <p:grpSp>
        <p:nvGrpSpPr>
          <p:cNvPr id="20" name="Scheibe chart-spline"/>
          <p:cNvGrpSpPr/>
          <p:nvPr/>
        </p:nvGrpSpPr>
        <p:grpSpPr>
          <a:xfrm>
            <a:off x="809625" y="2305050"/>
            <a:ext cx="266700" cy="266700"/>
            <a:chOff x="809625" y="2305050"/>
            <a:chExt cx="266700" cy="266700"/>
          </a:xfrm>
        </p:grpSpPr>
        <p:sp>
          <p:nvSpPr>
            <p:cNvPr id="21" name="Oval 20"/>
            <p:cNvSpPr/>
            <p:nvPr/>
          </p:nvSpPr>
          <p:spPr>
            <a:xfrm>
              <a:off x="809625" y="2305050"/>
              <a:ext cx="266700" cy="266700"/>
            </a:xfrm>
            <a:prstGeom prst="ellipse">
              <a:avLst/>
            </a:prstGeom>
            <a:solidFill>
              <a:srgbClr val="6CC0D2"/>
            </a:solidFill>
            <a:ln>
              <a:noFill/>
            </a:ln>
            <a:effectLst/>
          </p:spPr>
          <p:txBody>
            <a:bodyPr rtlCol="0" anchor="ctr"/>
            <a:lstStyle/>
            <a:p>
              <a:pPr algn="ctr"/>
            </a:p>
          </p:txBody>
        </p:sp>
        <p:pic>
          <p:nvPicPr>
            <p:cNvPr id="22" name="Picture 21" descr="chart-spline__04263F.png"/>
            <p:cNvPicPr>
              <a:picLocks noChangeAspect="1"/>
            </p:cNvPicPr>
            <p:nvPr/>
          </p:nvPicPr>
          <p:blipFill>
            <a:blip r:embed="rId6"/>
            <a:stretch>
              <a:fillRect/>
            </a:stretch>
          </p:blipFill>
          <p:spPr>
            <a:xfrm>
              <a:off x="873633" y="2369058"/>
              <a:ext cx="138684" cy="138684"/>
            </a:xfrm>
            <a:prstGeom prst="rect">
              <a:avLst/>
            </a:prstGeom>
          </p:spPr>
        </p:pic>
      </p:grpSp>
      <p:sp>
        <p:nvSpPr>
          <p:cNvPr id="23" name="TextBox 22"/>
          <p:cNvSpPr txBox="1"/>
          <p:nvPr/>
        </p:nvSpPr>
        <p:spPr>
          <a:xfrm>
            <a:off x="1171575" y="2305050"/>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03 </a:t>
            </a:r>
            <a:r>
              <a:rPr sz="975" b="1" i="0" lang="de-DE" cap="all" spc="58">
                <a:solidFill>
                  <a:srgbClr val="E4EFF7"/>
                </a:solidFill>
                <a:latin typeface="IBM Plex Sans"/>
              </a:rPr>
              <a:t>Vorhersage</a:t>
            </a:r>
          </a:p>
        </p:txBody>
      </p:sp>
      <p:sp>
        <p:nvSpPr>
          <p:cNvPr id="24" name="TextBox 23"/>
          <p:cNvSpPr txBox="1"/>
          <p:nvPr/>
        </p:nvSpPr>
        <p:spPr>
          <a:xfrm>
            <a:off x="1171575" y="248602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VLS je Zähler-Monat; Rückrechnung in kWh; große Residuen werden Prüfhinweise.</a:t>
            </a:r>
          </a:p>
        </p:txBody>
      </p:sp>
      <p:sp>
        <p:nvSpPr>
          <p:cNvPr id="25" name="A1 04"/>
          <p:cNvSpPr/>
          <p:nvPr/>
        </p:nvSpPr>
        <p:spPr>
          <a:xfrm>
            <a:off x="4767262" y="2228850"/>
            <a:ext cx="4014788" cy="800100"/>
          </a:xfrm>
          <a:prstGeom prst="roundRect">
            <a:avLst>
              <a:gd name="adj" fmla="val 11904"/>
            </a:avLst>
          </a:prstGeom>
          <a:solidFill>
            <a:srgbClr val="FFFFFF">
              <a:alpha val="6000"/>
            </a:srgbClr>
          </a:solidFill>
          <a:ln w="9525">
            <a:solidFill>
              <a:srgbClr val="6CC0D2"/>
            </a:solidFill>
          </a:ln>
          <a:effectLst/>
        </p:spPr>
        <p:txBody>
          <a:bodyPr rtlCol="0" anchor="ctr"/>
          <a:lstStyle/>
          <a:p>
            <a:pPr algn="ctr"/>
          </a:p>
        </p:txBody>
      </p:sp>
      <p:grpSp>
        <p:nvGrpSpPr>
          <p:cNvPr id="26" name="Scheibe sliders-horizontal"/>
          <p:cNvGrpSpPr/>
          <p:nvPr/>
        </p:nvGrpSpPr>
        <p:grpSpPr>
          <a:xfrm>
            <a:off x="4891088" y="2305050"/>
            <a:ext cx="266700" cy="266700"/>
            <a:chOff x="4891088" y="2305050"/>
            <a:chExt cx="266700" cy="266700"/>
          </a:xfrm>
        </p:grpSpPr>
        <p:sp>
          <p:nvSpPr>
            <p:cNvPr id="27" name="Oval 26"/>
            <p:cNvSpPr/>
            <p:nvPr/>
          </p:nvSpPr>
          <p:spPr>
            <a:xfrm>
              <a:off x="4891088" y="2305050"/>
              <a:ext cx="266700" cy="266700"/>
            </a:xfrm>
            <a:prstGeom prst="ellipse">
              <a:avLst/>
            </a:prstGeom>
            <a:solidFill>
              <a:srgbClr val="6CC0D2"/>
            </a:solidFill>
            <a:ln>
              <a:noFill/>
            </a:ln>
            <a:effectLst/>
          </p:spPr>
          <p:txBody>
            <a:bodyPr rtlCol="0" anchor="ctr"/>
            <a:lstStyle/>
            <a:p>
              <a:pPr algn="ctr"/>
            </a:p>
          </p:txBody>
        </p:sp>
        <p:pic>
          <p:nvPicPr>
            <p:cNvPr id="28" name="Picture 27" descr="sliders-horizontal__04263F.png"/>
            <p:cNvPicPr>
              <a:picLocks noChangeAspect="1"/>
            </p:cNvPicPr>
            <p:nvPr/>
          </p:nvPicPr>
          <p:blipFill>
            <a:blip r:embed="rId7"/>
            <a:stretch>
              <a:fillRect/>
            </a:stretch>
          </p:blipFill>
          <p:spPr>
            <a:xfrm>
              <a:off x="4955096" y="2369058"/>
              <a:ext cx="138684" cy="138684"/>
            </a:xfrm>
            <a:prstGeom prst="rect">
              <a:avLst/>
            </a:prstGeom>
          </p:spPr>
        </p:pic>
      </p:grpSp>
      <p:sp>
        <p:nvSpPr>
          <p:cNvPr id="29" name="TextBox 28"/>
          <p:cNvSpPr txBox="1"/>
          <p:nvPr/>
        </p:nvSpPr>
        <p:spPr>
          <a:xfrm>
            <a:off x="5253038" y="2305050"/>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04 </a:t>
            </a:r>
            <a:r>
              <a:rPr sz="975" b="1" i="0" lang="de-DE" cap="all" spc="58">
                <a:solidFill>
                  <a:srgbClr val="E4EFF7"/>
                </a:solidFill>
                <a:latin typeface="IBM Plex Sans"/>
              </a:rPr>
              <a:t>Merkmale</a:t>
            </a:r>
          </a:p>
        </p:txBody>
      </p:sp>
      <p:sp>
        <p:nvSpPr>
          <p:cNvPr id="30" name="TextBox 29"/>
          <p:cNvSpPr txBox="1"/>
          <p:nvPr/>
        </p:nvSpPr>
        <p:spPr>
          <a:xfrm>
            <a:off x="5253038" y="248602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Historie, Saison, Kalender, Wetterprognose, Produktionsplan, Wartung und Kundentyp.</a:t>
            </a:r>
          </a:p>
        </p:txBody>
      </p:sp>
      <p:sp>
        <p:nvSpPr>
          <p:cNvPr id="31" name="A1 05"/>
          <p:cNvSpPr/>
          <p:nvPr/>
        </p:nvSpPr>
        <p:spPr>
          <a:xfrm>
            <a:off x="685800" y="3095625"/>
            <a:ext cx="4014788" cy="800100"/>
          </a:xfrm>
          <a:prstGeom prst="roundRect">
            <a:avLst>
              <a:gd name="adj" fmla="val 11904"/>
            </a:avLst>
          </a:prstGeom>
          <a:solidFill>
            <a:srgbClr val="FFFFFF">
              <a:alpha val="6000"/>
            </a:srgbClr>
          </a:solidFill>
          <a:ln w="9525">
            <a:solidFill>
              <a:srgbClr val="6CC0D2"/>
            </a:solidFill>
          </a:ln>
          <a:effectLst/>
        </p:spPr>
        <p:txBody>
          <a:bodyPr rtlCol="0" anchor="ctr"/>
          <a:lstStyle/>
          <a:p>
            <a:pPr algn="ctr"/>
          </a:p>
        </p:txBody>
      </p:sp>
      <p:grpSp>
        <p:nvGrpSpPr>
          <p:cNvPr id="32" name="Scheibe trees"/>
          <p:cNvGrpSpPr/>
          <p:nvPr/>
        </p:nvGrpSpPr>
        <p:grpSpPr>
          <a:xfrm>
            <a:off x="809625" y="3171825"/>
            <a:ext cx="266700" cy="266700"/>
            <a:chOff x="809625" y="3171825"/>
            <a:chExt cx="266700" cy="266700"/>
          </a:xfrm>
        </p:grpSpPr>
        <p:sp>
          <p:nvSpPr>
            <p:cNvPr id="33" name="Oval 32"/>
            <p:cNvSpPr/>
            <p:nvPr/>
          </p:nvSpPr>
          <p:spPr>
            <a:xfrm>
              <a:off x="809625" y="3171825"/>
              <a:ext cx="266700" cy="266700"/>
            </a:xfrm>
            <a:prstGeom prst="ellipse">
              <a:avLst/>
            </a:prstGeom>
            <a:solidFill>
              <a:srgbClr val="6CC0D2"/>
            </a:solidFill>
            <a:ln>
              <a:noFill/>
            </a:ln>
            <a:effectLst/>
          </p:spPr>
          <p:txBody>
            <a:bodyPr rtlCol="0" anchor="ctr"/>
            <a:lstStyle/>
            <a:p>
              <a:pPr algn="ctr"/>
            </a:p>
          </p:txBody>
        </p:sp>
        <p:pic>
          <p:nvPicPr>
            <p:cNvPr id="34" name="Picture 33" descr="trees__04263F.png"/>
            <p:cNvPicPr>
              <a:picLocks noChangeAspect="1"/>
            </p:cNvPicPr>
            <p:nvPr/>
          </p:nvPicPr>
          <p:blipFill>
            <a:blip r:embed="rId8"/>
            <a:stretch>
              <a:fillRect/>
            </a:stretch>
          </p:blipFill>
          <p:spPr>
            <a:xfrm>
              <a:off x="873633" y="3235833"/>
              <a:ext cx="138684" cy="138684"/>
            </a:xfrm>
            <a:prstGeom prst="rect">
              <a:avLst/>
            </a:prstGeom>
          </p:spPr>
        </p:pic>
      </p:grpSp>
      <p:sp>
        <p:nvSpPr>
          <p:cNvPr id="35" name="TextBox 34"/>
          <p:cNvSpPr txBox="1"/>
          <p:nvPr/>
        </p:nvSpPr>
        <p:spPr>
          <a:xfrm>
            <a:off x="1171575" y="3171825"/>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05 </a:t>
            </a:r>
            <a:r>
              <a:rPr sz="975" b="1" i="0" lang="de-DE" cap="all" spc="58">
                <a:solidFill>
                  <a:srgbClr val="E4EFF7"/>
                </a:solidFill>
                <a:latin typeface="IBM Plex Sans"/>
              </a:rPr>
              <a:t>Lernansatz</a:t>
            </a:r>
          </a:p>
        </p:txBody>
      </p:sp>
      <p:sp>
        <p:nvSpPr>
          <p:cNvPr id="36" name="TextBox 35"/>
          <p:cNvSpPr txBox="1"/>
          <p:nvPr/>
        </p:nvSpPr>
        <p:spPr>
          <a:xfrm>
            <a:off x="1171575" y="335280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Überwachte Regression; lineare Regression als Referenz, Random Forest als nichtlinearer Vergleich.</a:t>
            </a:r>
          </a:p>
        </p:txBody>
      </p:sp>
      <p:sp>
        <p:nvSpPr>
          <p:cNvPr id="37" name="A1 06"/>
          <p:cNvSpPr/>
          <p:nvPr/>
        </p:nvSpPr>
        <p:spPr>
          <a:xfrm>
            <a:off x="4767262" y="3095625"/>
            <a:ext cx="4014788" cy="800100"/>
          </a:xfrm>
          <a:prstGeom prst="roundRect">
            <a:avLst>
              <a:gd name="adj" fmla="val 11904"/>
            </a:avLst>
          </a:prstGeom>
          <a:solidFill>
            <a:srgbClr val="FFFFFF">
              <a:alpha val="6000"/>
            </a:srgbClr>
          </a:solidFill>
          <a:ln w="9525">
            <a:solidFill>
              <a:srgbClr val="6CC0D2"/>
            </a:solidFill>
          </a:ln>
          <a:effectLst/>
        </p:spPr>
        <p:txBody>
          <a:bodyPr rtlCol="0" anchor="ctr"/>
          <a:lstStyle/>
          <a:p>
            <a:pPr algn="ctr"/>
          </a:p>
        </p:txBody>
      </p:sp>
      <p:grpSp>
        <p:nvGrpSpPr>
          <p:cNvPr id="38" name="Scheibe ruler"/>
          <p:cNvGrpSpPr/>
          <p:nvPr/>
        </p:nvGrpSpPr>
        <p:grpSpPr>
          <a:xfrm>
            <a:off x="4891088" y="3171825"/>
            <a:ext cx="266700" cy="266700"/>
            <a:chOff x="4891088" y="3171825"/>
            <a:chExt cx="266700" cy="266700"/>
          </a:xfrm>
        </p:grpSpPr>
        <p:sp>
          <p:nvSpPr>
            <p:cNvPr id="39" name="Oval 38"/>
            <p:cNvSpPr/>
            <p:nvPr/>
          </p:nvSpPr>
          <p:spPr>
            <a:xfrm>
              <a:off x="4891088" y="3171825"/>
              <a:ext cx="266700" cy="266700"/>
            </a:xfrm>
            <a:prstGeom prst="ellipse">
              <a:avLst/>
            </a:prstGeom>
            <a:solidFill>
              <a:srgbClr val="6CC0D2"/>
            </a:solidFill>
            <a:ln>
              <a:noFill/>
            </a:ln>
            <a:effectLst/>
          </p:spPr>
          <p:txBody>
            <a:bodyPr rtlCol="0" anchor="ctr"/>
            <a:lstStyle/>
            <a:p>
              <a:pPr algn="ctr"/>
            </a:p>
          </p:txBody>
        </p:sp>
        <p:pic>
          <p:nvPicPr>
            <p:cNvPr id="40" name="Picture 39" descr="ruler__04263F.png"/>
            <p:cNvPicPr>
              <a:picLocks noChangeAspect="1"/>
            </p:cNvPicPr>
            <p:nvPr/>
          </p:nvPicPr>
          <p:blipFill>
            <a:blip r:embed="rId9"/>
            <a:stretch>
              <a:fillRect/>
            </a:stretch>
          </p:blipFill>
          <p:spPr>
            <a:xfrm>
              <a:off x="4955096" y="3235833"/>
              <a:ext cx="138684" cy="138684"/>
            </a:xfrm>
            <a:prstGeom prst="rect">
              <a:avLst/>
            </a:prstGeom>
          </p:spPr>
        </p:pic>
      </p:grpSp>
      <p:sp>
        <p:nvSpPr>
          <p:cNvPr id="41" name="TextBox 40"/>
          <p:cNvSpPr txBox="1"/>
          <p:nvPr/>
        </p:nvSpPr>
        <p:spPr>
          <a:xfrm>
            <a:off x="5253038" y="3171825"/>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06 </a:t>
            </a:r>
            <a:r>
              <a:rPr sz="975" b="1" i="0" lang="de-DE" cap="all" spc="58">
                <a:solidFill>
                  <a:srgbClr val="E4EFF7"/>
                </a:solidFill>
                <a:latin typeface="IBM Plex Sans"/>
              </a:rPr>
              <a:t>Evaluation</a:t>
            </a:r>
          </a:p>
        </p:txBody>
      </p:sp>
      <p:sp>
        <p:nvSpPr>
          <p:cNvPr id="42" name="TextBox 41"/>
          <p:cNvSpPr txBox="1"/>
          <p:nvPr/>
        </p:nvSpPr>
        <p:spPr>
          <a:xfrm>
            <a:off x="5253038" y="335280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RMSE in kWh als Hauptmetrik; MAE und R² ergänzend; Vergleich mit zwei Baselines.</a:t>
            </a:r>
          </a:p>
        </p:txBody>
      </p:sp>
      <p:sp>
        <p:nvSpPr>
          <p:cNvPr id="43" name="A1 07"/>
          <p:cNvSpPr/>
          <p:nvPr/>
        </p:nvSpPr>
        <p:spPr>
          <a:xfrm>
            <a:off x="685800" y="3962400"/>
            <a:ext cx="4014788" cy="800100"/>
          </a:xfrm>
          <a:prstGeom prst="roundRect">
            <a:avLst>
              <a:gd name="adj" fmla="val 11904"/>
            </a:avLst>
          </a:prstGeom>
          <a:solidFill>
            <a:srgbClr val="FFFFFF">
              <a:alpha val="6000"/>
            </a:srgbClr>
          </a:solidFill>
          <a:ln w="9525">
            <a:solidFill>
              <a:srgbClr val="6CC0D2"/>
            </a:solidFill>
          </a:ln>
          <a:effectLst/>
        </p:spPr>
        <p:txBody>
          <a:bodyPr rtlCol="0" anchor="ctr"/>
          <a:lstStyle/>
          <a:p>
            <a:pPr algn="ctr"/>
          </a:p>
        </p:txBody>
      </p:sp>
      <p:grpSp>
        <p:nvGrpSpPr>
          <p:cNvPr id="44" name="Scheibe split"/>
          <p:cNvGrpSpPr/>
          <p:nvPr/>
        </p:nvGrpSpPr>
        <p:grpSpPr>
          <a:xfrm>
            <a:off x="809625" y="4038600"/>
            <a:ext cx="266700" cy="266700"/>
            <a:chOff x="809625" y="4038600"/>
            <a:chExt cx="266700" cy="266700"/>
          </a:xfrm>
        </p:grpSpPr>
        <p:sp>
          <p:nvSpPr>
            <p:cNvPr id="45" name="Oval 44"/>
            <p:cNvSpPr/>
            <p:nvPr/>
          </p:nvSpPr>
          <p:spPr>
            <a:xfrm>
              <a:off x="809625" y="4038600"/>
              <a:ext cx="266700" cy="266700"/>
            </a:xfrm>
            <a:prstGeom prst="ellipse">
              <a:avLst/>
            </a:prstGeom>
            <a:solidFill>
              <a:srgbClr val="6CC0D2"/>
            </a:solidFill>
            <a:ln>
              <a:noFill/>
            </a:ln>
            <a:effectLst/>
          </p:spPr>
          <p:txBody>
            <a:bodyPr rtlCol="0" anchor="ctr"/>
            <a:lstStyle/>
            <a:p>
              <a:pPr algn="ctr"/>
            </a:p>
          </p:txBody>
        </p:sp>
        <p:pic>
          <p:nvPicPr>
            <p:cNvPr id="46" name="Picture 45" descr="split__04263F.png"/>
            <p:cNvPicPr>
              <a:picLocks noChangeAspect="1"/>
            </p:cNvPicPr>
            <p:nvPr/>
          </p:nvPicPr>
          <p:blipFill>
            <a:blip r:embed="rId10"/>
            <a:stretch>
              <a:fillRect/>
            </a:stretch>
          </p:blipFill>
          <p:spPr>
            <a:xfrm>
              <a:off x="873633" y="4102608"/>
              <a:ext cx="138684" cy="138684"/>
            </a:xfrm>
            <a:prstGeom prst="rect">
              <a:avLst/>
            </a:prstGeom>
          </p:spPr>
        </p:pic>
      </p:grpSp>
      <p:sp>
        <p:nvSpPr>
          <p:cNvPr id="47" name="TextBox 46"/>
          <p:cNvSpPr txBox="1"/>
          <p:nvPr/>
        </p:nvSpPr>
        <p:spPr>
          <a:xfrm>
            <a:off x="1171575" y="4038600"/>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07 </a:t>
            </a:r>
            <a:r>
              <a:rPr sz="975" b="1" i="0" lang="de-DE" cap="all" spc="58">
                <a:solidFill>
                  <a:srgbClr val="E4EFF7"/>
                </a:solidFill>
                <a:latin typeface="IBM Plex Sans"/>
              </a:rPr>
              <a:t>Entscheidung</a:t>
            </a:r>
          </a:p>
        </p:txBody>
      </p:sp>
      <p:sp>
        <p:nvSpPr>
          <p:cNvPr id="48" name="TextBox 47"/>
          <p:cNvSpPr txBox="1"/>
          <p:nvPr/>
        </p:nvSpPr>
        <p:spPr>
          <a:xfrm>
            <a:off x="1171575" y="421957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Prognose unterstützt Beschaffung; Hinweis führt zur menschlichen Prüfung.</a:t>
            </a:r>
          </a:p>
        </p:txBody>
      </p:sp>
      <p:sp>
        <p:nvSpPr>
          <p:cNvPr id="49" name="A1 08"/>
          <p:cNvSpPr/>
          <p:nvPr/>
        </p:nvSpPr>
        <p:spPr>
          <a:xfrm>
            <a:off x="4767262" y="3962400"/>
            <a:ext cx="4014788" cy="800100"/>
          </a:xfrm>
          <a:prstGeom prst="roundRect">
            <a:avLst>
              <a:gd name="adj" fmla="val 11904"/>
            </a:avLst>
          </a:prstGeom>
          <a:solidFill>
            <a:srgbClr val="FFFFFF">
              <a:alpha val="6000"/>
            </a:srgbClr>
          </a:solidFill>
          <a:ln w="9525">
            <a:solidFill>
              <a:srgbClr val="FFFFFF">
                <a:alpha val="14000"/>
              </a:srgbClr>
            </a:solidFill>
          </a:ln>
          <a:effectLst/>
        </p:spPr>
        <p:txBody>
          <a:bodyPr rtlCol="0" anchor="ctr"/>
          <a:lstStyle/>
          <a:p>
            <a:pPr algn="ctr"/>
          </a:p>
        </p:txBody>
      </p:sp>
      <p:grpSp>
        <p:nvGrpSpPr>
          <p:cNvPr id="50" name="Scheibe target"/>
          <p:cNvGrpSpPr/>
          <p:nvPr/>
        </p:nvGrpSpPr>
        <p:grpSpPr>
          <a:xfrm>
            <a:off x="4898231" y="4045744"/>
            <a:ext cx="252412" cy="252412"/>
            <a:chOff x="4898231" y="4045744"/>
            <a:chExt cx="252412" cy="252412"/>
          </a:xfrm>
        </p:grpSpPr>
        <p:sp>
          <p:nvSpPr>
            <p:cNvPr id="51" name="Oval 50"/>
            <p:cNvSpPr/>
            <p:nvPr/>
          </p:nvSpPr>
          <p:spPr>
            <a:xfrm>
              <a:off x="4898231" y="4045744"/>
              <a:ext cx="252412" cy="25241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52" name="Picture 51" descr="target__9CC3E0.png"/>
            <p:cNvPicPr>
              <a:picLocks noChangeAspect="1"/>
            </p:cNvPicPr>
            <p:nvPr/>
          </p:nvPicPr>
          <p:blipFill>
            <a:blip r:embed="rId11"/>
            <a:stretch>
              <a:fillRect/>
            </a:stretch>
          </p:blipFill>
          <p:spPr>
            <a:xfrm>
              <a:off x="4955096" y="4102608"/>
              <a:ext cx="138684" cy="138684"/>
            </a:xfrm>
            <a:prstGeom prst="rect">
              <a:avLst/>
            </a:prstGeom>
          </p:spPr>
        </p:pic>
      </p:grpSp>
      <p:sp>
        <p:nvSpPr>
          <p:cNvPr id="53" name="TextBox 52"/>
          <p:cNvSpPr txBox="1"/>
          <p:nvPr/>
        </p:nvSpPr>
        <p:spPr>
          <a:xfrm>
            <a:off x="5253038" y="4038600"/>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08 </a:t>
            </a:r>
            <a:r>
              <a:rPr sz="975" b="1" i="0" lang="de-DE" cap="all" spc="58">
                <a:solidFill>
                  <a:srgbClr val="E4EFF7"/>
                </a:solidFill>
                <a:latin typeface="IBM Plex Sans"/>
              </a:rPr>
              <a:t>Impact</a:t>
            </a:r>
          </a:p>
        </p:txBody>
      </p:sp>
      <p:sp>
        <p:nvSpPr>
          <p:cNvPr id="54" name="TextBox 53"/>
          <p:cNvSpPr txBox="1"/>
          <p:nvPr/>
        </p:nvSpPr>
        <p:spPr>
          <a:xfrm>
            <a:off x="5253038" y="421957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Pilot-KPIs: Fehler, Hinweisvolumen, Prüfzeit und Bestätigungsquote.</a:t>
            </a:r>
          </a:p>
        </p:txBody>
      </p:sp>
      <p:sp>
        <p:nvSpPr>
          <p:cNvPr id="55" name="A1 09"/>
          <p:cNvSpPr/>
          <p:nvPr/>
        </p:nvSpPr>
        <p:spPr>
          <a:xfrm>
            <a:off x="685800" y="4829175"/>
            <a:ext cx="4014788" cy="800100"/>
          </a:xfrm>
          <a:prstGeom prst="roundRect">
            <a:avLst>
              <a:gd name="adj" fmla="val 11904"/>
            </a:avLst>
          </a:prstGeom>
          <a:solidFill>
            <a:srgbClr val="FFFFFF">
              <a:alpha val="6000"/>
            </a:srgbClr>
          </a:solidFill>
          <a:ln w="9525">
            <a:solidFill>
              <a:srgbClr val="6CC0D2"/>
            </a:solidFill>
          </a:ln>
          <a:effectLst/>
        </p:spPr>
        <p:txBody>
          <a:bodyPr rtlCol="0" anchor="ctr"/>
          <a:lstStyle/>
          <a:p>
            <a:pPr algn="ctr"/>
          </a:p>
        </p:txBody>
      </p:sp>
      <p:grpSp>
        <p:nvGrpSpPr>
          <p:cNvPr id="56" name="Scheibe calendar-clock"/>
          <p:cNvGrpSpPr/>
          <p:nvPr/>
        </p:nvGrpSpPr>
        <p:grpSpPr>
          <a:xfrm>
            <a:off x="809625" y="4905375"/>
            <a:ext cx="266700" cy="266700"/>
            <a:chOff x="809625" y="4905375"/>
            <a:chExt cx="266700" cy="266700"/>
          </a:xfrm>
        </p:grpSpPr>
        <p:sp>
          <p:nvSpPr>
            <p:cNvPr id="57" name="Oval 56"/>
            <p:cNvSpPr/>
            <p:nvPr/>
          </p:nvSpPr>
          <p:spPr>
            <a:xfrm>
              <a:off x="809625" y="4905375"/>
              <a:ext cx="266700" cy="266700"/>
            </a:xfrm>
            <a:prstGeom prst="ellipse">
              <a:avLst/>
            </a:prstGeom>
            <a:solidFill>
              <a:srgbClr val="6CC0D2"/>
            </a:solidFill>
            <a:ln>
              <a:noFill/>
            </a:ln>
            <a:effectLst/>
          </p:spPr>
          <p:txBody>
            <a:bodyPr rtlCol="0" anchor="ctr"/>
            <a:lstStyle/>
            <a:p>
              <a:pPr algn="ctr"/>
            </a:p>
          </p:txBody>
        </p:sp>
        <p:pic>
          <p:nvPicPr>
            <p:cNvPr id="58" name="Picture 57" descr="calendar-clock__04263F.png"/>
            <p:cNvPicPr>
              <a:picLocks noChangeAspect="1"/>
            </p:cNvPicPr>
            <p:nvPr/>
          </p:nvPicPr>
          <p:blipFill>
            <a:blip r:embed="rId12"/>
            <a:stretch>
              <a:fillRect/>
            </a:stretch>
          </p:blipFill>
          <p:spPr>
            <a:xfrm>
              <a:off x="873633" y="4969383"/>
              <a:ext cx="138684" cy="138684"/>
            </a:xfrm>
            <a:prstGeom prst="rect">
              <a:avLst/>
            </a:prstGeom>
          </p:spPr>
        </p:pic>
      </p:grpSp>
      <p:sp>
        <p:nvSpPr>
          <p:cNvPr id="59" name="TextBox 58"/>
          <p:cNvSpPr txBox="1"/>
          <p:nvPr/>
        </p:nvSpPr>
        <p:spPr>
          <a:xfrm>
            <a:off x="1171575" y="4905375"/>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09 </a:t>
            </a:r>
            <a:r>
              <a:rPr sz="975" b="1" i="0" lang="de-DE" cap="all" spc="58">
                <a:solidFill>
                  <a:srgbClr val="E4EFF7"/>
                </a:solidFill>
                <a:latin typeface="IBM Plex Sans"/>
              </a:rPr>
              <a:t>Zeitpunkt</a:t>
            </a:r>
          </a:p>
        </p:txBody>
      </p:sp>
      <p:sp>
        <p:nvSpPr>
          <p:cNvPr id="60" name="TextBox 59"/>
          <p:cNvSpPr txBox="1"/>
          <p:nvPr/>
        </p:nvSpPr>
        <p:spPr>
          <a:xfrm>
            <a:off x="1171575" y="50863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Prognose vor Monatsbeginn; Residuenprüfung nach Eintreffen des Monatswerts.</a:t>
            </a:r>
          </a:p>
        </p:txBody>
      </p:sp>
      <p:sp>
        <p:nvSpPr>
          <p:cNvPr id="61" name="A1 10"/>
          <p:cNvSpPr/>
          <p:nvPr/>
        </p:nvSpPr>
        <p:spPr>
          <a:xfrm>
            <a:off x="4767262" y="4829175"/>
            <a:ext cx="4014788" cy="800100"/>
          </a:xfrm>
          <a:prstGeom prst="roundRect">
            <a:avLst>
              <a:gd name="adj" fmla="val 11904"/>
            </a:avLst>
          </a:prstGeom>
          <a:solidFill>
            <a:srgbClr val="FFFFFF">
              <a:alpha val="6000"/>
            </a:srgbClr>
          </a:solidFill>
          <a:ln w="9525">
            <a:solidFill>
              <a:srgbClr val="FFFFFF">
                <a:alpha val="14000"/>
              </a:srgbClr>
            </a:solidFill>
          </a:ln>
          <a:effectLst/>
        </p:spPr>
        <p:txBody>
          <a:bodyPr rtlCol="0" anchor="ctr"/>
          <a:lstStyle/>
          <a:p>
            <a:pPr algn="ctr"/>
          </a:p>
        </p:txBody>
      </p:sp>
      <p:grpSp>
        <p:nvGrpSpPr>
          <p:cNvPr id="62" name="Scheibe activity"/>
          <p:cNvGrpSpPr/>
          <p:nvPr/>
        </p:nvGrpSpPr>
        <p:grpSpPr>
          <a:xfrm>
            <a:off x="4898231" y="4912519"/>
            <a:ext cx="252412" cy="252412"/>
            <a:chOff x="4898231" y="4912519"/>
            <a:chExt cx="252412" cy="252412"/>
          </a:xfrm>
        </p:grpSpPr>
        <p:sp>
          <p:nvSpPr>
            <p:cNvPr id="63" name="Oval 62"/>
            <p:cNvSpPr/>
            <p:nvPr/>
          </p:nvSpPr>
          <p:spPr>
            <a:xfrm>
              <a:off x="4898231" y="4912519"/>
              <a:ext cx="252412" cy="252412"/>
            </a:xfrm>
            <a:prstGeom prst="ellipse">
              <a:avLst/>
            </a:prstGeom>
            <a:solidFill>
              <a:srgbClr val="FFFFFF">
                <a:alpha val="10000"/>
              </a:srgbClr>
            </a:solidFill>
            <a:ln w="14287">
              <a:solidFill>
                <a:srgbClr val="FFFFFF">
                  <a:alpha val="24000"/>
                </a:srgbClr>
              </a:solidFill>
            </a:ln>
            <a:effectLst/>
          </p:spPr>
          <p:txBody>
            <a:bodyPr rtlCol="0" anchor="ctr"/>
            <a:lstStyle/>
            <a:p>
              <a:pPr algn="ctr"/>
            </a:p>
          </p:txBody>
        </p:sp>
        <p:pic>
          <p:nvPicPr>
            <p:cNvPr id="64" name="Picture 63" descr="activity__9CC3E0.png"/>
            <p:cNvPicPr>
              <a:picLocks noChangeAspect="1"/>
            </p:cNvPicPr>
            <p:nvPr/>
          </p:nvPicPr>
          <p:blipFill>
            <a:blip r:embed="rId13"/>
            <a:stretch>
              <a:fillRect/>
            </a:stretch>
          </p:blipFill>
          <p:spPr>
            <a:xfrm>
              <a:off x="4955096" y="4969383"/>
              <a:ext cx="138684" cy="138684"/>
            </a:xfrm>
            <a:prstGeom prst="rect">
              <a:avLst/>
            </a:prstGeom>
          </p:spPr>
        </p:pic>
      </p:grpSp>
      <p:sp>
        <p:nvSpPr>
          <p:cNvPr id="65" name="TextBox 64"/>
          <p:cNvSpPr txBox="1"/>
          <p:nvPr/>
        </p:nvSpPr>
        <p:spPr>
          <a:xfrm>
            <a:off x="5253038" y="4905375"/>
            <a:ext cx="34290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10 </a:t>
            </a:r>
            <a:r>
              <a:rPr sz="975" b="1" i="0" lang="de-DE" cap="all" spc="58">
                <a:solidFill>
                  <a:srgbClr val="E4EFF7"/>
                </a:solidFill>
                <a:latin typeface="IBM Plex Sans"/>
              </a:rPr>
              <a:t>Monitoring</a:t>
            </a:r>
          </a:p>
        </p:txBody>
      </p:sp>
      <p:sp>
        <p:nvSpPr>
          <p:cNvPr id="66" name="TextBox 65"/>
          <p:cNvSpPr txBox="1"/>
          <p:nvPr/>
        </p:nvSpPr>
        <p:spPr>
          <a:xfrm>
            <a:off x="5253038" y="50863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Monatliche Fehler-, Drift- und Hinweiskontrolle; Retraining nur bei belegter Verschlechterung.</a:t>
            </a:r>
          </a:p>
        </p:txBody>
      </p:sp>
      <p:sp>
        <p:nvSpPr>
          <p:cNvPr id="67" name="Rounded Rectangle 66"/>
          <p:cNvSpPr/>
          <p:nvPr/>
        </p:nvSpPr>
        <p:spPr>
          <a:xfrm>
            <a:off x="8953500" y="1362075"/>
            <a:ext cx="2552700" cy="3505200"/>
          </a:xfrm>
          <a:prstGeom prst="roundRect">
            <a:avLst>
              <a:gd name="adj" fmla="val 3731"/>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68" name="Scheibe link"/>
          <p:cNvGrpSpPr/>
          <p:nvPr/>
        </p:nvGrpSpPr>
        <p:grpSpPr>
          <a:xfrm>
            <a:off x="9134475" y="1524000"/>
            <a:ext cx="304800" cy="304800"/>
            <a:chOff x="9134475" y="1524000"/>
            <a:chExt cx="304800" cy="304800"/>
          </a:xfrm>
        </p:grpSpPr>
        <p:sp>
          <p:nvSpPr>
            <p:cNvPr id="69" name="Oval 68"/>
            <p:cNvSpPr/>
            <p:nvPr/>
          </p:nvSpPr>
          <p:spPr>
            <a:xfrm>
              <a:off x="9134475" y="1524000"/>
              <a:ext cx="304800" cy="304800"/>
            </a:xfrm>
            <a:prstGeom prst="ellipse">
              <a:avLst/>
            </a:prstGeom>
            <a:solidFill>
              <a:srgbClr val="6CC0D2"/>
            </a:solidFill>
            <a:ln>
              <a:noFill/>
            </a:ln>
            <a:effectLst/>
          </p:spPr>
          <p:txBody>
            <a:bodyPr rtlCol="0" anchor="ctr"/>
            <a:lstStyle/>
            <a:p>
              <a:pPr algn="ctr"/>
            </a:p>
          </p:txBody>
        </p:sp>
        <p:pic>
          <p:nvPicPr>
            <p:cNvPr id="70" name="Picture 69" descr="link__04263F.png"/>
            <p:cNvPicPr>
              <a:picLocks noChangeAspect="1"/>
            </p:cNvPicPr>
            <p:nvPr/>
          </p:nvPicPr>
          <p:blipFill>
            <a:blip r:embed="rId14"/>
            <a:stretch>
              <a:fillRect/>
            </a:stretch>
          </p:blipFill>
          <p:spPr>
            <a:xfrm>
              <a:off x="9207627" y="1597152"/>
              <a:ext cx="158496" cy="158496"/>
            </a:xfrm>
            <a:prstGeom prst="rect">
              <a:avLst/>
            </a:prstGeom>
          </p:spPr>
        </p:pic>
      </p:grpSp>
      <p:sp>
        <p:nvSpPr>
          <p:cNvPr id="71" name="TextBox 70"/>
          <p:cNvSpPr txBox="1"/>
          <p:nvPr/>
        </p:nvSpPr>
        <p:spPr>
          <a:xfrm>
            <a:off x="9134475" y="1924050"/>
            <a:ext cx="219075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Kohärenz</a:t>
            </a:r>
          </a:p>
        </p:txBody>
      </p:sp>
      <p:sp>
        <p:nvSpPr>
          <p:cNvPr id="72" name="TextBox 71"/>
          <p:cNvSpPr txBox="1"/>
          <p:nvPr/>
        </p:nvSpPr>
        <p:spPr>
          <a:xfrm>
            <a:off x="9134475" y="2181225"/>
            <a:ext cx="2190750"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01 ↔ 08</a:t>
            </a:r>
          </a:p>
        </p:txBody>
      </p:sp>
      <p:sp>
        <p:nvSpPr>
          <p:cNvPr id="73" name="TextBox 72"/>
          <p:cNvSpPr txBox="1"/>
          <p:nvPr/>
        </p:nvSpPr>
        <p:spPr>
          <a:xfrm>
            <a:off x="9134475" y="2371725"/>
            <a:ext cx="2209800" cy="3810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gleiche Einheiten: kWh und Fälle pro Monat</a:t>
            </a:r>
          </a:p>
        </p:txBody>
      </p:sp>
      <p:sp>
        <p:nvSpPr>
          <p:cNvPr id="74" name="TextBox 73"/>
          <p:cNvSpPr txBox="1"/>
          <p:nvPr/>
        </p:nvSpPr>
        <p:spPr>
          <a:xfrm>
            <a:off x="9134475" y="2886075"/>
            <a:ext cx="2190750"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09 → 04</a:t>
            </a:r>
          </a:p>
        </p:txBody>
      </p:sp>
      <p:sp>
        <p:nvSpPr>
          <p:cNvPr id="75" name="TextBox 74"/>
          <p:cNvSpPr txBox="1"/>
          <p:nvPr/>
        </p:nvSpPr>
        <p:spPr>
          <a:xfrm>
            <a:off x="9134475" y="3076575"/>
            <a:ext cx="2209800" cy="3810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nur Wissen, das vor Monatsbeginn vorliegt</a:t>
            </a:r>
          </a:p>
        </p:txBody>
      </p:sp>
      <p:sp>
        <p:nvSpPr>
          <p:cNvPr id="76" name="TextBox 75"/>
          <p:cNvSpPr txBox="1"/>
          <p:nvPr/>
        </p:nvSpPr>
        <p:spPr>
          <a:xfrm>
            <a:off x="9134475" y="3590925"/>
            <a:ext cx="2190750"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03 → 05 → 06</a:t>
            </a:r>
          </a:p>
        </p:txBody>
      </p:sp>
      <p:sp>
        <p:nvSpPr>
          <p:cNvPr id="77" name="TextBox 76"/>
          <p:cNvSpPr txBox="1"/>
          <p:nvPr/>
        </p:nvSpPr>
        <p:spPr>
          <a:xfrm>
            <a:off x="9134475" y="3781425"/>
            <a:ext cx="2209800" cy="1905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Regression → RMSE in kWh</a:t>
            </a:r>
          </a:p>
        </p:txBody>
      </p:sp>
      <p:sp>
        <p:nvSpPr>
          <p:cNvPr id="78" name="TextBox 77"/>
          <p:cNvSpPr txBox="1"/>
          <p:nvPr/>
        </p:nvSpPr>
        <p:spPr>
          <a:xfrm>
            <a:off x="9134475" y="4105275"/>
            <a:ext cx="2190750"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07 ↔ 09</a:t>
            </a:r>
          </a:p>
        </p:txBody>
      </p:sp>
      <p:sp>
        <p:nvSpPr>
          <p:cNvPr id="79" name="TextBox 78"/>
          <p:cNvSpPr txBox="1"/>
          <p:nvPr/>
        </p:nvSpPr>
        <p:spPr>
          <a:xfrm>
            <a:off x="9134475" y="4295775"/>
            <a:ext cx="2209800" cy="3810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Prognose vor, Prüfung nach Monatsende</a:t>
            </a:r>
          </a:p>
        </p:txBody>
      </p:sp>
      <p:cxnSp>
        <p:nvCxnSpPr>
          <p:cNvPr id="80" name="Fußlinie"/>
          <p:cNvCxnSpPr/>
          <p:nvPr/>
        </p:nvCxnSpPr>
        <p:spPr>
          <a:xfrm>
            <a:off x="0" y="6219825"/>
            <a:ext cx="12192000" cy="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sp>
        <p:nvSpPr>
          <p:cNvPr id="81"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82" name="Logo" descr="image.png"/>
          <p:cNvPicPr>
            <a:picLocks noChangeAspect="1"/>
          </p:cNvPicPr>
          <p:nvPr/>
        </p:nvPicPr>
        <p:blipFill>
          <a:blip r:embed="rId15"/>
          <a:stretch>
            <a:fillRect/>
          </a:stretch>
        </p:blipFill>
        <p:spPr>
          <a:xfrm>
            <a:off x="742950" y="6438900"/>
            <a:ext cx="495598" cy="171450"/>
          </a:xfrm>
          <a:prstGeom prst="rect">
            <a:avLst/>
          </a:prstGeom>
        </p:spPr>
      </p:pic>
      <p:sp>
        <p:nvSpPr>
          <p:cNvPr id="83" name="TextBox 82"/>
          <p:cNvSpPr txBox="1"/>
          <p:nvPr/>
        </p:nvSpPr>
        <p:spPr>
          <a:xfrm>
            <a:off x="1447800" y="6429375"/>
            <a:ext cx="262890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sp>
        <p:nvSpPr>
          <p:cNvPr id="84" name="TextBox 83"/>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85"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B1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sliders-horizontal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wurde der Random Forest eingestellt?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Acht kontrollierte Kombinationen, entschieden nur in 2024</a:t>
            </a:r>
          </a:p>
        </p:txBody>
      </p:sp>
      <p:graphicFrame>
        <p:nvGraphicFramePr>
          <p:cNvPr id="7" name="Tabelle Hyperparameter"/>
          <p:cNvGraphicFramePr>
            <a:graphicFrameLocks noGrp="1"/>
          </p:cNvGraphicFramePr>
          <p:nvPr/>
        </p:nvGraphicFramePr>
        <p:xfrm>
          <a:off x="690562" y="1366838"/>
          <a:ext cx="5884545" cy="3600450"/>
        </p:xfrm>
        <a:graphic>
          <a:graphicData uri="http://schemas.openxmlformats.org/drawingml/2006/table">
            <a:tbl>
              <a:tblPr>
                <a:tableStyleId>{5C22544A-7EE6-4342-B048-85BDC9FD1C3A}</a:tableStyleId>
              </a:tblPr>
              <a:tblGrid>
                <a:gridCol w="1008698"/>
                <a:gridCol w="1209675"/>
                <a:gridCol w="954405"/>
                <a:gridCol w="1060132"/>
                <a:gridCol w="1651635"/>
              </a:tblGrid>
              <a:tr h="557212">
                <a:tc>
                  <a:txBody>
                    <a:bodyPr/>
                    <a:lstStyle/>
                    <a:p>
                      <a:pPr algn="l">
                        <a:lnSpc>
                          <a:spcPts val="1425"/>
                        </a:lnSpc>
                      </a:pPr>
                      <a:r>
                        <a:rPr sz="1087" b="0" i="0">
                          <a:solidFill>
                            <a:srgbClr val="FFFFFF"/>
                          </a:solidFill>
                          <a:latin typeface="IBM Plex Sans"/>
                        </a:rPr>
                        <a:t>Baumtiefe</a:t>
                      </a:r>
                    </a:p>
                  </a:txBody>
                  <a:tcPr marL="114300" marR="114300" marT="0" marB="0" anchor="ctr">
                    <a:lnL w="0">
                      <a:noFill/>
                    </a:lnL>
                    <a:lnR w="0">
                      <a:noFill/>
                    </a:lnR>
                    <a:lnT w="0">
                      <a:noFill/>
                    </a:lnT>
                    <a:lnB w="0">
                      <a:noFill/>
                    </a:lnB>
                    <a:solidFill>
                      <a:srgbClr val="04263F"/>
                    </a:solidFill>
                  </a:tcPr>
                </a:tc>
                <a:tc>
                  <a:txBody>
                    <a:bodyPr/>
                    <a:lstStyle/>
                    <a:p>
                      <a:pPr algn="l">
                        <a:lnSpc>
                          <a:spcPts val="1425"/>
                        </a:lnSpc>
                      </a:pPr>
                      <a:r>
                        <a:rPr sz="1087" b="0" i="0">
                          <a:solidFill>
                            <a:srgbClr val="FFFFFF"/>
                          </a:solidFill>
                          <a:latin typeface="IBM Plex Sans"/>
                        </a:rPr>
                        <a:t>Merkmalsanteil</a:t>
                      </a:r>
                    </a:p>
                  </a:txBody>
                  <a:tcPr marL="114300" marR="114300" marT="0" marB="0" anchor="ctr">
                    <a:lnL w="0">
                      <a:noFill/>
                    </a:lnL>
                    <a:lnR w="0">
                      <a:noFill/>
                    </a:lnR>
                    <a:lnT w="0">
                      <a:noFill/>
                    </a:lnT>
                    <a:lnB w="0">
                      <a:noFill/>
                    </a:lnB>
                    <a:solidFill>
                      <a:srgbClr val="04263F"/>
                    </a:solidFill>
                  </a:tcPr>
                </a:tc>
                <a:tc>
                  <a:txBody>
                    <a:bodyPr/>
                    <a:lstStyle/>
                    <a:p>
                      <a:pPr algn="l">
                        <a:lnSpc>
                          <a:spcPts val="1425"/>
                        </a:lnSpc>
                      </a:pPr>
                      <a:r>
                        <a:rPr sz="1087" b="0" i="0">
                          <a:solidFill>
                            <a:srgbClr val="FFFFFF"/>
                          </a:solidFill>
                          <a:latin typeface="IBM Plex Sans"/>
                        </a:rPr>
                        <a:t>Min. Fälle je Blatt</a:t>
                      </a:r>
                    </a:p>
                  </a:txBody>
                  <a:tcPr marL="114300" marR="114300" marT="0" marB="0" anchor="ctr">
                    <a:lnL w="0">
                      <a:noFill/>
                    </a:lnL>
                    <a:lnR w="0">
                      <a:noFill/>
                    </a:lnR>
                    <a:lnT w="0">
                      <a:noFill/>
                    </a:lnT>
                    <a:lnB w="0">
                      <a:noFill/>
                    </a:lnB>
                    <a:solidFill>
                      <a:srgbClr val="04263F"/>
                    </a:solidFill>
                  </a:tcPr>
                </a:tc>
                <a:tc>
                  <a:txBody>
                    <a:bodyPr/>
                    <a:lstStyle/>
                    <a:p>
                      <a:pPr algn="r">
                        <a:lnSpc>
                          <a:spcPts val="1425"/>
                        </a:lnSpc>
                      </a:pPr>
                      <a:r>
                        <a:rPr sz="1087" b="0" i="0">
                          <a:solidFill>
                            <a:srgbClr val="FFFFFF"/>
                          </a:solidFill>
                          <a:latin typeface="Geist Mono"/>
                        </a:rPr>
                        <a:t>CV-RMSE (kWh)</a:t>
                      </a:r>
                    </a:p>
                  </a:txBody>
                  <a:tcPr marL="114300" marR="114300" marT="0" marB="0" anchor="ctr">
                    <a:lnL w="0">
                      <a:noFill/>
                    </a:lnL>
                    <a:lnR w="0">
                      <a:noFill/>
                    </a:lnR>
                    <a:lnT w="0">
                      <a:noFill/>
                    </a:lnT>
                    <a:lnB w="0">
                      <a:noFill/>
                    </a:lnB>
                    <a:solidFill>
                      <a:srgbClr val="04263F"/>
                    </a:solidFill>
                  </a:tcPr>
                </a:tc>
                <a:tc>
                  <a:txBody>
                    <a:bodyPr/>
                    <a:lstStyle/>
                    <a:p>
                      <a:pPr algn="r">
                        <a:lnSpc>
                          <a:spcPts val="1425"/>
                        </a:lnSpc>
                      </a:pPr>
                      <a:r>
                        <a:rPr sz="1087" b="0" i="0">
                          <a:solidFill>
                            <a:srgbClr val="FFFFFF"/>
                          </a:solidFill>
                          <a:latin typeface="Geist Mono"/>
                        </a:rPr>
                        <a:t>Fold-Streuung (Std., kWh)</a:t>
                      </a:r>
                    </a:p>
                  </a:txBody>
                  <a:tcPr marL="114300" marR="114300" marT="0" marB="0" anchor="ctr">
                    <a:lnL w="0">
                      <a:noFill/>
                    </a:lnL>
                    <a:lnR w="0">
                      <a:noFill/>
                    </a:lnR>
                    <a:lnT w="0">
                      <a:noFill/>
                    </a:lnT>
                    <a:lnB w="0">
                      <a:noFill/>
                    </a:lnB>
                    <a:solidFill>
                      <a:srgbClr val="04263F"/>
                    </a:solidFill>
                  </a:tcPr>
                </a:tc>
              </a:tr>
              <a:tr h="376238">
                <a:tc>
                  <a:txBody>
                    <a:bodyPr/>
                    <a:lstStyle/>
                    <a:p>
                      <a:pPr algn="l">
                        <a:lnSpc>
                          <a:spcPts val="1560"/>
                        </a:lnSpc>
                      </a:pPr>
                      <a:r>
                        <a:rPr sz="1200" b="1" i="0">
                          <a:solidFill>
                            <a:srgbClr val="005E77"/>
                          </a:solidFill>
                          <a:latin typeface="IBM Plex Sans"/>
                        </a:rPr>
                        <a:t>8</a:t>
                      </a:r>
                    </a:p>
                  </a:txBody>
                  <a:tcPr marL="114300" marR="19050" marT="0" marB="0" anchor="ctr">
                    <a:lnL w="0">
                      <a:noFill/>
                    </a:lnL>
                    <a:lnR w="0">
                      <a:noFill/>
                    </a:lnR>
                    <a:lnT w="0">
                      <a:noFill/>
                    </a:lnT>
                    <a:lnB w="9525">
                      <a:solidFill>
                        <a:srgbClr val="E4E9EF"/>
                      </a:solidFill>
                    </a:lnB>
                    <a:solidFill>
                      <a:srgbClr val="E3F3F7"/>
                    </a:solidFill>
                  </a:tcPr>
                </a:tc>
                <a:tc>
                  <a:txBody>
                    <a:bodyPr/>
                    <a:lstStyle/>
                    <a:p>
                      <a:pPr algn="l">
                        <a:lnSpc>
                          <a:spcPts val="1560"/>
                        </a:lnSpc>
                      </a:pPr>
                      <a:r>
                        <a:rPr sz="1200" b="1" i="0">
                          <a:solidFill>
                            <a:srgbClr val="005E77"/>
                          </a:solidFill>
                          <a:latin typeface="IBM Plex Sans"/>
                        </a:rPr>
                        <a:t>0,7</a:t>
                      </a:r>
                    </a:p>
                  </a:txBody>
                  <a:tcPr marL="114300" marR="19050" marT="0" marB="0" anchor="ctr">
                    <a:lnL w="0">
                      <a:noFill/>
                    </a:lnL>
                    <a:lnR w="0">
                      <a:noFill/>
                    </a:lnR>
                    <a:lnT w="0">
                      <a:noFill/>
                    </a:lnT>
                    <a:lnB w="9525">
                      <a:solidFill>
                        <a:srgbClr val="E4E9EF"/>
                      </a:solidFill>
                    </a:lnB>
                    <a:solidFill>
                      <a:srgbClr val="E3F3F7"/>
                    </a:solidFill>
                  </a:tcPr>
                </a:tc>
                <a:tc>
                  <a:txBody>
                    <a:bodyPr/>
                    <a:lstStyle/>
                    <a:p>
                      <a:pPr algn="l">
                        <a:lnSpc>
                          <a:spcPts val="1560"/>
                        </a:lnSpc>
                      </a:pPr>
                      <a:r>
                        <a:rPr sz="1200" b="1" i="0">
                          <a:solidFill>
                            <a:srgbClr val="005E77"/>
                          </a:solidFill>
                          <a:latin typeface="IBM Plex Sans"/>
                        </a:rPr>
                        <a:t>5</a:t>
                      </a:r>
                    </a:p>
                  </a:txBody>
                  <a:tcPr marL="114300" marR="19050" marT="0" marB="0" anchor="ctr">
                    <a:lnL w="0">
                      <a:noFill/>
                    </a:lnL>
                    <a:lnR w="0">
                      <a:noFill/>
                    </a:lnR>
                    <a:lnT w="0">
                      <a:noFill/>
                    </a:lnT>
                    <a:lnB w="9525">
                      <a:solidFill>
                        <a:srgbClr val="E4E9EF"/>
                      </a:solidFill>
                    </a:lnB>
                    <a:solidFill>
                      <a:srgbClr val="E3F3F7"/>
                    </a:solidFill>
                  </a:tcPr>
                </a:tc>
                <a:tc>
                  <a:txBody>
                    <a:bodyPr/>
                    <a:lstStyle/>
                    <a:p>
                      <a:pPr algn="r">
                        <a:lnSpc>
                          <a:spcPts val="1560"/>
                        </a:lnSpc>
                      </a:pPr>
                      <a:r>
                        <a:rPr sz="1200" b="1" i="0">
                          <a:solidFill>
                            <a:srgbClr val="005E77"/>
                          </a:solidFill>
                          <a:latin typeface="Geist Mono"/>
                        </a:rPr>
                        <a:t>13.272</a:t>
                      </a:r>
                    </a:p>
                  </a:txBody>
                  <a:tcPr marL="19050" marR="114300" marT="0" marB="0" anchor="ctr">
                    <a:lnL w="0">
                      <a:noFill/>
                    </a:lnL>
                    <a:lnR w="0">
                      <a:noFill/>
                    </a:lnR>
                    <a:lnT w="0">
                      <a:noFill/>
                    </a:lnT>
                    <a:lnB w="9525">
                      <a:solidFill>
                        <a:srgbClr val="E4E9EF"/>
                      </a:solidFill>
                    </a:lnB>
                    <a:solidFill>
                      <a:srgbClr val="E3F3F7"/>
                    </a:solidFill>
                  </a:tcPr>
                </a:tc>
                <a:tc>
                  <a:txBody>
                    <a:bodyPr/>
                    <a:lstStyle/>
                    <a:p>
                      <a:pPr algn="r">
                        <a:lnSpc>
                          <a:spcPts val="1560"/>
                        </a:lnSpc>
                      </a:pPr>
                      <a:r>
                        <a:rPr sz="1200" b="1" i="0">
                          <a:solidFill>
                            <a:srgbClr val="005E77"/>
                          </a:solidFill>
                          <a:latin typeface="Geist Mono"/>
                        </a:rPr>
                        <a:t>3.843</a:t>
                      </a:r>
                    </a:p>
                  </a:txBody>
                  <a:tcPr marL="19050" marR="114300" marT="0" marB="0" anchor="ctr">
                    <a:lnL w="0">
                      <a:noFill/>
                    </a:lnL>
                    <a:lnR w="0">
                      <a:noFill/>
                    </a:lnR>
                    <a:lnT w="0">
                      <a:noFill/>
                    </a:lnT>
                    <a:lnB w="9525">
                      <a:solidFill>
                        <a:srgbClr val="E4E9EF"/>
                      </a:solidFill>
                    </a:lnB>
                    <a:solidFill>
                      <a:srgbClr val="E3F3F7"/>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0,7</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5</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13.331</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3.849</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8</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5</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13.355</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3.757</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5</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13.422</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3.729</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0,7</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13.473</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4.021</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8</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0,7</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13.481</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4.015</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8</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13.549</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3.941</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13.565</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3.923</a:t>
                      </a:r>
                    </a:p>
                  </a:txBody>
                  <a:tcPr marL="19050" marR="114300" marT="0" marB="0" anchor="ctr">
                    <a:lnL w="0">
                      <a:noFill/>
                    </a:lnL>
                    <a:lnR w="0">
                      <a:noFill/>
                    </a:lnR>
                    <a:lnT w="0">
                      <a:noFill/>
                    </a:lnT>
                    <a:lnB w="9525">
                      <a:solidFill>
                        <a:srgbClr val="E4E9EF"/>
                      </a:solidFill>
                    </a:lnB>
                    <a:solidFill>
                      <a:srgbClr val="FFFFFF"/>
                    </a:solidFill>
                  </a:tcPr>
                </a:tc>
              </a:tr>
            </a:tbl>
          </a:graphicData>
        </a:graphic>
      </p:graphicFrame>
      <p:sp>
        <p:nvSpPr>
          <p:cNvPr id="8" name="Tabellenrahmen"/>
          <p:cNvSpPr/>
          <p:nvPr/>
        </p:nvSpPr>
        <p:spPr>
          <a:xfrm>
            <a:off x="685800" y="1362075"/>
            <a:ext cx="5895022" cy="3609975"/>
          </a:xfrm>
          <a:prstGeom prst="rect">
            <a:avLst/>
          </a:prstGeom>
          <a:noFill/>
          <a:ln w="9525">
            <a:solidFill>
              <a:srgbClr val="D2DAE2"/>
            </a:solidFill>
          </a:ln>
          <a:effectLst/>
        </p:spPr>
        <p:txBody>
          <a:bodyPr rtlCol="0" anchor="ctr"/>
          <a:lstStyle/>
          <a:p>
            <a:pPr algn="ctr"/>
          </a:p>
        </p:txBody>
      </p:sp>
      <p:sp>
        <p:nvSpPr>
          <p:cNvPr id="9" name="Rounded Rectangle 8"/>
          <p:cNvSpPr/>
          <p:nvPr/>
        </p:nvSpPr>
        <p:spPr>
          <a:xfrm>
            <a:off x="6790372" y="1362075"/>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10" name="Scheibe trees"/>
          <p:cNvGrpSpPr/>
          <p:nvPr/>
        </p:nvGrpSpPr>
        <p:grpSpPr>
          <a:xfrm>
            <a:off x="6952298" y="1495425"/>
            <a:ext cx="323850" cy="323850"/>
            <a:chOff x="6952298" y="1495425"/>
            <a:chExt cx="323850" cy="323850"/>
          </a:xfrm>
        </p:grpSpPr>
        <p:sp>
          <p:nvSpPr>
            <p:cNvPr id="11" name="Oval 10"/>
            <p:cNvSpPr/>
            <p:nvPr/>
          </p:nvSpPr>
          <p:spPr>
            <a:xfrm>
              <a:off x="6952298" y="1495425"/>
              <a:ext cx="323850" cy="323850"/>
            </a:xfrm>
            <a:prstGeom prst="ellipse">
              <a:avLst/>
            </a:prstGeom>
            <a:solidFill>
              <a:srgbClr val="084878"/>
            </a:solidFill>
            <a:ln>
              <a:noFill/>
            </a:ln>
            <a:effectLst/>
          </p:spPr>
          <p:txBody>
            <a:bodyPr rtlCol="0" anchor="ctr"/>
            <a:lstStyle/>
            <a:p>
              <a:pPr algn="ctr"/>
            </a:p>
          </p:txBody>
        </p:sp>
        <p:pic>
          <p:nvPicPr>
            <p:cNvPr id="12" name="Picture 11" descr="trees__FFFFFF.png"/>
            <p:cNvPicPr>
              <a:picLocks noChangeAspect="1"/>
            </p:cNvPicPr>
            <p:nvPr/>
          </p:nvPicPr>
          <p:blipFill>
            <a:blip r:embed="rId4"/>
            <a:stretch>
              <a:fillRect/>
            </a:stretch>
          </p:blipFill>
          <p:spPr>
            <a:xfrm>
              <a:off x="7030021" y="1573149"/>
              <a:ext cx="168402" cy="168402"/>
            </a:xfrm>
            <a:prstGeom prst="rect">
              <a:avLst/>
            </a:prstGeom>
          </p:spPr>
        </p:pic>
      </p:grpSp>
      <p:sp>
        <p:nvSpPr>
          <p:cNvPr id="13" name="TextBox 12"/>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Tiefe 8</a:t>
            </a:r>
          </a:p>
        </p:txBody>
      </p:sp>
      <p:sp>
        <p:nvSpPr>
          <p:cNvPr id="14" name="TextBox 13"/>
          <p:cNvSpPr txBox="1"/>
          <p:nvPr/>
        </p:nvSpPr>
        <p:spPr>
          <a:xfrm>
            <a:off x="7409498" y="1724025"/>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Begrenzte Tiefe vermeidet sehr spezielle Einzelregeln.</a:t>
            </a:r>
          </a:p>
        </p:txBody>
      </p:sp>
      <p:sp>
        <p:nvSpPr>
          <p:cNvPr id="15" name="Rounded Rectangle 14"/>
          <p:cNvSpPr/>
          <p:nvPr/>
        </p:nvSpPr>
        <p:spPr>
          <a:xfrm>
            <a:off x="6790372" y="2171700"/>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16" name="Scheibe layers"/>
          <p:cNvGrpSpPr/>
          <p:nvPr/>
        </p:nvGrpSpPr>
        <p:grpSpPr>
          <a:xfrm>
            <a:off x="6952298" y="2305050"/>
            <a:ext cx="323850" cy="323850"/>
            <a:chOff x="6952298" y="2305050"/>
            <a:chExt cx="323850" cy="323850"/>
          </a:xfrm>
        </p:grpSpPr>
        <p:sp>
          <p:nvSpPr>
            <p:cNvPr id="17" name="Oval 16"/>
            <p:cNvSpPr/>
            <p:nvPr/>
          </p:nvSpPr>
          <p:spPr>
            <a:xfrm>
              <a:off x="6952298" y="2305050"/>
              <a:ext cx="323850" cy="323850"/>
            </a:xfrm>
            <a:prstGeom prst="ellipse">
              <a:avLst/>
            </a:prstGeom>
            <a:solidFill>
              <a:srgbClr val="084878"/>
            </a:solidFill>
            <a:ln>
              <a:noFill/>
            </a:ln>
            <a:effectLst/>
          </p:spPr>
          <p:txBody>
            <a:bodyPr rtlCol="0" anchor="ctr"/>
            <a:lstStyle/>
            <a:p>
              <a:pPr algn="ctr"/>
            </a:p>
          </p:txBody>
        </p:sp>
        <p:pic>
          <p:nvPicPr>
            <p:cNvPr id="18" name="Picture 17" descr="layers__FFFFFF.png"/>
            <p:cNvPicPr>
              <a:picLocks noChangeAspect="1"/>
            </p:cNvPicPr>
            <p:nvPr/>
          </p:nvPicPr>
          <p:blipFill>
            <a:blip r:embed="rId5"/>
            <a:stretch>
              <a:fillRect/>
            </a:stretch>
          </p:blipFill>
          <p:spPr>
            <a:xfrm>
              <a:off x="7030021" y="2382774"/>
              <a:ext cx="168402" cy="168402"/>
            </a:xfrm>
            <a:prstGeom prst="rect">
              <a:avLst/>
            </a:prstGeom>
          </p:spPr>
        </p:pic>
      </p:grpSp>
      <p:sp>
        <p:nvSpPr>
          <p:cNvPr id="19" name="TextBox 18"/>
          <p:cNvSpPr txBox="1"/>
          <p:nvPr/>
        </p:nvSpPr>
        <p:spPr>
          <a:xfrm>
            <a:off x="7409498" y="2314575"/>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Mindestens 5 Fälle je Blatt</a:t>
            </a:r>
          </a:p>
        </p:txBody>
      </p:sp>
      <p:sp>
        <p:nvSpPr>
          <p:cNvPr id="20" name="TextBox 19"/>
          <p:cNvSpPr txBox="1"/>
          <p:nvPr/>
        </p:nvSpPr>
        <p:spPr>
          <a:xfrm>
            <a:off x="7409498" y="2533650"/>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Ein Blatt steht nicht nur für einen einzelnen Zähler-Monat.</a:t>
            </a:r>
          </a:p>
        </p:txBody>
      </p:sp>
      <p:sp>
        <p:nvSpPr>
          <p:cNvPr id="21" name="Rounded Rectangle 20"/>
          <p:cNvSpPr/>
          <p:nvPr/>
        </p:nvSpPr>
        <p:spPr>
          <a:xfrm>
            <a:off x="6790372" y="2981325"/>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22" name="Scheibe shuffle"/>
          <p:cNvGrpSpPr/>
          <p:nvPr/>
        </p:nvGrpSpPr>
        <p:grpSpPr>
          <a:xfrm>
            <a:off x="6952298" y="3114675"/>
            <a:ext cx="323850" cy="323850"/>
            <a:chOff x="6952298" y="3114675"/>
            <a:chExt cx="323850" cy="323850"/>
          </a:xfrm>
        </p:grpSpPr>
        <p:sp>
          <p:nvSpPr>
            <p:cNvPr id="23" name="Oval 22"/>
            <p:cNvSpPr/>
            <p:nvPr/>
          </p:nvSpPr>
          <p:spPr>
            <a:xfrm>
              <a:off x="6952298" y="3114675"/>
              <a:ext cx="323850" cy="323850"/>
            </a:xfrm>
            <a:prstGeom prst="ellipse">
              <a:avLst/>
            </a:prstGeom>
            <a:solidFill>
              <a:srgbClr val="084878"/>
            </a:solidFill>
            <a:ln>
              <a:noFill/>
            </a:ln>
            <a:effectLst/>
          </p:spPr>
          <p:txBody>
            <a:bodyPr rtlCol="0" anchor="ctr"/>
            <a:lstStyle/>
            <a:p>
              <a:pPr algn="ctr"/>
            </a:p>
          </p:txBody>
        </p:sp>
        <p:pic>
          <p:nvPicPr>
            <p:cNvPr id="24" name="Picture 23" descr="shuffle__FFFFFF.png"/>
            <p:cNvPicPr>
              <a:picLocks noChangeAspect="1"/>
            </p:cNvPicPr>
            <p:nvPr/>
          </p:nvPicPr>
          <p:blipFill>
            <a:blip r:embed="rId6"/>
            <a:stretch>
              <a:fillRect/>
            </a:stretch>
          </p:blipFill>
          <p:spPr>
            <a:xfrm>
              <a:off x="7030021" y="3192399"/>
              <a:ext cx="168402" cy="168402"/>
            </a:xfrm>
            <a:prstGeom prst="rect">
              <a:avLst/>
            </a:prstGeom>
          </p:spPr>
        </p:pic>
      </p:grpSp>
      <p:sp>
        <p:nvSpPr>
          <p:cNvPr id="25" name="TextBox 24"/>
          <p:cNvSpPr txBox="1"/>
          <p:nvPr/>
        </p:nvSpPr>
        <p:spPr>
          <a:xfrm>
            <a:off x="7409498" y="31242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70 % der Merkmale</a:t>
            </a:r>
          </a:p>
        </p:txBody>
      </p:sp>
      <p:sp>
        <p:nvSpPr>
          <p:cNvPr id="26" name="TextBox 25"/>
          <p:cNvSpPr txBox="1"/>
          <p:nvPr/>
        </p:nvSpPr>
        <p:spPr>
          <a:xfrm>
            <a:off x="7409498" y="3343275"/>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Bäume sehen unterschiedliche Merkmale und ergänzen sich.</a:t>
            </a:r>
          </a:p>
        </p:txBody>
      </p:sp>
      <p:sp>
        <p:nvSpPr>
          <p:cNvPr id="27" name="TextBox 26"/>
          <p:cNvSpPr txBox="1"/>
          <p:nvPr/>
        </p:nvSpPr>
        <p:spPr>
          <a:xfrm>
            <a:off x="6790372" y="3790950"/>
            <a:ext cx="4715828" cy="400050"/>
          </a:xfrm>
          <a:prstGeom prst="rect">
            <a:avLst/>
          </a:prstGeom>
          <a:noFill/>
        </p:spPr>
        <p:txBody>
          <a:bodyPr wrap="square" lIns="0" rIns="0" tIns="0" bIns="0" anchor="t">
            <a:noAutofit/>
          </a:bodyPr>
          <a:lstStyle/>
          <a:p>
            <a:pPr algn="l">
              <a:lnSpc>
                <a:spcPts val="1575"/>
              </a:lnSpc>
            </a:pPr>
            <a:r>
              <a:rPr sz="1125" b="0" i="0" lang="de-DE">
                <a:solidFill>
                  <a:srgbClr val="657383"/>
                </a:solidFill>
                <a:latin typeface="IBM Plex Sans"/>
              </a:rPr>
              <a:t>300 Bäume, random_state = 42. Die Unterschiede sind klein; entscheidend ist die zeitliche Prüfung.</a:t>
            </a:r>
          </a:p>
        </p:txBody>
      </p:sp>
      <p:cxnSp>
        <p:nvCxnSpPr>
          <p:cNvPr id="2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9"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30" name="TextBox 29"/>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1" name="Connector 3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2" name="Scheibe trees"/>
          <p:cNvGrpSpPr/>
          <p:nvPr/>
        </p:nvGrpSpPr>
        <p:grpSpPr>
          <a:xfrm>
            <a:off x="4516755" y="6419850"/>
            <a:ext cx="209550" cy="209550"/>
            <a:chOff x="4516755" y="6419850"/>
            <a:chExt cx="209550" cy="209550"/>
          </a:xfrm>
        </p:grpSpPr>
        <p:sp>
          <p:nvSpPr>
            <p:cNvPr id="33" name="Oval 3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34" name="Picture 33" descr="trees__FFFFFF.png"/>
            <p:cNvPicPr>
              <a:picLocks noChangeAspect="1"/>
            </p:cNvPicPr>
            <p:nvPr/>
          </p:nvPicPr>
          <p:blipFill>
            <a:blip r:embed="rId4"/>
            <a:stretch>
              <a:fillRect/>
            </a:stretch>
          </p:blipFill>
          <p:spPr>
            <a:xfrm>
              <a:off x="4567047" y="6470142"/>
              <a:ext cx="108966" cy="108966"/>
            </a:xfrm>
            <a:prstGeom prst="rect">
              <a:avLst/>
            </a:prstGeom>
          </p:spPr>
        </p:pic>
      </p:grpSp>
      <p:sp>
        <p:nvSpPr>
          <p:cNvPr id="35" name="TextBox 34"/>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36" name="TextBox 35"/>
          <p:cNvSpPr txBox="1"/>
          <p:nvPr/>
        </p:nvSpPr>
        <p:spPr>
          <a:xfrm>
            <a:off x="5000625" y="6438900"/>
            <a:ext cx="751332"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Lernansatz</a:t>
            </a:r>
          </a:p>
        </p:txBody>
      </p:sp>
      <p:sp>
        <p:nvSpPr>
          <p:cNvPr id="37" name="TextBox 36"/>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38"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sliders-horizontal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Welche Informationen trägt das Modell?</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Die Verbrauchshistorie trägt den Großteil der Prognose</a:t>
            </a:r>
          </a:p>
        </p:txBody>
      </p:sp>
      <p:sp>
        <p:nvSpPr>
          <p:cNvPr id="7" name="Rounded Rectangle 6"/>
          <p:cNvSpPr/>
          <p:nvPr/>
        </p:nvSpPr>
        <p:spPr>
          <a:xfrm>
            <a:off x="685800" y="1362075"/>
            <a:ext cx="5895022" cy="3917632"/>
          </a:xfrm>
          <a:prstGeom prst="roundRect">
            <a:avLst>
              <a:gd name="adj" fmla="val 2431"/>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85825" y="1524000"/>
            <a:ext cx="5524500" cy="3810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Anstieg des Test-RMSE, wenn eine Gruppe gemischt wird </a:t>
            </a:r>
            <a:r>
              <a:rPr sz="1200" b="0" i="0" lang="de-DE">
                <a:solidFill>
                  <a:srgbClr val="657383"/>
                </a:solidFill>
                <a:latin typeface="IBM Plex Sans"/>
              </a:rPr>
              <a:t>(kWh, Bericht Tab. D1)</a:t>
            </a:r>
          </a:p>
        </p:txBody>
      </p:sp>
      <p:graphicFrame>
        <p:nvGraphicFramePr>
          <p:cNvPr id="9" name="Diagramm Permutation Importance"/>
          <p:cNvGraphicFramePr>
            <a:graphicFrameLocks noGrp="1"/>
          </p:cNvGraphicFramePr>
          <p:nvPr/>
        </p:nvGraphicFramePr>
        <p:xfrm>
          <a:off x="958400" y="2057219"/>
          <a:ext cx="5386473" cy="2890152"/>
        </p:xfrm>
        <a:graphic>
          <a:graphicData uri="http://schemas.openxmlformats.org/drawingml/2006/chart">
            <c:chart xmlns:c="http://schemas.openxmlformats.org/drawingml/2006/chart" r:id="rId4"/>
          </a:graphicData>
        </a:graphic>
      </p:graphicFrame>
      <p:sp>
        <p:nvSpPr>
          <p:cNvPr id="10" name="Rounded Rectangle 9"/>
          <p:cNvSpPr/>
          <p:nvPr/>
        </p:nvSpPr>
        <p:spPr>
          <a:xfrm>
            <a:off x="6790372" y="13620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1" name="Scheibe shuffle"/>
          <p:cNvGrpSpPr/>
          <p:nvPr/>
        </p:nvGrpSpPr>
        <p:grpSpPr>
          <a:xfrm>
            <a:off x="6952298" y="1495425"/>
            <a:ext cx="323850" cy="323850"/>
            <a:chOff x="6952298" y="1495425"/>
            <a:chExt cx="323850" cy="323850"/>
          </a:xfrm>
        </p:grpSpPr>
        <p:sp>
          <p:nvSpPr>
            <p:cNvPr id="12" name="Oval 11"/>
            <p:cNvSpPr/>
            <p:nvPr/>
          </p:nvSpPr>
          <p:spPr>
            <a:xfrm>
              <a:off x="6952298" y="1495425"/>
              <a:ext cx="323850" cy="323850"/>
            </a:xfrm>
            <a:prstGeom prst="ellipse">
              <a:avLst/>
            </a:prstGeom>
            <a:solidFill>
              <a:srgbClr val="084878"/>
            </a:solidFill>
            <a:ln>
              <a:noFill/>
            </a:ln>
            <a:effectLst/>
          </p:spPr>
          <p:txBody>
            <a:bodyPr rtlCol="0" anchor="ctr"/>
            <a:lstStyle/>
            <a:p>
              <a:pPr algn="ctr"/>
            </a:p>
          </p:txBody>
        </p:sp>
        <p:pic>
          <p:nvPicPr>
            <p:cNvPr id="13" name="Picture 12" descr="shuffle__FFFFFF.png"/>
            <p:cNvPicPr>
              <a:picLocks noChangeAspect="1"/>
            </p:cNvPicPr>
            <p:nvPr/>
          </p:nvPicPr>
          <p:blipFill>
            <a:blip r:embed="rId5"/>
            <a:stretch>
              <a:fillRect/>
            </a:stretch>
          </p:blipFill>
          <p:spPr>
            <a:xfrm>
              <a:off x="7030021" y="1573149"/>
              <a:ext cx="168402" cy="168402"/>
            </a:xfrm>
            <a:prstGeom prst="rect">
              <a:avLst/>
            </a:prstGeom>
          </p:spPr>
        </p:pic>
      </p:grpSp>
      <p:sp>
        <p:nvSpPr>
          <p:cNvPr id="14" name="TextBox 13"/>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So liest man es</a:t>
            </a:r>
          </a:p>
        </p:txBody>
      </p:sp>
      <p:sp>
        <p:nvSpPr>
          <p:cNvPr id="15" name="TextBox 14"/>
          <p:cNvSpPr txBox="1"/>
          <p:nvPr/>
        </p:nvSpPr>
        <p:spPr>
          <a:xfrm>
            <a:off x="7409498" y="17240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Steigt der Fehler stark, war die Information wichtig für die Prognose.</a:t>
            </a:r>
          </a:p>
        </p:txBody>
      </p:sp>
      <p:sp>
        <p:nvSpPr>
          <p:cNvPr id="16" name="Rounded Rectangle 15"/>
          <p:cNvSpPr/>
          <p:nvPr/>
        </p:nvSpPr>
        <p:spPr>
          <a:xfrm>
            <a:off x="6790372" y="237172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7" name="Scheibe factory"/>
          <p:cNvGrpSpPr/>
          <p:nvPr/>
        </p:nvGrpSpPr>
        <p:grpSpPr>
          <a:xfrm>
            <a:off x="6952298" y="2505075"/>
            <a:ext cx="323850" cy="323850"/>
            <a:chOff x="6952298" y="2505075"/>
            <a:chExt cx="323850" cy="323850"/>
          </a:xfrm>
        </p:grpSpPr>
        <p:sp>
          <p:nvSpPr>
            <p:cNvPr id="18" name="Oval 17"/>
            <p:cNvSpPr/>
            <p:nvPr/>
          </p:nvSpPr>
          <p:spPr>
            <a:xfrm>
              <a:off x="6952298" y="2505075"/>
              <a:ext cx="323850" cy="323850"/>
            </a:xfrm>
            <a:prstGeom prst="ellipse">
              <a:avLst/>
            </a:prstGeom>
            <a:solidFill>
              <a:srgbClr val="00718E"/>
            </a:solidFill>
            <a:ln>
              <a:noFill/>
            </a:ln>
            <a:effectLst/>
          </p:spPr>
          <p:txBody>
            <a:bodyPr rtlCol="0" anchor="ctr"/>
            <a:lstStyle/>
            <a:p>
              <a:pPr algn="ctr"/>
            </a:p>
          </p:txBody>
        </p:sp>
        <p:pic>
          <p:nvPicPr>
            <p:cNvPr id="19" name="Picture 18" descr="factory__FFFFFF.png"/>
            <p:cNvPicPr>
              <a:picLocks noChangeAspect="1"/>
            </p:cNvPicPr>
            <p:nvPr/>
          </p:nvPicPr>
          <p:blipFill>
            <a:blip r:embed="rId6"/>
            <a:stretch>
              <a:fillRect/>
            </a:stretch>
          </p:blipFill>
          <p:spPr>
            <a:xfrm>
              <a:off x="7030021" y="2582799"/>
              <a:ext cx="168402" cy="168402"/>
            </a:xfrm>
            <a:prstGeom prst="rect">
              <a:avLst/>
            </a:prstGeom>
          </p:spPr>
        </p:pic>
      </p:grpSp>
      <p:sp>
        <p:nvSpPr>
          <p:cNvPr id="20" name="TextBox 19"/>
          <p:cNvSpPr txBox="1"/>
          <p:nvPr/>
        </p:nvSpPr>
        <p:spPr>
          <a:xfrm>
            <a:off x="7409498" y="25146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Plausibel</a:t>
            </a:r>
          </a:p>
        </p:txBody>
      </p:sp>
      <p:sp>
        <p:nvSpPr>
          <p:cNvPr id="21" name="TextBox 20"/>
          <p:cNvSpPr txBox="1"/>
          <p:nvPr/>
        </p:nvSpPr>
        <p:spPr>
          <a:xfrm>
            <a:off x="7409498" y="273367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Historie, Produktionsplan und Wartung sind betriebliche Treiber; der Kundentyp steckt bereits in der Historie.</a:t>
            </a:r>
          </a:p>
        </p:txBody>
      </p:sp>
      <p:sp>
        <p:nvSpPr>
          <p:cNvPr id="22" name="Rounded Rectangle 21"/>
          <p:cNvSpPr/>
          <p:nvPr/>
        </p:nvSpPr>
        <p:spPr>
          <a:xfrm>
            <a:off x="6790372" y="33813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3" name="Scheibe triangle-alert"/>
          <p:cNvGrpSpPr/>
          <p:nvPr/>
        </p:nvGrpSpPr>
        <p:grpSpPr>
          <a:xfrm>
            <a:off x="6952298" y="3514725"/>
            <a:ext cx="323850" cy="323850"/>
            <a:chOff x="6952298" y="3514725"/>
            <a:chExt cx="323850" cy="323850"/>
          </a:xfrm>
        </p:grpSpPr>
        <p:sp>
          <p:nvSpPr>
            <p:cNvPr id="24" name="Oval 23"/>
            <p:cNvSpPr/>
            <p:nvPr/>
          </p:nvSpPr>
          <p:spPr>
            <a:xfrm>
              <a:off x="6952298" y="3514725"/>
              <a:ext cx="323850" cy="323850"/>
            </a:xfrm>
            <a:prstGeom prst="ellipse">
              <a:avLst/>
            </a:prstGeom>
            <a:solidFill>
              <a:srgbClr val="A86505"/>
            </a:solidFill>
            <a:ln>
              <a:noFill/>
            </a:ln>
            <a:effectLst/>
          </p:spPr>
          <p:txBody>
            <a:bodyPr rtlCol="0" anchor="ctr"/>
            <a:lstStyle/>
            <a:p>
              <a:pPr algn="ctr"/>
            </a:p>
          </p:txBody>
        </p:sp>
        <p:pic>
          <p:nvPicPr>
            <p:cNvPr id="25" name="Picture 24" descr="triangle-alert__FFFFFF.png"/>
            <p:cNvPicPr>
              <a:picLocks noChangeAspect="1"/>
            </p:cNvPicPr>
            <p:nvPr/>
          </p:nvPicPr>
          <p:blipFill>
            <a:blip r:embed="rId7"/>
            <a:stretch>
              <a:fillRect/>
            </a:stretch>
          </p:blipFill>
          <p:spPr>
            <a:xfrm>
              <a:off x="7030021" y="3592449"/>
              <a:ext cx="168402" cy="168402"/>
            </a:xfrm>
            <a:prstGeom prst="rect">
              <a:avLst/>
            </a:prstGeom>
          </p:spPr>
        </p:pic>
      </p:grpSp>
      <p:sp>
        <p:nvSpPr>
          <p:cNvPr id="26" name="TextBox 25"/>
          <p:cNvSpPr txBox="1"/>
          <p:nvPr/>
        </p:nvSpPr>
        <p:spPr>
          <a:xfrm>
            <a:off x="7409498" y="35242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Grenze</a:t>
            </a:r>
          </a:p>
        </p:txBody>
      </p:sp>
      <p:sp>
        <p:nvSpPr>
          <p:cNvPr id="27" name="TextBox 26"/>
          <p:cNvSpPr txBox="1"/>
          <p:nvPr/>
        </p:nvSpPr>
        <p:spPr>
          <a:xfrm>
            <a:off x="7409498" y="37433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Wichtigkeit ist keine Kausalität. Die Vertragsleistung wird nicht gemischt, sie ist der Umrechnungsfaktor.</a:t>
            </a:r>
          </a:p>
        </p:txBody>
      </p:sp>
      <p:sp>
        <p:nvSpPr>
          <p:cNvPr id="28" name="TextBox 27"/>
          <p:cNvSpPr txBox="1"/>
          <p:nvPr/>
        </p:nvSpPr>
        <p:spPr>
          <a:xfrm>
            <a:off x="6790372" y="4391025"/>
            <a:ext cx="4715828" cy="400050"/>
          </a:xfrm>
          <a:prstGeom prst="rect">
            <a:avLst/>
          </a:prstGeom>
          <a:noFill/>
        </p:spPr>
        <p:txBody>
          <a:bodyPr wrap="square" lIns="0" rIns="0" tIns="0" bIns="0" anchor="t">
            <a:noAutofit/>
          </a:bodyPr>
          <a:lstStyle/>
          <a:p>
            <a:pPr algn="l">
              <a:lnSpc>
                <a:spcPts val="1575"/>
              </a:lnSpc>
            </a:pPr>
            <a:r>
              <a:rPr sz="1125" b="0" i="0" lang="de-DE">
                <a:solidFill>
                  <a:srgbClr val="657383"/>
                </a:solidFill>
                <a:latin typeface="IBM Plex Sans"/>
              </a:rPr>
              <a:t>Bericht Tab. D1 mit fünf Wiederholungen; Notebook 13 mit drei Wiederholungen zeigt dieselbe Rangfolge.</a:t>
            </a:r>
          </a:p>
        </p:txBody>
      </p:sp>
      <p:cxnSp>
        <p:nvCxnSpPr>
          <p:cNvPr id="29"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0" name="Logo" descr="image.png"/>
          <p:cNvPicPr>
            <a:picLocks noChangeAspect="1"/>
          </p:cNvPicPr>
          <p:nvPr/>
        </p:nvPicPr>
        <p:blipFill>
          <a:blip r:embed="rId8"/>
          <a:stretch>
            <a:fillRect/>
          </a:stretch>
        </p:blipFill>
        <p:spPr>
          <a:xfrm>
            <a:off x="685800" y="6400800"/>
            <a:ext cx="715863" cy="247650"/>
          </a:xfrm>
          <a:prstGeom prst="rect">
            <a:avLst/>
          </a:prstGeom>
        </p:spPr>
      </p:pic>
      <p:sp>
        <p:nvSpPr>
          <p:cNvPr id="31" name="TextBox 30"/>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2" name="Connector 31"/>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3" name="Scheibe sliders-horizontal"/>
          <p:cNvGrpSpPr/>
          <p:nvPr/>
        </p:nvGrpSpPr>
        <p:grpSpPr>
          <a:xfrm>
            <a:off x="4516755" y="6419850"/>
            <a:ext cx="209550" cy="209550"/>
            <a:chOff x="4516755" y="6419850"/>
            <a:chExt cx="209550" cy="209550"/>
          </a:xfrm>
        </p:grpSpPr>
        <p:sp>
          <p:nvSpPr>
            <p:cNvPr id="34" name="Oval 33"/>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35" name="Picture 34" descr="sliders-horizontal__FFFFFF.png"/>
            <p:cNvPicPr>
              <a:picLocks noChangeAspect="1"/>
            </p:cNvPicPr>
            <p:nvPr/>
          </p:nvPicPr>
          <p:blipFill>
            <a:blip r:embed="rId3"/>
            <a:stretch>
              <a:fillRect/>
            </a:stretch>
          </p:blipFill>
          <p:spPr>
            <a:xfrm>
              <a:off x="4567047" y="6470142"/>
              <a:ext cx="108966" cy="108966"/>
            </a:xfrm>
            <a:prstGeom prst="rect">
              <a:avLst/>
            </a:prstGeom>
          </p:spPr>
        </p:pic>
      </p:grpSp>
      <p:sp>
        <p:nvSpPr>
          <p:cNvPr id="36" name="TextBox 35"/>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37" name="TextBox 36"/>
          <p:cNvSpPr txBox="1"/>
          <p:nvPr/>
        </p:nvSpPr>
        <p:spPr>
          <a:xfrm>
            <a:off x="5000625" y="6438900"/>
            <a:ext cx="69265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sp>
        <p:nvSpPr>
          <p:cNvPr id="38" name="TextBox 37"/>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39"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history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entstehen die Historien-Merkmale?</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Lag-Features verschieben bekannte Historie nach vorn</a:t>
            </a:r>
          </a:p>
        </p:txBody>
      </p:sp>
      <p:sp>
        <p:nvSpPr>
          <p:cNvPr id="7" name="Rounded Rectangle 6"/>
          <p:cNvSpPr/>
          <p:nvPr/>
        </p:nvSpPr>
        <p:spPr>
          <a:xfrm>
            <a:off x="685800" y="1362075"/>
            <a:ext cx="5895022" cy="3822382"/>
          </a:xfrm>
          <a:prstGeom prst="roundRect">
            <a:avLst>
              <a:gd name="adj" fmla="val 2491"/>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85825" y="1524000"/>
            <a:ext cx="55245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Erster Zähler im Datensatz · ZL-00000 · 2024 </a:t>
            </a:r>
            <a:r>
              <a:rPr sz="1200" b="0" i="0" lang="de-DE">
                <a:solidFill>
                  <a:srgbClr val="657383"/>
                </a:solidFill>
                <a:latin typeface="IBM Plex Sans"/>
              </a:rPr>
              <a:t>(VLS-h)</a:t>
            </a:r>
          </a:p>
        </p:txBody>
      </p:sp>
      <p:graphicFrame>
        <p:nvGraphicFramePr>
          <p:cNvPr id="9" name="Diagramm Lag-Features"/>
          <p:cNvGraphicFramePr>
            <a:graphicFrameLocks noGrp="1"/>
          </p:cNvGraphicFramePr>
          <p:nvPr/>
        </p:nvGraphicFramePr>
        <p:xfrm>
          <a:off x="1037137" y="2151852"/>
          <a:ext cx="5191731" cy="2814687"/>
        </p:xfrm>
        <a:graphic>
          <a:graphicData uri="http://schemas.openxmlformats.org/drawingml/2006/chart">
            <c:chart xmlns:c="http://schemas.openxmlformats.org/drawingml/2006/chart" r:id="rId4"/>
          </a:graphicData>
        </a:graphic>
      </p:graphicFrame>
      <p:cxnSp>
        <p:nvCxnSpPr>
          <p:cNvPr id="10" name="Connector 9"/>
          <p:cNvCxnSpPr/>
          <p:nvPr/>
        </p:nvCxnSpPr>
        <p:spPr>
          <a:xfrm>
            <a:off x="885825" y="1885769"/>
            <a:ext cx="228165" cy="0"/>
          </a:xfrm>
          <a:prstGeom prst="line">
            <a:avLst/>
          </a:prstGeom>
          <a:ln w="23767">
            <a:solidFill>
              <a:srgbClr val="0848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71031" y="1787135"/>
            <a:ext cx="1043561"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Ist des Monats</a:t>
            </a:r>
          </a:p>
        </p:txBody>
      </p:sp>
      <p:cxnSp>
        <p:nvCxnSpPr>
          <p:cNvPr id="12" name="Connector 11"/>
          <p:cNvCxnSpPr/>
          <p:nvPr/>
        </p:nvCxnSpPr>
        <p:spPr>
          <a:xfrm>
            <a:off x="2501993" y="1885769"/>
            <a:ext cx="228165" cy="0"/>
          </a:xfrm>
          <a:prstGeom prst="line">
            <a:avLst/>
          </a:prstGeom>
          <a:ln w="23767">
            <a:solidFill>
              <a:srgbClr val="657383"/>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87200" y="1787135"/>
            <a:ext cx="725556"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Vormonat</a:t>
            </a:r>
          </a:p>
        </p:txBody>
      </p:sp>
      <p:cxnSp>
        <p:nvCxnSpPr>
          <p:cNvPr id="14" name="Connector 13"/>
          <p:cNvCxnSpPr/>
          <p:nvPr/>
        </p:nvCxnSpPr>
        <p:spPr>
          <a:xfrm>
            <a:off x="4118162" y="1885769"/>
            <a:ext cx="228165" cy="0"/>
          </a:xfrm>
          <a:prstGeom prst="line">
            <a:avLst/>
          </a:prstGeom>
          <a:ln w="23767">
            <a:solidFill>
              <a:srgbClr val="7FB4D8"/>
            </a:solidFill>
            <a:prstDash val="sysDot"/>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03368" y="1787135"/>
            <a:ext cx="1462814" cy="185384"/>
          </a:xfrm>
          <a:prstGeom prst="rect">
            <a:avLst/>
          </a:prstGeom>
          <a:noFill/>
        </p:spPr>
        <p:txBody>
          <a:bodyPr wrap="none" lIns="0" rIns="0" tIns="0" bIns="0" anchor="t">
            <a:noAutofit/>
          </a:bodyPr>
          <a:lstStyle/>
          <a:p>
            <a:pPr algn="l">
              <a:lnSpc>
                <a:spcPts val="1459"/>
              </a:lnSpc>
            </a:pPr>
            <a:r>
              <a:rPr sz="1122" b="0" i="0" lang="de-DE">
                <a:solidFill>
                  <a:srgbClr val="4E5A68"/>
                </a:solidFill>
                <a:latin typeface="IBM Plex Sans"/>
              </a:rPr>
              <a:t>Ø bis zu 3 Vormonate</a:t>
            </a:r>
          </a:p>
        </p:txBody>
      </p:sp>
      <p:sp>
        <p:nvSpPr>
          <p:cNvPr id="16" name="Rounded Rectangle 15"/>
          <p:cNvSpPr/>
          <p:nvPr/>
        </p:nvSpPr>
        <p:spPr>
          <a:xfrm>
            <a:off x="6790372" y="13620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7" name="Scheibe calendar-x"/>
          <p:cNvGrpSpPr/>
          <p:nvPr/>
        </p:nvGrpSpPr>
        <p:grpSpPr>
          <a:xfrm>
            <a:off x="6952298" y="1495425"/>
            <a:ext cx="323850" cy="323850"/>
            <a:chOff x="6952298" y="1495425"/>
            <a:chExt cx="323850" cy="323850"/>
          </a:xfrm>
        </p:grpSpPr>
        <p:sp>
          <p:nvSpPr>
            <p:cNvPr id="18" name="Oval 17"/>
            <p:cNvSpPr/>
            <p:nvPr/>
          </p:nvSpPr>
          <p:spPr>
            <a:xfrm>
              <a:off x="6952298" y="1495425"/>
              <a:ext cx="323850" cy="323850"/>
            </a:xfrm>
            <a:prstGeom prst="ellipse">
              <a:avLst/>
            </a:prstGeom>
            <a:solidFill>
              <a:srgbClr val="084878"/>
            </a:solidFill>
            <a:ln>
              <a:noFill/>
            </a:ln>
            <a:effectLst/>
          </p:spPr>
          <p:txBody>
            <a:bodyPr rtlCol="0" anchor="ctr"/>
            <a:lstStyle/>
            <a:p>
              <a:pPr algn="ctr"/>
            </a:p>
          </p:txBody>
        </p:sp>
        <p:pic>
          <p:nvPicPr>
            <p:cNvPr id="19" name="Picture 18" descr="calendar-x__FFFFFF.png"/>
            <p:cNvPicPr>
              <a:picLocks noChangeAspect="1"/>
            </p:cNvPicPr>
            <p:nvPr/>
          </p:nvPicPr>
          <p:blipFill>
            <a:blip r:embed="rId5"/>
            <a:stretch>
              <a:fillRect/>
            </a:stretch>
          </p:blipFill>
          <p:spPr>
            <a:xfrm>
              <a:off x="7030021" y="1573149"/>
              <a:ext cx="168402" cy="168402"/>
            </a:xfrm>
            <a:prstGeom prst="rect">
              <a:avLst/>
            </a:prstGeom>
          </p:spPr>
        </p:pic>
      </p:grpSp>
      <p:sp>
        <p:nvSpPr>
          <p:cNvPr id="20" name="TextBox 19"/>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Januar 2024</a:t>
            </a:r>
          </a:p>
        </p:txBody>
      </p:sp>
      <p:sp>
        <p:nvSpPr>
          <p:cNvPr id="21" name="TextBox 20"/>
          <p:cNvSpPr txBox="1"/>
          <p:nvPr/>
        </p:nvSpPr>
        <p:spPr>
          <a:xfrm>
            <a:off x="7409498" y="17240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Echter Kaltstart: keine Historie. Die Werte bleiben leer und werden im Fold aufgefüllt.</a:t>
            </a:r>
          </a:p>
        </p:txBody>
      </p:sp>
      <p:sp>
        <p:nvSpPr>
          <p:cNvPr id="22" name="Rounded Rectangle 21"/>
          <p:cNvSpPr/>
          <p:nvPr/>
        </p:nvSpPr>
        <p:spPr>
          <a:xfrm>
            <a:off x="6790372" y="2371725"/>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23" name="Scheibe calendar-days"/>
          <p:cNvGrpSpPr/>
          <p:nvPr/>
        </p:nvGrpSpPr>
        <p:grpSpPr>
          <a:xfrm>
            <a:off x="6952298" y="2505075"/>
            <a:ext cx="323850" cy="323850"/>
            <a:chOff x="6952298" y="2505075"/>
            <a:chExt cx="323850" cy="323850"/>
          </a:xfrm>
        </p:grpSpPr>
        <p:sp>
          <p:nvSpPr>
            <p:cNvPr id="24" name="Oval 23"/>
            <p:cNvSpPr/>
            <p:nvPr/>
          </p:nvSpPr>
          <p:spPr>
            <a:xfrm>
              <a:off x="6952298" y="2505075"/>
              <a:ext cx="323850" cy="323850"/>
            </a:xfrm>
            <a:prstGeom prst="ellipse">
              <a:avLst/>
            </a:prstGeom>
            <a:solidFill>
              <a:srgbClr val="084878"/>
            </a:solidFill>
            <a:ln>
              <a:noFill/>
            </a:ln>
            <a:effectLst/>
          </p:spPr>
          <p:txBody>
            <a:bodyPr rtlCol="0" anchor="ctr"/>
            <a:lstStyle/>
            <a:p>
              <a:pPr algn="ctr"/>
            </a:p>
          </p:txBody>
        </p:sp>
        <p:pic>
          <p:nvPicPr>
            <p:cNvPr id="25" name="Picture 24" descr="calendar-days__FFFFFF.png"/>
            <p:cNvPicPr>
              <a:picLocks noChangeAspect="1"/>
            </p:cNvPicPr>
            <p:nvPr/>
          </p:nvPicPr>
          <p:blipFill>
            <a:blip r:embed="rId6"/>
            <a:stretch>
              <a:fillRect/>
            </a:stretch>
          </p:blipFill>
          <p:spPr>
            <a:xfrm>
              <a:off x="7030021" y="2582799"/>
              <a:ext cx="168402" cy="168402"/>
            </a:xfrm>
            <a:prstGeom prst="rect">
              <a:avLst/>
            </a:prstGeom>
          </p:spPr>
        </p:pic>
      </p:grpSp>
      <p:sp>
        <p:nvSpPr>
          <p:cNvPr id="26" name="TextBox 25"/>
          <p:cNvSpPr txBox="1"/>
          <p:nvPr/>
        </p:nvSpPr>
        <p:spPr>
          <a:xfrm>
            <a:off x="7409498" y="25146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Februar und März</a:t>
            </a:r>
          </a:p>
        </p:txBody>
      </p:sp>
      <p:sp>
        <p:nvSpPr>
          <p:cNvPr id="27" name="TextBox 26"/>
          <p:cNvSpPr txBox="1"/>
          <p:nvPr/>
        </p:nvSpPr>
        <p:spPr>
          <a:xfrm>
            <a:off x="7409498" y="2733675"/>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Nutzen die verfügbare Historie (1 bzw. 2 Monate).</a:t>
            </a:r>
          </a:p>
        </p:txBody>
      </p:sp>
      <p:sp>
        <p:nvSpPr>
          <p:cNvPr id="28" name="Rounded Rectangle 27"/>
          <p:cNvSpPr/>
          <p:nvPr/>
        </p:nvSpPr>
        <p:spPr>
          <a:xfrm>
            <a:off x="6790372" y="3181350"/>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9" name="Scheibe calendar-range"/>
          <p:cNvGrpSpPr/>
          <p:nvPr/>
        </p:nvGrpSpPr>
        <p:grpSpPr>
          <a:xfrm>
            <a:off x="6952298" y="3314700"/>
            <a:ext cx="323850" cy="323850"/>
            <a:chOff x="6952298" y="3314700"/>
            <a:chExt cx="323850" cy="323850"/>
          </a:xfrm>
        </p:grpSpPr>
        <p:sp>
          <p:nvSpPr>
            <p:cNvPr id="30" name="Oval 29"/>
            <p:cNvSpPr/>
            <p:nvPr/>
          </p:nvSpPr>
          <p:spPr>
            <a:xfrm>
              <a:off x="6952298" y="3314700"/>
              <a:ext cx="323850" cy="323850"/>
            </a:xfrm>
            <a:prstGeom prst="ellipse">
              <a:avLst/>
            </a:prstGeom>
            <a:solidFill>
              <a:srgbClr val="084878"/>
            </a:solidFill>
            <a:ln>
              <a:noFill/>
            </a:ln>
            <a:effectLst/>
          </p:spPr>
          <p:txBody>
            <a:bodyPr rtlCol="0" anchor="ctr"/>
            <a:lstStyle/>
            <a:p>
              <a:pPr algn="ctr"/>
            </a:p>
          </p:txBody>
        </p:sp>
        <p:pic>
          <p:nvPicPr>
            <p:cNvPr id="31" name="Picture 30" descr="calendar-range__FFFFFF.png"/>
            <p:cNvPicPr>
              <a:picLocks noChangeAspect="1"/>
            </p:cNvPicPr>
            <p:nvPr/>
          </p:nvPicPr>
          <p:blipFill>
            <a:blip r:embed="rId7"/>
            <a:stretch>
              <a:fillRect/>
            </a:stretch>
          </p:blipFill>
          <p:spPr>
            <a:xfrm>
              <a:off x="7030021" y="3392424"/>
              <a:ext cx="168402" cy="168402"/>
            </a:xfrm>
            <a:prstGeom prst="rect">
              <a:avLst/>
            </a:prstGeom>
          </p:spPr>
        </p:pic>
      </p:grpSp>
      <p:sp>
        <p:nvSpPr>
          <p:cNvPr id="32" name="TextBox 31"/>
          <p:cNvSpPr txBox="1"/>
          <p:nvPr/>
        </p:nvSpPr>
        <p:spPr>
          <a:xfrm>
            <a:off x="7409498" y="3324225"/>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Ab April</a:t>
            </a:r>
          </a:p>
        </p:txBody>
      </p:sp>
      <p:sp>
        <p:nvSpPr>
          <p:cNvPr id="33" name="TextBox 32"/>
          <p:cNvSpPr txBox="1"/>
          <p:nvPr/>
        </p:nvSpPr>
        <p:spPr>
          <a:xfrm>
            <a:off x="7409498" y="3543300"/>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Mittel aus bis zu drei gültigen, abgeschlossenen Vormonaten (Umsetzung mit shift(1)).</a:t>
            </a:r>
          </a:p>
        </p:txBody>
      </p:sp>
      <p:sp>
        <p:nvSpPr>
          <p:cNvPr id="34" name="TextBox 33"/>
          <p:cNvSpPr txBox="1"/>
          <p:nvPr/>
        </p:nvSpPr>
        <p:spPr>
          <a:xfrm>
            <a:off x="6790372" y="4191000"/>
            <a:ext cx="4715828" cy="400050"/>
          </a:xfrm>
          <a:prstGeom prst="rect">
            <a:avLst/>
          </a:prstGeom>
          <a:noFill/>
        </p:spPr>
        <p:txBody>
          <a:bodyPr wrap="square" lIns="0" rIns="0" tIns="0" bIns="0" anchor="t">
            <a:noAutofit/>
          </a:bodyPr>
          <a:lstStyle/>
          <a:p>
            <a:pPr algn="l">
              <a:lnSpc>
                <a:spcPts val="1575"/>
              </a:lnSpc>
            </a:pPr>
            <a:r>
              <a:rPr sz="1125" b="0" i="0" lang="de-DE">
                <a:solidFill>
                  <a:srgbClr val="657383"/>
                </a:solidFill>
                <a:latin typeface="IBM Plex Sans"/>
              </a:rPr>
              <a:t>So bleiben 1.453 Drei-Monats-Werte erhalten; nur 700 Januar-Kaltstarts sind leer.</a:t>
            </a:r>
          </a:p>
        </p:txBody>
      </p:sp>
      <p:cxnSp>
        <p:nvCxnSpPr>
          <p:cNvPr id="35"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6" name="Logo" descr="image.png"/>
          <p:cNvPicPr>
            <a:picLocks noChangeAspect="1"/>
          </p:cNvPicPr>
          <p:nvPr/>
        </p:nvPicPr>
        <p:blipFill>
          <a:blip r:embed="rId8"/>
          <a:stretch>
            <a:fillRect/>
          </a:stretch>
        </p:blipFill>
        <p:spPr>
          <a:xfrm>
            <a:off x="685800" y="6400800"/>
            <a:ext cx="715863" cy="247650"/>
          </a:xfrm>
          <a:prstGeom prst="rect">
            <a:avLst/>
          </a:prstGeom>
        </p:spPr>
      </p:pic>
      <p:sp>
        <p:nvSpPr>
          <p:cNvPr id="37" name="TextBox 36"/>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8" name="Connector 37"/>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9" name="Scheibe sliders-horizontal"/>
          <p:cNvGrpSpPr/>
          <p:nvPr/>
        </p:nvGrpSpPr>
        <p:grpSpPr>
          <a:xfrm>
            <a:off x="4516755" y="6419850"/>
            <a:ext cx="209550" cy="209550"/>
            <a:chOff x="4516755" y="6419850"/>
            <a:chExt cx="209550" cy="209550"/>
          </a:xfrm>
        </p:grpSpPr>
        <p:sp>
          <p:nvSpPr>
            <p:cNvPr id="40" name="Oval 39"/>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41" name="Picture 40" descr="sliders-horizontal__FFFFFF.png"/>
            <p:cNvPicPr>
              <a:picLocks noChangeAspect="1"/>
            </p:cNvPicPr>
            <p:nvPr/>
          </p:nvPicPr>
          <p:blipFill>
            <a:blip r:embed="rId9"/>
            <a:stretch>
              <a:fillRect/>
            </a:stretch>
          </p:blipFill>
          <p:spPr>
            <a:xfrm>
              <a:off x="4567047" y="6470142"/>
              <a:ext cx="108966" cy="108966"/>
            </a:xfrm>
            <a:prstGeom prst="rect">
              <a:avLst/>
            </a:prstGeom>
          </p:spPr>
        </p:pic>
      </p:grpSp>
      <p:sp>
        <p:nvSpPr>
          <p:cNvPr id="42" name="TextBox 41"/>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43" name="TextBox 42"/>
          <p:cNvSpPr txBox="1"/>
          <p:nvPr/>
        </p:nvSpPr>
        <p:spPr>
          <a:xfrm>
            <a:off x="5000625" y="6438900"/>
            <a:ext cx="69265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sp>
        <p:nvSpPr>
          <p:cNvPr id="44" name="TextBox 43"/>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45"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6CC0D2"/>
            </a:solidFill>
            <a:ln>
              <a:noFill/>
            </a:ln>
            <a:effectLst/>
          </p:spPr>
          <p:txBody>
            <a:bodyPr rtlCol="0" anchor="ctr"/>
            <a:lstStyle/>
            <a:p>
              <a:pPr algn="ctr"/>
            </a:p>
          </p:txBody>
        </p:sp>
        <p:pic>
          <p:nvPicPr>
            <p:cNvPr id="4" name="Picture 3" descr="shield-check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Was können wir belastbar sagen, und was nicht?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Was wir belastbar sagen können und was noch Daten braucht</a:t>
            </a:r>
          </a:p>
        </p:txBody>
      </p:sp>
      <p:sp>
        <p:nvSpPr>
          <p:cNvPr id="7" name="Rounded Rectangle 6"/>
          <p:cNvSpPr/>
          <p:nvPr/>
        </p:nvSpPr>
        <p:spPr>
          <a:xfrm>
            <a:off x="685800" y="1362075"/>
            <a:ext cx="2590800" cy="3918585"/>
          </a:xfrm>
          <a:prstGeom prst="roundRect">
            <a:avLst>
              <a:gd name="adj" fmla="val 3676"/>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8" name="Scheibe badge-check"/>
          <p:cNvGrpSpPr/>
          <p:nvPr/>
        </p:nvGrpSpPr>
        <p:grpSpPr>
          <a:xfrm>
            <a:off x="866775" y="1543050"/>
            <a:ext cx="304800" cy="304800"/>
            <a:chOff x="866775" y="1543050"/>
            <a:chExt cx="304800" cy="304800"/>
          </a:xfrm>
        </p:grpSpPr>
        <p:sp>
          <p:nvSpPr>
            <p:cNvPr id="9" name="Oval 8"/>
            <p:cNvSpPr/>
            <p:nvPr/>
          </p:nvSpPr>
          <p:spPr>
            <a:xfrm>
              <a:off x="866775" y="1543050"/>
              <a:ext cx="304800" cy="304800"/>
            </a:xfrm>
            <a:prstGeom prst="ellipse">
              <a:avLst/>
            </a:prstGeom>
            <a:solidFill>
              <a:srgbClr val="6CC0D2"/>
            </a:solidFill>
            <a:ln>
              <a:noFill/>
            </a:ln>
            <a:effectLst/>
          </p:spPr>
          <p:txBody>
            <a:bodyPr rtlCol="0" anchor="ctr"/>
            <a:lstStyle/>
            <a:p>
              <a:pPr algn="ctr"/>
            </a:p>
          </p:txBody>
        </p:sp>
        <p:pic>
          <p:nvPicPr>
            <p:cNvPr id="10" name="Picture 9" descr="badge-check__04263F.png"/>
            <p:cNvPicPr>
              <a:picLocks noChangeAspect="1"/>
            </p:cNvPicPr>
            <p:nvPr/>
          </p:nvPicPr>
          <p:blipFill>
            <a:blip r:embed="rId4"/>
            <a:stretch>
              <a:fillRect/>
            </a:stretch>
          </p:blipFill>
          <p:spPr>
            <a:xfrm>
              <a:off x="939927" y="1616202"/>
              <a:ext cx="158496" cy="158496"/>
            </a:xfrm>
            <a:prstGeom prst="rect">
              <a:avLst/>
            </a:prstGeom>
          </p:spPr>
        </p:pic>
      </p:grpSp>
      <p:sp>
        <p:nvSpPr>
          <p:cNvPr id="11" name="TextBox 10"/>
          <p:cNvSpPr txBox="1"/>
          <p:nvPr/>
        </p:nvSpPr>
        <p:spPr>
          <a:xfrm>
            <a:off x="866775" y="1981200"/>
            <a:ext cx="222885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Belegt</a:t>
            </a:r>
          </a:p>
        </p:txBody>
      </p:sp>
      <p:sp>
        <p:nvSpPr>
          <p:cNvPr id="12" name="TextBox 11"/>
          <p:cNvSpPr txBox="1"/>
          <p:nvPr/>
        </p:nvSpPr>
        <p:spPr>
          <a:xfrm>
            <a:off x="866775" y="2219325"/>
            <a:ext cx="2286000" cy="452438"/>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Prognose schlägt einfache Regeln</a:t>
            </a:r>
          </a:p>
        </p:txBody>
      </p:sp>
      <p:sp>
        <p:nvSpPr>
          <p:cNvPr id="13" name="TextBox 12"/>
          <p:cNvSpPr txBox="1"/>
          <p:nvPr/>
        </p:nvSpPr>
        <p:spPr>
          <a:xfrm>
            <a:off x="866775" y="2824162"/>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RMSE 9.188 kWh, MAE 3.725 kWh</a:t>
            </a:r>
          </a:p>
          <a:p>
            <a:pPr algn="l" marL="171450" indent="-171450">
              <a:lnSpc>
                <a:spcPts val="1631"/>
              </a:lnSpc>
              <a:spcBef>
                <a:spcPts val="300"/>
              </a:spcBef>
              <a:buChar char="•"/>
            </a:pPr>
            <a:r>
              <a:rPr sz="1125" b="0" i="0" lang="de-DE">
                <a:solidFill>
                  <a:srgbClr val="BBD7EA"/>
                </a:solidFill>
                <a:latin typeface="IBM Plex Sans"/>
              </a:rPr>
              <a:t>−15,9 % gegenüber Ø bis zu 3 Vormonate</a:t>
            </a:r>
          </a:p>
          <a:p>
            <a:pPr algn="l" marL="171450" indent="-171450">
              <a:lnSpc>
                <a:spcPts val="1631"/>
              </a:lnSpc>
              <a:spcBef>
                <a:spcPts val="300"/>
              </a:spcBef>
              <a:buChar char="•"/>
            </a:pPr>
            <a:r>
              <a:rPr sz="1125" b="0" i="0" lang="de-DE">
                <a:solidFill>
                  <a:srgbClr val="BBD7EA"/>
                </a:solidFill>
                <a:latin typeface="IBM Plex Sans"/>
              </a:rPr>
              <a:t>Kein klares Overfitting-Signal</a:t>
            </a:r>
          </a:p>
        </p:txBody>
      </p:sp>
      <p:sp>
        <p:nvSpPr>
          <p:cNvPr id="14" name="Rounded Rectangle 13"/>
          <p:cNvSpPr/>
          <p:nvPr/>
        </p:nvSpPr>
        <p:spPr>
          <a:xfrm>
            <a:off x="3429000" y="1362075"/>
            <a:ext cx="2590800" cy="3918585"/>
          </a:xfrm>
          <a:prstGeom prst="roundRect">
            <a:avLst>
              <a:gd name="adj" fmla="val 3676"/>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15" name="Scheibe scale"/>
          <p:cNvGrpSpPr/>
          <p:nvPr/>
        </p:nvGrpSpPr>
        <p:grpSpPr>
          <a:xfrm>
            <a:off x="3609975" y="1543050"/>
            <a:ext cx="304800" cy="304800"/>
            <a:chOff x="3609975" y="1543050"/>
            <a:chExt cx="304800" cy="304800"/>
          </a:xfrm>
        </p:grpSpPr>
        <p:sp>
          <p:nvSpPr>
            <p:cNvPr id="16" name="Oval 15"/>
            <p:cNvSpPr/>
            <p:nvPr/>
          </p:nvSpPr>
          <p:spPr>
            <a:xfrm>
              <a:off x="3609975" y="1543050"/>
              <a:ext cx="304800" cy="304800"/>
            </a:xfrm>
            <a:prstGeom prst="ellipse">
              <a:avLst/>
            </a:prstGeom>
            <a:solidFill>
              <a:srgbClr val="6CC0D2"/>
            </a:solidFill>
            <a:ln>
              <a:noFill/>
            </a:ln>
            <a:effectLst/>
          </p:spPr>
          <p:txBody>
            <a:bodyPr rtlCol="0" anchor="ctr"/>
            <a:lstStyle/>
            <a:p>
              <a:pPr algn="ctr"/>
            </a:p>
          </p:txBody>
        </p:sp>
        <p:pic>
          <p:nvPicPr>
            <p:cNvPr id="17" name="Picture 16" descr="scale__04263F.png"/>
            <p:cNvPicPr>
              <a:picLocks noChangeAspect="1"/>
            </p:cNvPicPr>
            <p:nvPr/>
          </p:nvPicPr>
          <p:blipFill>
            <a:blip r:embed="rId5"/>
            <a:stretch>
              <a:fillRect/>
            </a:stretch>
          </p:blipFill>
          <p:spPr>
            <a:xfrm>
              <a:off x="3683127" y="1616202"/>
              <a:ext cx="158496" cy="158496"/>
            </a:xfrm>
            <a:prstGeom prst="rect">
              <a:avLst/>
            </a:prstGeom>
          </p:spPr>
        </p:pic>
      </p:grpSp>
      <p:sp>
        <p:nvSpPr>
          <p:cNvPr id="18" name="TextBox 17"/>
          <p:cNvSpPr txBox="1"/>
          <p:nvPr/>
        </p:nvSpPr>
        <p:spPr>
          <a:xfrm>
            <a:off x="3609975" y="1981200"/>
            <a:ext cx="222885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Entscheidung</a:t>
            </a:r>
          </a:p>
        </p:txBody>
      </p:sp>
      <p:sp>
        <p:nvSpPr>
          <p:cNvPr id="19" name="TextBox 18"/>
          <p:cNvSpPr txBox="1"/>
          <p:nvPr/>
        </p:nvSpPr>
        <p:spPr>
          <a:xfrm>
            <a:off x="3609975" y="2219325"/>
            <a:ext cx="2286000" cy="226219"/>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q99 ist eine Pilotannahme</a:t>
            </a:r>
          </a:p>
        </p:txBody>
      </p:sp>
      <p:sp>
        <p:nvSpPr>
          <p:cNvPr id="20" name="TextBox 19"/>
          <p:cNvSpPr txBox="1"/>
          <p:nvPr/>
        </p:nvSpPr>
        <p:spPr>
          <a:xfrm>
            <a:off x="3609975" y="2597944"/>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9,5 Hinweise pro Monat, 114 im Jahr 2025</a:t>
            </a:r>
          </a:p>
          <a:p>
            <a:pPr algn="l" marL="171450" indent="-171450">
              <a:lnSpc>
                <a:spcPts val="1631"/>
              </a:lnSpc>
              <a:spcBef>
                <a:spcPts val="300"/>
              </a:spcBef>
              <a:buChar char="•"/>
            </a:pPr>
            <a:r>
              <a:rPr sz="1125" b="0" i="0" lang="de-DE">
                <a:solidFill>
                  <a:srgbClr val="BBD7EA"/>
                </a:solidFill>
                <a:latin typeface="IBM Plex Sans"/>
              </a:rPr>
              <a:t>Per Regler verschiebbar, ohne Retraining</a:t>
            </a:r>
          </a:p>
          <a:p>
            <a:pPr algn="l" marL="171450" indent="-171450">
              <a:lnSpc>
                <a:spcPts val="1631"/>
              </a:lnSpc>
              <a:spcBef>
                <a:spcPts val="300"/>
              </a:spcBef>
              <a:buChar char="•"/>
            </a:pPr>
            <a:r>
              <a:rPr sz="1125" b="0" i="0" lang="de-DE">
                <a:solidFill>
                  <a:srgbClr val="BBD7EA"/>
                </a:solidFill>
                <a:latin typeface="IBM Plex Sans"/>
              </a:rPr>
              <a:t>Fachbereich legt die Kapazität fest</a:t>
            </a:r>
          </a:p>
        </p:txBody>
      </p:sp>
      <p:sp>
        <p:nvSpPr>
          <p:cNvPr id="21" name="Rounded Rectangle 20"/>
          <p:cNvSpPr/>
          <p:nvPr/>
        </p:nvSpPr>
        <p:spPr>
          <a:xfrm>
            <a:off x="6172200" y="1362075"/>
            <a:ext cx="2590800" cy="3918585"/>
          </a:xfrm>
          <a:prstGeom prst="roundRect">
            <a:avLst>
              <a:gd name="adj" fmla="val 3676"/>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22" name="Scheibe circle-help"/>
          <p:cNvGrpSpPr/>
          <p:nvPr/>
        </p:nvGrpSpPr>
        <p:grpSpPr>
          <a:xfrm>
            <a:off x="6353175" y="1543050"/>
            <a:ext cx="304800" cy="304800"/>
            <a:chOff x="6353175" y="1543050"/>
            <a:chExt cx="304800" cy="304800"/>
          </a:xfrm>
        </p:grpSpPr>
        <p:sp>
          <p:nvSpPr>
            <p:cNvPr id="23" name="Oval 22"/>
            <p:cNvSpPr/>
            <p:nvPr/>
          </p:nvSpPr>
          <p:spPr>
            <a:xfrm>
              <a:off x="6353175" y="1543050"/>
              <a:ext cx="304800" cy="304800"/>
            </a:xfrm>
            <a:prstGeom prst="ellipse">
              <a:avLst/>
            </a:prstGeom>
            <a:solidFill>
              <a:srgbClr val="6CC0D2"/>
            </a:solidFill>
            <a:ln>
              <a:noFill/>
            </a:ln>
            <a:effectLst/>
          </p:spPr>
          <p:txBody>
            <a:bodyPr rtlCol="0" anchor="ctr"/>
            <a:lstStyle/>
            <a:p>
              <a:pPr algn="ctr"/>
            </a:p>
          </p:txBody>
        </p:sp>
        <p:pic>
          <p:nvPicPr>
            <p:cNvPr id="24" name="Picture 23" descr="circle-help__04263F.png"/>
            <p:cNvPicPr>
              <a:picLocks noChangeAspect="1"/>
            </p:cNvPicPr>
            <p:nvPr/>
          </p:nvPicPr>
          <p:blipFill>
            <a:blip r:embed="rId6"/>
            <a:stretch>
              <a:fillRect/>
            </a:stretch>
          </p:blipFill>
          <p:spPr>
            <a:xfrm>
              <a:off x="6426327" y="1616202"/>
              <a:ext cx="158496" cy="158496"/>
            </a:xfrm>
            <a:prstGeom prst="rect">
              <a:avLst/>
            </a:prstGeom>
          </p:spPr>
        </p:pic>
      </p:grpSp>
      <p:sp>
        <p:nvSpPr>
          <p:cNvPr id="25" name="TextBox 24"/>
          <p:cNvSpPr txBox="1"/>
          <p:nvPr/>
        </p:nvSpPr>
        <p:spPr>
          <a:xfrm>
            <a:off x="6353175" y="1981200"/>
            <a:ext cx="222885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Offen</a:t>
            </a:r>
          </a:p>
        </p:txBody>
      </p:sp>
      <p:sp>
        <p:nvSpPr>
          <p:cNvPr id="26" name="TextBox 25"/>
          <p:cNvSpPr txBox="1"/>
          <p:nvPr/>
        </p:nvSpPr>
        <p:spPr>
          <a:xfrm>
            <a:off x="6353175" y="2219325"/>
            <a:ext cx="2286000" cy="226219"/>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Keine Precision und Recall</a:t>
            </a:r>
          </a:p>
        </p:txBody>
      </p:sp>
      <p:sp>
        <p:nvSpPr>
          <p:cNvPr id="27" name="TextBox 26"/>
          <p:cNvSpPr txBox="1"/>
          <p:nvPr/>
        </p:nvSpPr>
        <p:spPr>
          <a:xfrm>
            <a:off x="6353175" y="2597944"/>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Prüfhinweis ≠ bestätigte Anomalie</a:t>
            </a:r>
          </a:p>
          <a:p>
            <a:pPr algn="l" marL="171450" indent="-171450">
              <a:lnSpc>
                <a:spcPts val="1631"/>
              </a:lnSpc>
              <a:spcBef>
                <a:spcPts val="300"/>
              </a:spcBef>
              <a:buChar char="•"/>
            </a:pPr>
            <a:r>
              <a:rPr sz="1125" b="0" i="0" lang="de-DE">
                <a:solidFill>
                  <a:srgbClr val="BBD7EA"/>
                </a:solidFill>
                <a:latin typeface="IBM Plex Sans"/>
              </a:rPr>
              <a:t>2025 ist retrospektiv, kein Blindtest</a:t>
            </a:r>
          </a:p>
          <a:p>
            <a:pPr algn="l" marL="171450" indent="-171450">
              <a:lnSpc>
                <a:spcPts val="1631"/>
              </a:lnSpc>
              <a:spcBef>
                <a:spcPts val="300"/>
              </a:spcBef>
              <a:buChar char="•"/>
            </a:pPr>
            <a:r>
              <a:rPr sz="1125" b="0" i="0" lang="de-DE">
                <a:solidFill>
                  <a:srgbClr val="BBD7EA"/>
                </a:solidFill>
                <a:latin typeface="IBM Plex Sans"/>
              </a:rPr>
              <a:t>Pilot mit Bewertungen und Stichprobe liefert die Evidenz</a:t>
            </a:r>
          </a:p>
        </p:txBody>
      </p:sp>
      <p:sp>
        <p:nvSpPr>
          <p:cNvPr id="28" name="Rounded Rectangle 27"/>
          <p:cNvSpPr/>
          <p:nvPr/>
        </p:nvSpPr>
        <p:spPr>
          <a:xfrm>
            <a:off x="8915400" y="1362075"/>
            <a:ext cx="2590800" cy="3918585"/>
          </a:xfrm>
          <a:prstGeom prst="roundRect">
            <a:avLst>
              <a:gd name="adj" fmla="val 3676"/>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29" name="Scheibe shield-check"/>
          <p:cNvGrpSpPr/>
          <p:nvPr/>
        </p:nvGrpSpPr>
        <p:grpSpPr>
          <a:xfrm>
            <a:off x="9096375" y="1543050"/>
            <a:ext cx="304800" cy="304800"/>
            <a:chOff x="9096375" y="1543050"/>
            <a:chExt cx="304800" cy="304800"/>
          </a:xfrm>
        </p:grpSpPr>
        <p:sp>
          <p:nvSpPr>
            <p:cNvPr id="30" name="Oval 29"/>
            <p:cNvSpPr/>
            <p:nvPr/>
          </p:nvSpPr>
          <p:spPr>
            <a:xfrm>
              <a:off x="9096375" y="1543050"/>
              <a:ext cx="304800" cy="304800"/>
            </a:xfrm>
            <a:prstGeom prst="ellipse">
              <a:avLst/>
            </a:prstGeom>
            <a:solidFill>
              <a:srgbClr val="6CC0D2"/>
            </a:solidFill>
            <a:ln>
              <a:noFill/>
            </a:ln>
            <a:effectLst/>
          </p:spPr>
          <p:txBody>
            <a:bodyPr rtlCol="0" anchor="ctr"/>
            <a:lstStyle/>
            <a:p>
              <a:pPr algn="ctr"/>
            </a:p>
          </p:txBody>
        </p:sp>
        <p:pic>
          <p:nvPicPr>
            <p:cNvPr id="31" name="Picture 30" descr="shield-check__04263F.png"/>
            <p:cNvPicPr>
              <a:picLocks noChangeAspect="1"/>
            </p:cNvPicPr>
            <p:nvPr/>
          </p:nvPicPr>
          <p:blipFill>
            <a:blip r:embed="rId3"/>
            <a:stretch>
              <a:fillRect/>
            </a:stretch>
          </p:blipFill>
          <p:spPr>
            <a:xfrm>
              <a:off x="9169527" y="1616202"/>
              <a:ext cx="158496" cy="158496"/>
            </a:xfrm>
            <a:prstGeom prst="rect">
              <a:avLst/>
            </a:prstGeom>
          </p:spPr>
        </p:pic>
      </p:grpSp>
      <p:sp>
        <p:nvSpPr>
          <p:cNvPr id="32" name="TextBox 31"/>
          <p:cNvSpPr txBox="1"/>
          <p:nvPr/>
        </p:nvSpPr>
        <p:spPr>
          <a:xfrm>
            <a:off x="9096375" y="1981200"/>
            <a:ext cx="2228850" cy="161925"/>
          </a:xfrm>
          <a:prstGeom prst="rect">
            <a:avLst/>
          </a:prstGeom>
          <a:noFill/>
        </p:spPr>
        <p:txBody>
          <a:bodyPr wrap="none" lIns="0" rIns="0" tIns="0" bIns="0" anchor="t">
            <a:noAutofit/>
          </a:bodyPr>
          <a:lstStyle/>
          <a:p>
            <a:pPr algn="l">
              <a:lnSpc>
                <a:spcPts val="1275"/>
              </a:lnSpc>
            </a:pPr>
            <a:r>
              <a:rPr sz="975" b="1" i="0" lang="de-DE" cap="all" spc="78">
                <a:solidFill>
                  <a:srgbClr val="6CC0D2"/>
                </a:solidFill>
                <a:latin typeface="IBM Plex Sans"/>
              </a:rPr>
              <a:t>Verantwortung</a:t>
            </a:r>
          </a:p>
        </p:txBody>
      </p:sp>
      <p:sp>
        <p:nvSpPr>
          <p:cNvPr id="33" name="TextBox 32"/>
          <p:cNvSpPr txBox="1"/>
          <p:nvPr/>
        </p:nvSpPr>
        <p:spPr>
          <a:xfrm>
            <a:off x="9096375" y="2219325"/>
            <a:ext cx="2286000" cy="226219"/>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Der Mensch entscheidet</a:t>
            </a:r>
          </a:p>
        </p:txBody>
      </p:sp>
      <p:sp>
        <p:nvSpPr>
          <p:cNvPr id="34" name="TextBox 33"/>
          <p:cNvSpPr txBox="1"/>
          <p:nvPr/>
        </p:nvSpPr>
        <p:spPr>
          <a:xfrm>
            <a:off x="9096375" y="2597944"/>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Kundentypen Gewerbe, Industrie, Kommunal</a:t>
            </a:r>
          </a:p>
          <a:p>
            <a:pPr algn="l" marL="171450" indent="-171450">
              <a:lnSpc>
                <a:spcPts val="1631"/>
              </a:lnSpc>
              <a:spcBef>
                <a:spcPts val="300"/>
              </a:spcBef>
              <a:buChar char="•"/>
            </a:pPr>
            <a:r>
              <a:rPr sz="1125" b="0" i="0" lang="de-DE">
                <a:solidFill>
                  <a:srgbClr val="BBD7EA"/>
                </a:solidFill>
                <a:latin typeface="IBM Plex Sans"/>
              </a:rPr>
              <a:t>Bewertungen im Prototyp nur lokal</a:t>
            </a:r>
          </a:p>
          <a:p>
            <a:pPr algn="l" marL="171450" indent="-171450">
              <a:lnSpc>
                <a:spcPts val="1631"/>
              </a:lnSpc>
              <a:spcBef>
                <a:spcPts val="300"/>
              </a:spcBef>
              <a:buChar char="•"/>
            </a:pPr>
            <a:r>
              <a:rPr sz="1125" b="0" i="0" lang="de-DE">
                <a:solidFill>
                  <a:srgbClr val="BBD7EA"/>
                </a:solidFill>
                <a:latin typeface="IBM Plex Sans"/>
              </a:rPr>
              <a:t>Hinweisquote je Kundentyp im Pilot beobachten</a:t>
            </a:r>
          </a:p>
        </p:txBody>
      </p:sp>
      <p:sp>
        <p:nvSpPr>
          <p:cNvPr id="35" name="Rounded Rectangle 34"/>
          <p:cNvSpPr/>
          <p:nvPr/>
        </p:nvSpPr>
        <p:spPr>
          <a:xfrm>
            <a:off x="685800" y="5394960"/>
            <a:ext cx="10820400" cy="691515"/>
          </a:xfrm>
          <a:prstGeom prst="roundRect">
            <a:avLst>
              <a:gd name="adj" fmla="val 13774"/>
            </a:avLst>
          </a:prstGeom>
          <a:solidFill>
            <a:srgbClr val="FFFFFF">
              <a:alpha val="7000"/>
            </a:srgbClr>
          </a:solidFill>
          <a:ln w="9525">
            <a:solidFill>
              <a:srgbClr val="FFFFFF">
                <a:alpha val="16000"/>
              </a:srgbClr>
            </a:solidFill>
          </a:ln>
          <a:effectLst/>
        </p:spPr>
        <p:txBody>
          <a:bodyPr rtlCol="0" anchor="ctr"/>
          <a:lstStyle/>
          <a:p>
            <a:pPr algn="ctr"/>
          </a:p>
        </p:txBody>
      </p:sp>
      <p:grpSp>
        <p:nvGrpSpPr>
          <p:cNvPr id="36" name="Scheibe lightbulb"/>
          <p:cNvGrpSpPr/>
          <p:nvPr/>
        </p:nvGrpSpPr>
        <p:grpSpPr>
          <a:xfrm>
            <a:off x="809625" y="5597842"/>
            <a:ext cx="285750" cy="285750"/>
            <a:chOff x="809625" y="5597842"/>
            <a:chExt cx="285750" cy="285750"/>
          </a:xfrm>
        </p:grpSpPr>
        <p:sp>
          <p:nvSpPr>
            <p:cNvPr id="37" name="Oval 36"/>
            <p:cNvSpPr/>
            <p:nvPr/>
          </p:nvSpPr>
          <p:spPr>
            <a:xfrm>
              <a:off x="809625" y="5597842"/>
              <a:ext cx="285750" cy="285750"/>
            </a:xfrm>
            <a:prstGeom prst="ellipse">
              <a:avLst/>
            </a:prstGeom>
            <a:solidFill>
              <a:srgbClr val="C77E11"/>
            </a:solidFill>
            <a:ln>
              <a:noFill/>
            </a:ln>
            <a:effectLst/>
          </p:spPr>
          <p:txBody>
            <a:bodyPr rtlCol="0" anchor="ctr"/>
            <a:lstStyle/>
            <a:p>
              <a:pPr algn="ctr"/>
            </a:p>
          </p:txBody>
        </p:sp>
        <p:pic>
          <p:nvPicPr>
            <p:cNvPr id="38" name="Picture 37" descr="lightbulb__04263F.png"/>
            <p:cNvPicPr>
              <a:picLocks noChangeAspect="1"/>
            </p:cNvPicPr>
            <p:nvPr/>
          </p:nvPicPr>
          <p:blipFill>
            <a:blip r:embed="rId7"/>
            <a:stretch>
              <a:fillRect/>
            </a:stretch>
          </p:blipFill>
          <p:spPr>
            <a:xfrm>
              <a:off x="878205" y="5666422"/>
              <a:ext cx="148590" cy="148590"/>
            </a:xfrm>
            <a:prstGeom prst="rect">
              <a:avLst/>
            </a:prstGeom>
          </p:spPr>
        </p:pic>
      </p:grpSp>
      <p:sp>
        <p:nvSpPr>
          <p:cNvPr id="39" name="Merksatz"/>
          <p:cNvSpPr txBox="1"/>
          <p:nvPr/>
        </p:nvSpPr>
        <p:spPr>
          <a:xfrm>
            <a:off x="1228725" y="5394960"/>
            <a:ext cx="10086975" cy="691515"/>
          </a:xfrm>
          <a:prstGeom prst="rect">
            <a:avLst/>
          </a:prstGeom>
          <a:noFill/>
        </p:spPr>
        <p:txBody>
          <a:bodyPr wrap="square" lIns="0" rIns="0" tIns="0" bIns="0" anchor="ctr">
            <a:noAutofit/>
          </a:bodyPr>
          <a:lstStyle/>
          <a:p>
            <a:pPr algn="l">
              <a:lnSpc>
                <a:spcPts val="1822"/>
              </a:lnSpc>
            </a:pPr>
            <a:r>
              <a:rPr sz="1350" b="0" i="0" lang="de-DE">
                <a:solidFill>
                  <a:srgbClr val="FFFFFF"/>
                </a:solidFill>
                <a:latin typeface="IBM Plex Sans"/>
              </a:rPr>
              <a:t>Verfügbarkeit: Die Heizgradtage stehen vereinfachend für die Wetterprognose. Im Betrieb Prognose- und Planversionen zum Stichtag speichern.</a:t>
            </a:r>
          </a:p>
        </p:txBody>
      </p:sp>
      <p:cxnSp>
        <p:nvCxnSpPr>
          <p:cNvPr id="40" name="Fußlinie"/>
          <p:cNvCxnSpPr/>
          <p:nvPr/>
        </p:nvCxnSpPr>
        <p:spPr>
          <a:xfrm>
            <a:off x="0" y="6219825"/>
            <a:ext cx="12192000" cy="0"/>
          </a:xfrm>
          <a:prstGeom prst="line">
            <a:avLst/>
          </a:prstGeom>
          <a:ln w="9525">
            <a:solidFill>
              <a:srgbClr val="FFFFFF">
                <a:alpha val="16000"/>
              </a:srgbClr>
            </a:solidFill>
          </a:ln>
        </p:spPr>
        <p:style>
          <a:lnRef idx="2">
            <a:schemeClr val="accent1"/>
          </a:lnRef>
          <a:fillRef idx="0">
            <a:schemeClr val="accent1"/>
          </a:fillRef>
          <a:effectRef idx="1">
            <a:schemeClr val="accent1"/>
          </a:effectRef>
          <a:fontRef idx="minor">
            <a:schemeClr val="tx1"/>
          </a:fontRef>
        </p:style>
      </p:cxnSp>
      <p:sp>
        <p:nvSpPr>
          <p:cNvPr id="41"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42" name="Logo" descr="image.png"/>
          <p:cNvPicPr>
            <a:picLocks noChangeAspect="1"/>
          </p:cNvPicPr>
          <p:nvPr/>
        </p:nvPicPr>
        <p:blipFill>
          <a:blip r:embed="rId8"/>
          <a:stretch>
            <a:fillRect/>
          </a:stretch>
        </p:blipFill>
        <p:spPr>
          <a:xfrm>
            <a:off x="742950" y="6438900"/>
            <a:ext cx="495598" cy="171450"/>
          </a:xfrm>
          <a:prstGeom prst="rect">
            <a:avLst/>
          </a:prstGeom>
        </p:spPr>
      </p:pic>
      <p:sp>
        <p:nvSpPr>
          <p:cNvPr id="43" name="TextBox 42"/>
          <p:cNvSpPr txBox="1"/>
          <p:nvPr/>
        </p:nvSpPr>
        <p:spPr>
          <a:xfrm>
            <a:off x="1447800" y="6429375"/>
            <a:ext cx="262890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sp>
        <p:nvSpPr>
          <p:cNvPr id="44" name="TextBox 43"/>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45"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B5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clipboard-list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666750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Was kostet der Betrieb, solange Euro fehlen?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Prüfaufwand statt ROI: belegte Mengen, keine erfundenen Euro</a:t>
            </a:r>
          </a:p>
        </p:txBody>
      </p:sp>
      <p:sp>
        <p:nvSpPr>
          <p:cNvPr id="7" name="Rounded Rectangle 6"/>
          <p:cNvSpPr/>
          <p:nvPr/>
        </p:nvSpPr>
        <p:spPr>
          <a:xfrm>
            <a:off x="685800" y="1362075"/>
            <a:ext cx="5895022" cy="3727132"/>
          </a:xfrm>
          <a:prstGeom prst="roundRect">
            <a:avLst>
              <a:gd name="adj" fmla="val 2555"/>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85825" y="1524000"/>
            <a:ext cx="38100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Prüfhinweise je Monat 2025 </a:t>
            </a:r>
            <a:r>
              <a:rPr sz="1200" b="0" i="0" lang="de-DE">
                <a:solidFill>
                  <a:srgbClr val="657383"/>
                </a:solidFill>
                <a:latin typeface="IBM Plex Sans"/>
              </a:rPr>
              <a:t>(q99)</a:t>
            </a:r>
          </a:p>
        </p:txBody>
      </p:sp>
      <p:graphicFrame>
        <p:nvGraphicFramePr>
          <p:cNvPr id="9" name="Diagramm Prüfhinweise je Monat"/>
          <p:cNvGraphicFramePr>
            <a:graphicFrameLocks noGrp="1"/>
          </p:cNvGraphicFramePr>
          <p:nvPr/>
        </p:nvGraphicFramePr>
        <p:xfrm>
          <a:off x="942141" y="1999706"/>
          <a:ext cx="5438838" cy="2871764"/>
        </p:xfrm>
        <a:graphic>
          <a:graphicData uri="http://schemas.openxmlformats.org/drawingml/2006/chart">
            <c:chart xmlns:c="http://schemas.openxmlformats.org/drawingml/2006/chart" r:id="rId4"/>
          </a:graphicData>
        </a:graphic>
      </p:graphicFrame>
      <p:cxnSp>
        <p:nvCxnSpPr>
          <p:cNvPr id="10" name="Connector 9"/>
          <p:cNvCxnSpPr/>
          <p:nvPr/>
        </p:nvCxnSpPr>
        <p:spPr>
          <a:xfrm>
            <a:off x="5032820" y="1619250"/>
            <a:ext cx="247650" cy="0"/>
          </a:xfrm>
          <a:prstGeom prst="line">
            <a:avLst/>
          </a:prstGeom>
          <a:ln w="19050">
            <a:solidFill>
              <a:srgbClr val="A86505"/>
            </a:solidFill>
            <a:prstDash val="dash"/>
          </a:ln>
        </p:spPr>
        <p:style>
          <a:lnRef idx="2">
            <a:schemeClr val="accent1"/>
          </a:lnRef>
          <a:fillRef idx="0">
            <a:schemeClr val="accent1"/>
          </a:fillRef>
          <a:effectRef idx="1">
            <a:schemeClr val="accent1"/>
          </a:effectRef>
          <a:fontRef idx="minor">
            <a:schemeClr val="tx1"/>
          </a:fontRef>
        </p:style>
      </p:cxnSp>
      <p:sp>
        <p:nvSpPr>
          <p:cNvPr id="11" name="Ø-Linie Beschriftung"/>
          <p:cNvSpPr txBox="1"/>
          <p:nvPr/>
        </p:nvSpPr>
        <p:spPr>
          <a:xfrm>
            <a:off x="5318570" y="1524000"/>
            <a:ext cx="1062228" cy="190500"/>
          </a:xfrm>
          <a:prstGeom prst="rect">
            <a:avLst/>
          </a:prstGeom>
          <a:noFill/>
        </p:spPr>
        <p:txBody>
          <a:bodyPr wrap="none" lIns="0" rIns="0" tIns="0" bIns="0" anchor="t">
            <a:noAutofit/>
          </a:bodyPr>
          <a:lstStyle/>
          <a:p>
            <a:pPr algn="r">
              <a:lnSpc>
                <a:spcPts val="1500"/>
              </a:lnSpc>
            </a:pPr>
            <a:r>
              <a:rPr sz="1200" b="1" i="0" lang="de-DE">
                <a:solidFill>
                  <a:srgbClr val="7F4C03"/>
                </a:solidFill>
                <a:latin typeface="IBM Plex Sans"/>
              </a:rPr>
              <a:t>Ø 9,5 je Monat</a:t>
            </a:r>
          </a:p>
        </p:txBody>
      </p:sp>
      <p:sp>
        <p:nvSpPr>
          <p:cNvPr id="12" name="Rounded Rectangle 11"/>
          <p:cNvSpPr/>
          <p:nvPr/>
        </p:nvSpPr>
        <p:spPr>
          <a:xfrm>
            <a:off x="6790372" y="13620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3" name="Scheibe scale"/>
          <p:cNvGrpSpPr/>
          <p:nvPr/>
        </p:nvGrpSpPr>
        <p:grpSpPr>
          <a:xfrm>
            <a:off x="6952298" y="1495425"/>
            <a:ext cx="323850" cy="323850"/>
            <a:chOff x="6952298" y="1495425"/>
            <a:chExt cx="323850" cy="323850"/>
          </a:xfrm>
        </p:grpSpPr>
        <p:sp>
          <p:nvSpPr>
            <p:cNvPr id="14" name="Oval 13"/>
            <p:cNvSpPr/>
            <p:nvPr/>
          </p:nvSpPr>
          <p:spPr>
            <a:xfrm>
              <a:off x="6952298" y="1495425"/>
              <a:ext cx="323850" cy="323850"/>
            </a:xfrm>
            <a:prstGeom prst="ellipse">
              <a:avLst/>
            </a:prstGeom>
            <a:solidFill>
              <a:srgbClr val="A86505"/>
            </a:solidFill>
            <a:ln>
              <a:noFill/>
            </a:ln>
            <a:effectLst/>
          </p:spPr>
          <p:txBody>
            <a:bodyPr rtlCol="0" anchor="ctr"/>
            <a:lstStyle/>
            <a:p>
              <a:pPr algn="ctr"/>
            </a:p>
          </p:txBody>
        </p:sp>
        <p:pic>
          <p:nvPicPr>
            <p:cNvPr id="15" name="Picture 14" descr="scale__FFFFFF.png"/>
            <p:cNvPicPr>
              <a:picLocks noChangeAspect="1"/>
            </p:cNvPicPr>
            <p:nvPr/>
          </p:nvPicPr>
          <p:blipFill>
            <a:blip r:embed="rId5"/>
            <a:stretch>
              <a:fillRect/>
            </a:stretch>
          </p:blipFill>
          <p:spPr>
            <a:xfrm>
              <a:off x="7030021" y="1573149"/>
              <a:ext cx="168402" cy="168402"/>
            </a:xfrm>
            <a:prstGeom prst="rect">
              <a:avLst/>
            </a:prstGeom>
          </p:spPr>
        </p:pic>
      </p:grpSp>
      <p:sp>
        <p:nvSpPr>
          <p:cNvPr id="16" name="TextBox 15"/>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Worst Case beim Aufwand</a:t>
            </a:r>
          </a:p>
        </p:txBody>
      </p:sp>
      <p:sp>
        <p:nvSpPr>
          <p:cNvPr id="17" name="TextBox 16"/>
          <p:cNvSpPr txBox="1"/>
          <p:nvPr/>
        </p:nvSpPr>
        <p:spPr>
          <a:xfrm>
            <a:off x="7409498" y="17240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q95 statt q99: 33,3 statt 9,5 Fälle im Monat, also 3,5-facher Prüfaufwand.</a:t>
            </a:r>
          </a:p>
        </p:txBody>
      </p:sp>
      <p:sp>
        <p:nvSpPr>
          <p:cNvPr id="18" name="Rounded Rectangle 17"/>
          <p:cNvSpPr/>
          <p:nvPr/>
        </p:nvSpPr>
        <p:spPr>
          <a:xfrm>
            <a:off x="6790372" y="237172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9" name="Scheibe undo-2"/>
          <p:cNvGrpSpPr/>
          <p:nvPr/>
        </p:nvGrpSpPr>
        <p:grpSpPr>
          <a:xfrm>
            <a:off x="6952298" y="2505075"/>
            <a:ext cx="323850" cy="323850"/>
            <a:chOff x="6952298" y="2505075"/>
            <a:chExt cx="323850" cy="323850"/>
          </a:xfrm>
        </p:grpSpPr>
        <p:sp>
          <p:nvSpPr>
            <p:cNvPr id="20" name="Oval 19"/>
            <p:cNvSpPr/>
            <p:nvPr/>
          </p:nvSpPr>
          <p:spPr>
            <a:xfrm>
              <a:off x="6952298" y="2505075"/>
              <a:ext cx="323850" cy="323850"/>
            </a:xfrm>
            <a:prstGeom prst="ellipse">
              <a:avLst/>
            </a:prstGeom>
            <a:solidFill>
              <a:srgbClr val="084878"/>
            </a:solidFill>
            <a:ln>
              <a:noFill/>
            </a:ln>
            <a:effectLst/>
          </p:spPr>
          <p:txBody>
            <a:bodyPr rtlCol="0" anchor="ctr"/>
            <a:lstStyle/>
            <a:p>
              <a:pPr algn="ctr"/>
            </a:p>
          </p:txBody>
        </p:sp>
        <p:pic>
          <p:nvPicPr>
            <p:cNvPr id="21" name="Picture 20" descr="undo-2__FFFFFF.png"/>
            <p:cNvPicPr>
              <a:picLocks noChangeAspect="1"/>
            </p:cNvPicPr>
            <p:nvPr/>
          </p:nvPicPr>
          <p:blipFill>
            <a:blip r:embed="rId6"/>
            <a:stretch>
              <a:fillRect/>
            </a:stretch>
          </p:blipFill>
          <p:spPr>
            <a:xfrm>
              <a:off x="7030021" y="2582799"/>
              <a:ext cx="168402" cy="168402"/>
            </a:xfrm>
            <a:prstGeom prst="rect">
              <a:avLst/>
            </a:prstGeom>
          </p:spPr>
        </p:pic>
      </p:grpSp>
      <p:sp>
        <p:nvSpPr>
          <p:cNvPr id="22" name="TextBox 21"/>
          <p:cNvSpPr txBox="1"/>
          <p:nvPr/>
        </p:nvSpPr>
        <p:spPr>
          <a:xfrm>
            <a:off x="7409498" y="25146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Rückfall</a:t>
            </a:r>
          </a:p>
        </p:txBody>
      </p:sp>
      <p:sp>
        <p:nvSpPr>
          <p:cNvPr id="23" name="TextBox 22"/>
          <p:cNvSpPr txBox="1"/>
          <p:nvPr/>
        </p:nvSpPr>
        <p:spPr>
          <a:xfrm>
            <a:off x="7409498" y="273367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Ist das Modell im Pilot nicht besser: lineare Regression oder das Mittel der letzten drei Monate.</a:t>
            </a:r>
          </a:p>
        </p:txBody>
      </p:sp>
      <p:sp>
        <p:nvSpPr>
          <p:cNvPr id="24" name="Rounded Rectangle 23"/>
          <p:cNvSpPr/>
          <p:nvPr/>
        </p:nvSpPr>
        <p:spPr>
          <a:xfrm>
            <a:off x="6790372" y="33813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5" name="Scheibe clipboard-check"/>
          <p:cNvGrpSpPr/>
          <p:nvPr/>
        </p:nvGrpSpPr>
        <p:grpSpPr>
          <a:xfrm>
            <a:off x="6952298" y="3514725"/>
            <a:ext cx="323850" cy="323850"/>
            <a:chOff x="6952298" y="3514725"/>
            <a:chExt cx="323850" cy="323850"/>
          </a:xfrm>
        </p:grpSpPr>
        <p:sp>
          <p:nvSpPr>
            <p:cNvPr id="26" name="Oval 25"/>
            <p:cNvSpPr/>
            <p:nvPr/>
          </p:nvSpPr>
          <p:spPr>
            <a:xfrm>
              <a:off x="6952298" y="3514725"/>
              <a:ext cx="323850" cy="323850"/>
            </a:xfrm>
            <a:prstGeom prst="ellipse">
              <a:avLst/>
            </a:prstGeom>
            <a:solidFill>
              <a:srgbClr val="00718E"/>
            </a:solidFill>
            <a:ln>
              <a:noFill/>
            </a:ln>
            <a:effectLst/>
          </p:spPr>
          <p:txBody>
            <a:bodyPr rtlCol="0" anchor="ctr"/>
            <a:lstStyle/>
            <a:p>
              <a:pPr algn="ctr"/>
            </a:p>
          </p:txBody>
        </p:sp>
        <p:pic>
          <p:nvPicPr>
            <p:cNvPr id="27" name="Picture 26" descr="clipboard-check__FFFFFF.png"/>
            <p:cNvPicPr>
              <a:picLocks noChangeAspect="1"/>
            </p:cNvPicPr>
            <p:nvPr/>
          </p:nvPicPr>
          <p:blipFill>
            <a:blip r:embed="rId7"/>
            <a:stretch>
              <a:fillRect/>
            </a:stretch>
          </p:blipFill>
          <p:spPr>
            <a:xfrm>
              <a:off x="7030021" y="3592449"/>
              <a:ext cx="168402" cy="168402"/>
            </a:xfrm>
            <a:prstGeom prst="rect">
              <a:avLst/>
            </a:prstGeom>
          </p:spPr>
        </p:pic>
      </p:grpSp>
      <p:sp>
        <p:nvSpPr>
          <p:cNvPr id="28" name="TextBox 27"/>
          <p:cNvSpPr txBox="1"/>
          <p:nvPr/>
        </p:nvSpPr>
        <p:spPr>
          <a:xfrm>
            <a:off x="7409498" y="35242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Im Pilot erfassen</a:t>
            </a:r>
          </a:p>
        </p:txBody>
      </p:sp>
      <p:sp>
        <p:nvSpPr>
          <p:cNvPr id="29" name="TextBox 28"/>
          <p:cNvSpPr txBox="1"/>
          <p:nvPr/>
        </p:nvSpPr>
        <p:spPr>
          <a:xfrm>
            <a:off x="7409498" y="37433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Prüfzeit je Fall, Bestätigungsquote und Spotmarkt-Mengen. Erst daraus entsteht eine Euro-Rechnung.</a:t>
            </a:r>
          </a:p>
        </p:txBody>
      </p:sp>
      <p:cxnSp>
        <p:nvCxnSpPr>
          <p:cNvPr id="30"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1" name="Logo" descr="image.png"/>
          <p:cNvPicPr>
            <a:picLocks noChangeAspect="1"/>
          </p:cNvPicPr>
          <p:nvPr/>
        </p:nvPicPr>
        <p:blipFill>
          <a:blip r:embed="rId8"/>
          <a:stretch>
            <a:fillRect/>
          </a:stretch>
        </p:blipFill>
        <p:spPr>
          <a:xfrm>
            <a:off x="685800" y="6400800"/>
            <a:ext cx="715863" cy="247650"/>
          </a:xfrm>
          <a:prstGeom prst="rect">
            <a:avLst/>
          </a:prstGeom>
        </p:spPr>
      </p:pic>
      <p:sp>
        <p:nvSpPr>
          <p:cNvPr id="32" name="TextBox 31"/>
          <p:cNvSpPr txBox="1"/>
          <p:nvPr/>
        </p:nvSpPr>
        <p:spPr>
          <a:xfrm>
            <a:off x="1554480" y="6429375"/>
            <a:ext cx="262890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3" name="Connector 32"/>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4" name="Scheibe target"/>
          <p:cNvGrpSpPr/>
          <p:nvPr/>
        </p:nvGrpSpPr>
        <p:grpSpPr>
          <a:xfrm>
            <a:off x="4523899" y="6426994"/>
            <a:ext cx="195262" cy="195262"/>
            <a:chOff x="4523899" y="6426994"/>
            <a:chExt cx="195262" cy="195262"/>
          </a:xfrm>
        </p:grpSpPr>
        <p:sp>
          <p:nvSpPr>
            <p:cNvPr id="35" name="Oval 34"/>
            <p:cNvSpPr/>
            <p:nvPr/>
          </p:nvSpPr>
          <p:spPr>
            <a:xfrm>
              <a:off x="4523899"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36" name="Picture 35" descr="target__084878.png"/>
            <p:cNvPicPr>
              <a:picLocks noChangeAspect="1"/>
            </p:cNvPicPr>
            <p:nvPr/>
          </p:nvPicPr>
          <p:blipFill>
            <a:blip r:embed="rId9"/>
            <a:stretch>
              <a:fillRect/>
            </a:stretch>
          </p:blipFill>
          <p:spPr>
            <a:xfrm>
              <a:off x="4567047" y="6470142"/>
              <a:ext cx="108966" cy="108966"/>
            </a:xfrm>
            <a:prstGeom prst="rect">
              <a:avLst/>
            </a:prstGeom>
          </p:spPr>
        </p:pic>
      </p:grpSp>
      <p:sp>
        <p:nvSpPr>
          <p:cNvPr id="37" name="TextBox 36"/>
          <p:cNvSpPr txBox="1"/>
          <p:nvPr/>
        </p:nvSpPr>
        <p:spPr>
          <a:xfrm>
            <a:off x="4783455"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08</a:t>
            </a:r>
          </a:p>
        </p:txBody>
      </p:sp>
      <p:sp>
        <p:nvSpPr>
          <p:cNvPr id="38" name="TextBox 37"/>
          <p:cNvSpPr txBox="1"/>
          <p:nvPr/>
        </p:nvSpPr>
        <p:spPr>
          <a:xfrm>
            <a:off x="5000625" y="6438900"/>
            <a:ext cx="525970"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Impact</a:t>
            </a:r>
          </a:p>
        </p:txBody>
      </p:sp>
      <p:grpSp>
        <p:nvGrpSpPr>
          <p:cNvPr id="39" name="Scheibe activity"/>
          <p:cNvGrpSpPr/>
          <p:nvPr/>
        </p:nvGrpSpPr>
        <p:grpSpPr>
          <a:xfrm>
            <a:off x="5552789" y="6426994"/>
            <a:ext cx="195262" cy="195262"/>
            <a:chOff x="5552789" y="6426994"/>
            <a:chExt cx="195262" cy="195262"/>
          </a:xfrm>
        </p:grpSpPr>
        <p:sp>
          <p:nvSpPr>
            <p:cNvPr id="40" name="Oval 39"/>
            <p:cNvSpPr/>
            <p:nvPr/>
          </p:nvSpPr>
          <p:spPr>
            <a:xfrm>
              <a:off x="5552789"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41" name="Picture 40" descr="activity__084878.png"/>
            <p:cNvPicPr>
              <a:picLocks noChangeAspect="1"/>
            </p:cNvPicPr>
            <p:nvPr/>
          </p:nvPicPr>
          <p:blipFill>
            <a:blip r:embed="rId10"/>
            <a:stretch>
              <a:fillRect/>
            </a:stretch>
          </p:blipFill>
          <p:spPr>
            <a:xfrm>
              <a:off x="5595938" y="6470142"/>
              <a:ext cx="108966" cy="108966"/>
            </a:xfrm>
            <a:prstGeom prst="rect">
              <a:avLst/>
            </a:prstGeom>
          </p:spPr>
        </p:pic>
      </p:grpSp>
      <p:sp>
        <p:nvSpPr>
          <p:cNvPr id="42" name="TextBox 41"/>
          <p:cNvSpPr txBox="1"/>
          <p:nvPr/>
        </p:nvSpPr>
        <p:spPr>
          <a:xfrm>
            <a:off x="5812346" y="6438900"/>
            <a:ext cx="2857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10</a:t>
            </a:r>
          </a:p>
        </p:txBody>
      </p:sp>
      <p:sp>
        <p:nvSpPr>
          <p:cNvPr id="43" name="TextBox 42"/>
          <p:cNvSpPr txBox="1"/>
          <p:nvPr/>
        </p:nvSpPr>
        <p:spPr>
          <a:xfrm>
            <a:off x="6029516" y="6438900"/>
            <a:ext cx="737997"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Monitoring</a:t>
            </a:r>
          </a:p>
        </p:txBody>
      </p:sp>
      <p:sp>
        <p:nvSpPr>
          <p:cNvPr id="44" name="TextBox 43"/>
          <p:cNvSpPr txBox="1"/>
          <p:nvPr/>
        </p:nvSpPr>
        <p:spPr>
          <a:xfrm>
            <a:off x="9601200" y="6429375"/>
            <a:ext cx="11430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45" name="Seitenzahl"/>
          <p:cNvSpPr txBox="1"/>
          <p:nvPr/>
        </p:nvSpPr>
        <p:spPr>
          <a:xfrm>
            <a:off x="10896600" y="6424612"/>
            <a:ext cx="60960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Canvas, Methodik und Modell, Prüffall</dc:title>
  <dc:subject/>
  <dc:creator>Kiko · Gruppe 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